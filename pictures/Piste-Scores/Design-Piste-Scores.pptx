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8" r:id="rId2"/>
    <p:sldId id="289" r:id="rId3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CA9"/>
    <a:srgbClr val="FFFFFF"/>
    <a:srgbClr val="EC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6" y="-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74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jpeg"/><Relationship Id="rId5" Type="http://schemas.microsoft.com/office/2007/relationships/hdphoto" Target="../media/hdphoto1.wdp"/><Relationship Id="rId10" Type="http://schemas.openxmlformats.org/officeDocument/2006/relationships/image" Target="../media/image5.jpeg"/><Relationship Id="rId4" Type="http://schemas.openxmlformats.org/officeDocument/2006/relationships/image" Target="../media/image2.png"/><Relationship Id="rId9" Type="http://schemas.microsoft.com/office/2007/relationships/hdphoto" Target="../media/hdphoto3.wdp"/><Relationship Id="rId14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24ED-5D56-0D12-306C-3F65A1B6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2E40BB44-66DC-7D3E-DC30-2C241F3E36C3}"/>
              </a:ext>
            </a:extLst>
          </p:cNvPr>
          <p:cNvGrpSpPr/>
          <p:nvPr/>
        </p:nvGrpSpPr>
        <p:grpSpPr>
          <a:xfrm>
            <a:off x="2156460" y="878520"/>
            <a:ext cx="7920000" cy="5040000"/>
            <a:chOff x="2156460" y="878520"/>
            <a:chExt cx="7920000" cy="504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C698BD7-B7EC-74CC-FE1A-06349FAC6598}"/>
                </a:ext>
              </a:extLst>
            </p:cNvPr>
            <p:cNvSpPr/>
            <p:nvPr/>
          </p:nvSpPr>
          <p:spPr>
            <a:xfrm>
              <a:off x="2156460" y="878520"/>
              <a:ext cx="7920000" cy="504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CC1460-7C9F-844A-0337-C03BE9497F3E}"/>
                </a:ext>
              </a:extLst>
            </p:cNvPr>
            <p:cNvSpPr/>
            <p:nvPr/>
          </p:nvSpPr>
          <p:spPr>
            <a:xfrm>
              <a:off x="3988492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A9606256-5315-82ED-66AB-8236B9ABD92D}"/>
                </a:ext>
              </a:extLst>
            </p:cNvPr>
            <p:cNvSpPr/>
            <p:nvPr/>
          </p:nvSpPr>
          <p:spPr>
            <a:xfrm>
              <a:off x="2813734" y="2080613"/>
              <a:ext cx="492125" cy="466725"/>
            </a:xfrm>
            <a:prstGeom prst="cube">
              <a:avLst>
                <a:gd name="adj" fmla="val 23393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astelsSmooth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+4</a:t>
              </a:r>
              <a:endParaRPr lang="fr-FR" sz="1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4BB14A1-E335-8C69-9EFA-77C23D6AAF52}"/>
                </a:ext>
              </a:extLst>
            </p:cNvPr>
            <p:cNvSpPr/>
            <p:nvPr/>
          </p:nvSpPr>
          <p:spPr>
            <a:xfrm>
              <a:off x="2813734" y="2653372"/>
              <a:ext cx="491490" cy="466725"/>
            </a:xfrm>
            <a:prstGeom prst="cube">
              <a:avLst>
                <a:gd name="adj" fmla="val 23393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Cutout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fr-FR" sz="1400" b="1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+2</a:t>
              </a:r>
              <a:endParaRPr lang="fr-FR" sz="1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Hexagone 133">
              <a:extLst>
                <a:ext uri="{FF2B5EF4-FFF2-40B4-BE49-F238E27FC236}">
                  <a16:creationId xmlns:a16="http://schemas.microsoft.com/office/drawing/2014/main" id="{6F7A436D-4650-A654-F985-08676DB17D90}"/>
                </a:ext>
              </a:extLst>
            </p:cNvPr>
            <p:cNvSpPr/>
            <p:nvPr/>
          </p:nvSpPr>
          <p:spPr>
            <a:xfrm>
              <a:off x="2572700" y="3226131"/>
              <a:ext cx="973558" cy="852837"/>
            </a:xfrm>
            <a:prstGeom prst="hexagon">
              <a:avLst>
                <a:gd name="adj" fmla="val 25663"/>
                <a:gd name="vf" fmla="val 115470"/>
              </a:avLst>
            </a:prstGeom>
            <a:blipFill>
              <a:blip r:embed="rId10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tile tx="0" ty="0" sx="100000" sy="100000" flip="none" algn="tl"/>
            </a:blip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buNone/>
              </a:pPr>
              <a:r>
                <a:rPr lang="fr-FR" sz="20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algn="ctr">
                <a:lnSpc>
                  <a:spcPct val="107000"/>
                </a:lnSpc>
                <a:buNone/>
              </a:pPr>
              <a:r>
                <a:rPr lang="fr-FR" sz="12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Couleurs </a:t>
              </a:r>
              <a:r>
                <a:rPr lang="fr-FR" sz="20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≠</a:t>
              </a:r>
              <a:endParaRPr lang="fr-FR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5CF6607-0E89-DFFB-4316-FF55A1E119B9}"/>
                </a:ext>
              </a:extLst>
            </p:cNvPr>
            <p:cNvSpPr/>
            <p:nvPr/>
          </p:nvSpPr>
          <p:spPr>
            <a:xfrm>
              <a:off x="5135159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6C19905-A085-584A-318E-A942EFE7FD2C}"/>
                </a:ext>
              </a:extLst>
            </p:cNvPr>
            <p:cNvSpPr/>
            <p:nvPr/>
          </p:nvSpPr>
          <p:spPr>
            <a:xfrm>
              <a:off x="6296418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3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2176286-4A3B-6B5F-7FD8-4DF48762A3F6}"/>
                </a:ext>
              </a:extLst>
            </p:cNvPr>
            <p:cNvSpPr/>
            <p:nvPr/>
          </p:nvSpPr>
          <p:spPr>
            <a:xfrm>
              <a:off x="7435046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4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1E690D2-E2BE-007B-845F-58505239D1C4}"/>
                </a:ext>
              </a:extLst>
            </p:cNvPr>
            <p:cNvSpPr/>
            <p:nvPr/>
          </p:nvSpPr>
          <p:spPr>
            <a:xfrm>
              <a:off x="8609816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5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5FCF2BE-A222-7666-076A-753A8BE59871}"/>
                </a:ext>
              </a:extLst>
            </p:cNvPr>
            <p:cNvSpPr/>
            <p:nvPr/>
          </p:nvSpPr>
          <p:spPr>
            <a:xfrm>
              <a:off x="3988492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10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BEF71BB-734E-99C9-E2C4-BBF8474AC597}"/>
                </a:ext>
              </a:extLst>
            </p:cNvPr>
            <p:cNvSpPr/>
            <p:nvPr/>
          </p:nvSpPr>
          <p:spPr>
            <a:xfrm>
              <a:off x="5135159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9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188CA75-1A3C-85EF-B9D4-2008CF659219}"/>
                </a:ext>
              </a:extLst>
            </p:cNvPr>
            <p:cNvSpPr/>
            <p:nvPr/>
          </p:nvSpPr>
          <p:spPr>
            <a:xfrm>
              <a:off x="6296418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8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44271C-90FE-1AE1-68A6-2B799AC53603}"/>
                </a:ext>
              </a:extLst>
            </p:cNvPr>
            <p:cNvSpPr/>
            <p:nvPr/>
          </p:nvSpPr>
          <p:spPr>
            <a:xfrm>
              <a:off x="7435046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7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524F87D-F7AA-1CBE-91E4-644B657DE1AE}"/>
                </a:ext>
              </a:extLst>
            </p:cNvPr>
            <p:cNvSpPr/>
            <p:nvPr/>
          </p:nvSpPr>
          <p:spPr>
            <a:xfrm>
              <a:off x="8609816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6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8E5E848-A94C-41B7-08AF-1F9E2384A665}"/>
                </a:ext>
              </a:extLst>
            </p:cNvPr>
            <p:cNvSpPr/>
            <p:nvPr/>
          </p:nvSpPr>
          <p:spPr>
            <a:xfrm>
              <a:off x="3988492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11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CD5622B-673C-B08F-5678-3118CB11E5B6}"/>
                </a:ext>
              </a:extLst>
            </p:cNvPr>
            <p:cNvSpPr/>
            <p:nvPr/>
          </p:nvSpPr>
          <p:spPr>
            <a:xfrm>
              <a:off x="6296418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13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6715078-7FFC-D6FD-CFE1-95C94CCD6011}"/>
                </a:ext>
              </a:extLst>
            </p:cNvPr>
            <p:cNvSpPr/>
            <p:nvPr/>
          </p:nvSpPr>
          <p:spPr>
            <a:xfrm>
              <a:off x="8609816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15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4B219F3-B070-682A-4FAD-A63C89E9A34E}"/>
                </a:ext>
              </a:extLst>
            </p:cNvPr>
            <p:cNvSpPr/>
            <p:nvPr/>
          </p:nvSpPr>
          <p:spPr>
            <a:xfrm>
              <a:off x="3988492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20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EA63CF7-6405-402B-C0E1-FA945C78A0B8}"/>
                </a:ext>
              </a:extLst>
            </p:cNvPr>
            <p:cNvSpPr/>
            <p:nvPr/>
          </p:nvSpPr>
          <p:spPr>
            <a:xfrm>
              <a:off x="5135159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19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E67B59D-3C73-9EAA-5F11-7E7DA6B81DF0}"/>
                </a:ext>
              </a:extLst>
            </p:cNvPr>
            <p:cNvSpPr/>
            <p:nvPr/>
          </p:nvSpPr>
          <p:spPr>
            <a:xfrm>
              <a:off x="7435046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17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0E91C8D-F8EF-005A-2D21-8A5FF70DAB1C}"/>
                </a:ext>
              </a:extLst>
            </p:cNvPr>
            <p:cNvSpPr/>
            <p:nvPr/>
          </p:nvSpPr>
          <p:spPr>
            <a:xfrm>
              <a:off x="8609816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16</a:t>
              </a:r>
            </a:p>
          </p:txBody>
        </p:sp>
        <p:cxnSp>
          <p:nvCxnSpPr>
            <p:cNvPr id="159" name="Connecteur : en angle 158">
              <a:extLst>
                <a:ext uri="{FF2B5EF4-FFF2-40B4-BE49-F238E27FC236}">
                  <a16:creationId xmlns:a16="http://schemas.microsoft.com/office/drawing/2014/main" id="{447F4C5F-BA83-0E88-B4C8-32A4451967E3}"/>
                </a:ext>
              </a:extLst>
            </p:cNvPr>
            <p:cNvCxnSpPr>
              <a:cxnSpLocks/>
              <a:stCxn id="10" idx="3"/>
              <a:endCxn id="135" idx="1"/>
            </p:cNvCxnSpPr>
            <p:nvPr/>
          </p:nvCxnSpPr>
          <p:spPr>
            <a:xfrm>
              <a:off x="4888492" y="1611579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eur : en angle 158">
              <a:extLst>
                <a:ext uri="{FF2B5EF4-FFF2-40B4-BE49-F238E27FC236}">
                  <a16:creationId xmlns:a16="http://schemas.microsoft.com/office/drawing/2014/main" id="{0C03B9B1-64DF-A680-F0C2-110FC3015D4F}"/>
                </a:ext>
              </a:extLst>
            </p:cNvPr>
            <p:cNvCxnSpPr>
              <a:cxnSpLocks/>
              <a:stCxn id="135" idx="3"/>
              <a:endCxn id="136" idx="1"/>
            </p:cNvCxnSpPr>
            <p:nvPr/>
          </p:nvCxnSpPr>
          <p:spPr>
            <a:xfrm>
              <a:off x="6035159" y="1611579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eur : en angle 158">
              <a:extLst>
                <a:ext uri="{FF2B5EF4-FFF2-40B4-BE49-F238E27FC236}">
                  <a16:creationId xmlns:a16="http://schemas.microsoft.com/office/drawing/2014/main" id="{A86018C9-85DE-4691-02EB-D8958EB2E0AB}"/>
                </a:ext>
              </a:extLst>
            </p:cNvPr>
            <p:cNvCxnSpPr>
              <a:cxnSpLocks/>
              <a:stCxn id="136" idx="3"/>
              <a:endCxn id="137" idx="1"/>
            </p:cNvCxnSpPr>
            <p:nvPr/>
          </p:nvCxnSpPr>
          <p:spPr>
            <a:xfrm>
              <a:off x="7196418" y="1611579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 : en angle 158">
              <a:extLst>
                <a:ext uri="{FF2B5EF4-FFF2-40B4-BE49-F238E27FC236}">
                  <a16:creationId xmlns:a16="http://schemas.microsoft.com/office/drawing/2014/main" id="{9FD423E6-DDB7-241E-0FAB-6CCC146CD429}"/>
                </a:ext>
              </a:extLst>
            </p:cNvPr>
            <p:cNvCxnSpPr>
              <a:cxnSpLocks/>
              <a:stCxn id="137" idx="3"/>
              <a:endCxn id="138" idx="1"/>
            </p:cNvCxnSpPr>
            <p:nvPr/>
          </p:nvCxnSpPr>
          <p:spPr>
            <a:xfrm>
              <a:off x="8335046" y="1611579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eur : en angle 158">
              <a:extLst>
                <a:ext uri="{FF2B5EF4-FFF2-40B4-BE49-F238E27FC236}">
                  <a16:creationId xmlns:a16="http://schemas.microsoft.com/office/drawing/2014/main" id="{3D30A7FA-732D-0BCF-76C4-6D0B7CFBE8EF}"/>
                </a:ext>
              </a:extLst>
            </p:cNvPr>
            <p:cNvCxnSpPr>
              <a:cxnSpLocks/>
              <a:stCxn id="143" idx="3"/>
              <a:endCxn id="144" idx="1"/>
            </p:cNvCxnSpPr>
            <p:nvPr/>
          </p:nvCxnSpPr>
          <p:spPr>
            <a:xfrm>
              <a:off x="8335046" y="2757037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eur : en angle 158">
              <a:extLst>
                <a:ext uri="{FF2B5EF4-FFF2-40B4-BE49-F238E27FC236}">
                  <a16:creationId xmlns:a16="http://schemas.microsoft.com/office/drawing/2014/main" id="{13F03769-B935-D952-C6C8-3E9685638EC8}"/>
                </a:ext>
              </a:extLst>
            </p:cNvPr>
            <p:cNvCxnSpPr>
              <a:cxnSpLocks/>
              <a:stCxn id="144" idx="3"/>
              <a:endCxn id="138" idx="3"/>
            </p:cNvCxnSpPr>
            <p:nvPr/>
          </p:nvCxnSpPr>
          <p:spPr>
            <a:xfrm flipV="1">
              <a:off x="9509816" y="1611579"/>
              <a:ext cx="12700" cy="1145458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eur : en angle 158">
              <a:extLst>
                <a:ext uri="{FF2B5EF4-FFF2-40B4-BE49-F238E27FC236}">
                  <a16:creationId xmlns:a16="http://schemas.microsoft.com/office/drawing/2014/main" id="{149A384E-790F-98A6-45A8-D3AB587C0D78}"/>
                </a:ext>
              </a:extLst>
            </p:cNvPr>
            <p:cNvCxnSpPr>
              <a:cxnSpLocks/>
              <a:stCxn id="146" idx="1"/>
              <a:endCxn id="140" idx="1"/>
            </p:cNvCxnSpPr>
            <p:nvPr/>
          </p:nvCxnSpPr>
          <p:spPr>
            <a:xfrm rot="10800000">
              <a:off x="3988492" y="2757038"/>
              <a:ext cx="12700" cy="1151399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cteur : en angle 158">
              <a:extLst>
                <a:ext uri="{FF2B5EF4-FFF2-40B4-BE49-F238E27FC236}">
                  <a16:creationId xmlns:a16="http://schemas.microsoft.com/office/drawing/2014/main" id="{2637FDCA-A5DB-1971-4B3E-7918F3E15FB6}"/>
                </a:ext>
              </a:extLst>
            </p:cNvPr>
            <p:cNvCxnSpPr>
              <a:cxnSpLocks/>
              <a:stCxn id="156" idx="3"/>
              <a:endCxn id="150" idx="3"/>
            </p:cNvCxnSpPr>
            <p:nvPr/>
          </p:nvCxnSpPr>
          <p:spPr>
            <a:xfrm flipV="1">
              <a:off x="9509816" y="3908436"/>
              <a:ext cx="12700" cy="120200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eur : en angle 158">
              <a:extLst>
                <a:ext uri="{FF2B5EF4-FFF2-40B4-BE49-F238E27FC236}">
                  <a16:creationId xmlns:a16="http://schemas.microsoft.com/office/drawing/2014/main" id="{CBBFEAB0-2C73-3088-989C-D29D0D543461}"/>
                </a:ext>
              </a:extLst>
            </p:cNvPr>
            <p:cNvCxnSpPr>
              <a:cxnSpLocks/>
              <a:stCxn id="142" idx="3"/>
              <a:endCxn id="143" idx="1"/>
            </p:cNvCxnSpPr>
            <p:nvPr/>
          </p:nvCxnSpPr>
          <p:spPr>
            <a:xfrm>
              <a:off x="7196418" y="2757037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eur : en angle 158">
              <a:extLst>
                <a:ext uri="{FF2B5EF4-FFF2-40B4-BE49-F238E27FC236}">
                  <a16:creationId xmlns:a16="http://schemas.microsoft.com/office/drawing/2014/main" id="{7EF79DBC-E2C0-292F-8B56-49652D43D65F}"/>
                </a:ext>
              </a:extLst>
            </p:cNvPr>
            <p:cNvCxnSpPr>
              <a:cxnSpLocks/>
              <a:stCxn id="141" idx="3"/>
              <a:endCxn id="142" idx="1"/>
            </p:cNvCxnSpPr>
            <p:nvPr/>
          </p:nvCxnSpPr>
          <p:spPr>
            <a:xfrm>
              <a:off x="6035159" y="2757037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eur : en angle 158">
              <a:extLst>
                <a:ext uri="{FF2B5EF4-FFF2-40B4-BE49-F238E27FC236}">
                  <a16:creationId xmlns:a16="http://schemas.microsoft.com/office/drawing/2014/main" id="{46613BF2-AE5D-B3CB-7A34-A7CCFB361499}"/>
                </a:ext>
              </a:extLst>
            </p:cNvPr>
            <p:cNvCxnSpPr>
              <a:cxnSpLocks/>
              <a:stCxn id="140" idx="3"/>
              <a:endCxn id="141" idx="1"/>
            </p:cNvCxnSpPr>
            <p:nvPr/>
          </p:nvCxnSpPr>
          <p:spPr>
            <a:xfrm>
              <a:off x="4888492" y="2757037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eur : en angle 158">
              <a:extLst>
                <a:ext uri="{FF2B5EF4-FFF2-40B4-BE49-F238E27FC236}">
                  <a16:creationId xmlns:a16="http://schemas.microsoft.com/office/drawing/2014/main" id="{13AFD17F-67D1-8134-A48B-CC5692294B1F}"/>
                </a:ext>
              </a:extLst>
            </p:cNvPr>
            <p:cNvCxnSpPr>
              <a:cxnSpLocks/>
              <a:stCxn id="146" idx="3"/>
              <a:endCxn id="147" idx="1"/>
            </p:cNvCxnSpPr>
            <p:nvPr/>
          </p:nvCxnSpPr>
          <p:spPr>
            <a:xfrm>
              <a:off x="4888492" y="3908436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eur : en angle 158">
              <a:extLst>
                <a:ext uri="{FF2B5EF4-FFF2-40B4-BE49-F238E27FC236}">
                  <a16:creationId xmlns:a16="http://schemas.microsoft.com/office/drawing/2014/main" id="{55708052-1CB7-B8F5-44BC-C8B0CB25DC5A}"/>
                </a:ext>
              </a:extLst>
            </p:cNvPr>
            <p:cNvCxnSpPr>
              <a:cxnSpLocks/>
              <a:stCxn id="147" idx="3"/>
              <a:endCxn id="148" idx="1"/>
            </p:cNvCxnSpPr>
            <p:nvPr/>
          </p:nvCxnSpPr>
          <p:spPr>
            <a:xfrm>
              <a:off x="6035159" y="3908436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eur : en angle 158">
              <a:extLst>
                <a:ext uri="{FF2B5EF4-FFF2-40B4-BE49-F238E27FC236}">
                  <a16:creationId xmlns:a16="http://schemas.microsoft.com/office/drawing/2014/main" id="{1C9F7BC2-833A-9369-F915-58682F6620AF}"/>
                </a:ext>
              </a:extLst>
            </p:cNvPr>
            <p:cNvCxnSpPr>
              <a:cxnSpLocks/>
              <a:stCxn id="148" idx="3"/>
              <a:endCxn id="149" idx="1"/>
            </p:cNvCxnSpPr>
            <p:nvPr/>
          </p:nvCxnSpPr>
          <p:spPr>
            <a:xfrm>
              <a:off x="7196418" y="3908436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eur : en angle 158">
              <a:extLst>
                <a:ext uri="{FF2B5EF4-FFF2-40B4-BE49-F238E27FC236}">
                  <a16:creationId xmlns:a16="http://schemas.microsoft.com/office/drawing/2014/main" id="{91B0C771-2155-67DF-5E49-DDAAAF987892}"/>
                </a:ext>
              </a:extLst>
            </p:cNvPr>
            <p:cNvCxnSpPr>
              <a:cxnSpLocks/>
              <a:stCxn id="149" idx="3"/>
              <a:endCxn id="150" idx="1"/>
            </p:cNvCxnSpPr>
            <p:nvPr/>
          </p:nvCxnSpPr>
          <p:spPr>
            <a:xfrm>
              <a:off x="8335046" y="3908436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eur : en angle 158">
              <a:extLst>
                <a:ext uri="{FF2B5EF4-FFF2-40B4-BE49-F238E27FC236}">
                  <a16:creationId xmlns:a16="http://schemas.microsoft.com/office/drawing/2014/main" id="{2CE708EA-75AE-04D2-E43C-1729E36CBF45}"/>
                </a:ext>
              </a:extLst>
            </p:cNvPr>
            <p:cNvCxnSpPr>
              <a:cxnSpLocks/>
              <a:stCxn id="155" idx="3"/>
              <a:endCxn id="156" idx="1"/>
            </p:cNvCxnSpPr>
            <p:nvPr/>
          </p:nvCxnSpPr>
          <p:spPr>
            <a:xfrm>
              <a:off x="8335046" y="5110439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 : en angle 158">
              <a:extLst>
                <a:ext uri="{FF2B5EF4-FFF2-40B4-BE49-F238E27FC236}">
                  <a16:creationId xmlns:a16="http://schemas.microsoft.com/office/drawing/2014/main" id="{1CBBACBD-0A2A-8352-A408-BB02A5A0B493}"/>
                </a:ext>
              </a:extLst>
            </p:cNvPr>
            <p:cNvCxnSpPr>
              <a:cxnSpLocks/>
              <a:stCxn id="154" idx="3"/>
              <a:endCxn id="155" idx="1"/>
            </p:cNvCxnSpPr>
            <p:nvPr/>
          </p:nvCxnSpPr>
          <p:spPr>
            <a:xfrm>
              <a:off x="7196418" y="5110439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eur : en angle 158">
              <a:extLst>
                <a:ext uri="{FF2B5EF4-FFF2-40B4-BE49-F238E27FC236}">
                  <a16:creationId xmlns:a16="http://schemas.microsoft.com/office/drawing/2014/main" id="{596AAFC9-45D8-FCF3-464A-2F81AF789484}"/>
                </a:ext>
              </a:extLst>
            </p:cNvPr>
            <p:cNvCxnSpPr>
              <a:cxnSpLocks/>
              <a:stCxn id="153" idx="3"/>
              <a:endCxn id="154" idx="1"/>
            </p:cNvCxnSpPr>
            <p:nvPr/>
          </p:nvCxnSpPr>
          <p:spPr>
            <a:xfrm>
              <a:off x="6035159" y="5110439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eur : en angle 158">
              <a:extLst>
                <a:ext uri="{FF2B5EF4-FFF2-40B4-BE49-F238E27FC236}">
                  <a16:creationId xmlns:a16="http://schemas.microsoft.com/office/drawing/2014/main" id="{B0911DC8-7D88-FD54-2EED-8BF8C5DAEC3E}"/>
                </a:ext>
              </a:extLst>
            </p:cNvPr>
            <p:cNvCxnSpPr>
              <a:cxnSpLocks/>
              <a:stCxn id="152" idx="3"/>
              <a:endCxn id="153" idx="1"/>
            </p:cNvCxnSpPr>
            <p:nvPr/>
          </p:nvCxnSpPr>
          <p:spPr>
            <a:xfrm>
              <a:off x="4888492" y="5110439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B6457E2F-8BCE-B5F9-AAE3-2949356CDED1}"/>
                </a:ext>
              </a:extLst>
            </p:cNvPr>
            <p:cNvGrpSpPr/>
            <p:nvPr/>
          </p:nvGrpSpPr>
          <p:grpSpPr>
            <a:xfrm>
              <a:off x="6296418" y="4660439"/>
              <a:ext cx="900000" cy="900000"/>
              <a:chOff x="6296418" y="4660439"/>
              <a:chExt cx="900000" cy="900000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1ECBCC94-1927-06D1-45F4-E653A80F3AF3}"/>
                  </a:ext>
                </a:extLst>
              </p:cNvPr>
              <p:cNvSpPr/>
              <p:nvPr/>
            </p:nvSpPr>
            <p:spPr>
              <a:xfrm>
                <a:off x="6296418" y="4660439"/>
                <a:ext cx="900000" cy="900000"/>
              </a:xfrm>
              <a:prstGeom prst="rect">
                <a:avLst/>
              </a:prstGeom>
              <a:blipFill>
                <a:blip r:embed="rId11"/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18</a:t>
                </a:r>
              </a:p>
            </p:txBody>
          </p:sp>
          <p:pic>
            <p:nvPicPr>
              <p:cNvPr id="218" name="Graphique 22" descr="Pion avec un remplissage uni">
                <a:extLst>
                  <a:ext uri="{FF2B5EF4-FFF2-40B4-BE49-F238E27FC236}">
                    <a16:creationId xmlns:a16="http://schemas.microsoft.com/office/drawing/2014/main" id="{EDEB36CE-ABAB-21F8-5E53-B3CE5E1E9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516377" y="5226761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19" name="Graphique 1" descr="Pion avec un remplissage uni">
                <a:extLst>
                  <a:ext uri="{FF2B5EF4-FFF2-40B4-BE49-F238E27FC236}">
                    <a16:creationId xmlns:a16="http://schemas.microsoft.com/office/drawing/2014/main" id="{47795E81-6A5F-16BD-AAEA-487C95FD49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702301" y="5226761"/>
                <a:ext cx="286983" cy="288000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3B7ED9E7-0381-8ADE-1A8D-A0FBEDE26635}"/>
                </a:ext>
              </a:extLst>
            </p:cNvPr>
            <p:cNvGrpSpPr/>
            <p:nvPr/>
          </p:nvGrpSpPr>
          <p:grpSpPr>
            <a:xfrm>
              <a:off x="7435046" y="3458436"/>
              <a:ext cx="900000" cy="900000"/>
              <a:chOff x="7435046" y="3458436"/>
              <a:chExt cx="900000" cy="900000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DB779C8-202E-B522-53A8-D7184A20C4AC}"/>
                  </a:ext>
                </a:extLst>
              </p:cNvPr>
              <p:cNvSpPr/>
              <p:nvPr/>
            </p:nvSpPr>
            <p:spPr>
              <a:xfrm>
                <a:off x="7435046" y="3458436"/>
                <a:ext cx="900000" cy="900000"/>
              </a:xfrm>
              <a:prstGeom prst="rect">
                <a:avLst/>
              </a:prstGeom>
              <a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artisticPaintBrush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14</a:t>
                </a:r>
              </a:p>
            </p:txBody>
          </p:sp>
          <p:pic>
            <p:nvPicPr>
              <p:cNvPr id="220" name="Graphique 1" descr="Pion avec un remplissage uni">
                <a:extLst>
                  <a:ext uri="{FF2B5EF4-FFF2-40B4-BE49-F238E27FC236}">
                    <a16:creationId xmlns:a16="http://schemas.microsoft.com/office/drawing/2014/main" id="{392E43EA-E753-58A2-24FF-339932FA3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567773" y="4020967"/>
                <a:ext cx="286983" cy="288000"/>
              </a:xfrm>
              <a:prstGeom prst="rect">
                <a:avLst/>
              </a:prstGeom>
            </p:spPr>
          </p:pic>
          <p:pic>
            <p:nvPicPr>
              <p:cNvPr id="221" name="Graphique 1" descr="Pion avec un remplissage uni">
                <a:extLst>
                  <a:ext uri="{FF2B5EF4-FFF2-40B4-BE49-F238E27FC236}">
                    <a16:creationId xmlns:a16="http://schemas.microsoft.com/office/drawing/2014/main" id="{A55C691A-E4AA-F119-7638-9527D5C18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742600" y="4020967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22" name="Graphique 1" descr="Pion avec un remplissage uni">
                <a:extLst>
                  <a:ext uri="{FF2B5EF4-FFF2-40B4-BE49-F238E27FC236}">
                    <a16:creationId xmlns:a16="http://schemas.microsoft.com/office/drawing/2014/main" id="{912F4CF0-7D46-F5F6-E0E5-8389200CB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918445" y="4020967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57F7A2D6-1B16-B339-D98A-41279154D127}"/>
                </a:ext>
              </a:extLst>
            </p:cNvPr>
            <p:cNvGrpSpPr/>
            <p:nvPr/>
          </p:nvGrpSpPr>
          <p:grpSpPr>
            <a:xfrm>
              <a:off x="5135159" y="3458436"/>
              <a:ext cx="900000" cy="900000"/>
              <a:chOff x="5135159" y="3458436"/>
              <a:chExt cx="900000" cy="900000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993696D2-AB5B-AFF5-5984-623544EDEF1B}"/>
                  </a:ext>
                </a:extLst>
              </p:cNvPr>
              <p:cNvSpPr/>
              <p:nvPr/>
            </p:nvSpPr>
            <p:spPr>
              <a:xfrm>
                <a:off x="5135159" y="3458436"/>
                <a:ext cx="900000" cy="900000"/>
              </a:xfrm>
              <a:prstGeom prst="rect">
                <a:avLst/>
              </a:prstGeom>
              <a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artisticPaintBrush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12</a:t>
                </a:r>
              </a:p>
            </p:txBody>
          </p:sp>
          <p:pic>
            <p:nvPicPr>
              <p:cNvPr id="223" name="Graphique 1" descr="Pion avec un remplissage uni">
                <a:extLst>
                  <a:ext uri="{FF2B5EF4-FFF2-40B4-BE49-F238E27FC236}">
                    <a16:creationId xmlns:a16="http://schemas.microsoft.com/office/drawing/2014/main" id="{8F0276D8-F6F7-3402-EC36-628726E362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158676" y="4020967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24" name="Graphique 1" descr="Pion avec un remplissage uni">
                <a:extLst>
                  <a:ext uri="{FF2B5EF4-FFF2-40B4-BE49-F238E27FC236}">
                    <a16:creationId xmlns:a16="http://schemas.microsoft.com/office/drawing/2014/main" id="{8710D397-5FD4-FAC4-4FB0-E6E3815B05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521749" y="4020967"/>
                <a:ext cx="289025" cy="288000"/>
              </a:xfrm>
              <a:prstGeom prst="rect">
                <a:avLst/>
              </a:prstGeom>
            </p:spPr>
          </p:pic>
          <p:pic>
            <p:nvPicPr>
              <p:cNvPr id="225" name="Graphique 1" descr="Pion avec un remplissage uni">
                <a:extLst>
                  <a:ext uri="{FF2B5EF4-FFF2-40B4-BE49-F238E27FC236}">
                    <a16:creationId xmlns:a16="http://schemas.microsoft.com/office/drawing/2014/main" id="{C253AB74-EA8C-F1F7-FB8A-C16CBFE457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339700" y="4020967"/>
                <a:ext cx="289025" cy="288000"/>
              </a:xfrm>
              <a:prstGeom prst="rect">
                <a:avLst/>
              </a:prstGeom>
            </p:spPr>
          </p:pic>
          <p:pic>
            <p:nvPicPr>
              <p:cNvPr id="226" name="Graphique 1" descr="Pion avec un remplissage uni">
                <a:extLst>
                  <a:ext uri="{FF2B5EF4-FFF2-40B4-BE49-F238E27FC236}">
                    <a16:creationId xmlns:a16="http://schemas.microsoft.com/office/drawing/2014/main" id="{8105F1DC-4B3D-8C60-341E-96DF864931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703797" y="4020967"/>
                <a:ext cx="290057" cy="288000"/>
              </a:xfrm>
              <a:prstGeom prst="rect">
                <a:avLst/>
              </a:prstGeom>
            </p:spPr>
          </p:pic>
        </p:grpSp>
        <p:sp>
          <p:nvSpPr>
            <p:cNvPr id="228" name="ZoneTexte 227">
              <a:extLst>
                <a:ext uri="{FF2B5EF4-FFF2-40B4-BE49-F238E27FC236}">
                  <a16:creationId xmlns:a16="http://schemas.microsoft.com/office/drawing/2014/main" id="{DE2651B4-C7AF-44AC-1930-29D5043CE9B3}"/>
                </a:ext>
              </a:extLst>
            </p:cNvPr>
            <p:cNvSpPr txBox="1"/>
            <p:nvPr/>
          </p:nvSpPr>
          <p:spPr>
            <a:xfrm>
              <a:off x="2431436" y="4216741"/>
              <a:ext cx="1349922" cy="646331"/>
            </a:xfrm>
            <a:prstGeom prst="rect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Un joueur avec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 troupes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ou moins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B0E31BB3-EE75-42CB-4F87-098EBC97F41F}"/>
                </a:ext>
              </a:extLst>
            </p:cNvPr>
            <p:cNvSpPr txBox="1"/>
            <p:nvPr/>
          </p:nvSpPr>
          <p:spPr>
            <a:xfrm>
              <a:off x="2431436" y="4969052"/>
              <a:ext cx="1349922" cy="646331"/>
            </a:xfrm>
            <a:prstGeom prst="rect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Fin de tour avec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 calamités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ou plus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941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44A5-89FB-9DB6-D88E-438FE17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BE5BB0-A0F6-6008-FF54-3E077DCA08DF}"/>
              </a:ext>
            </a:extLst>
          </p:cNvPr>
          <p:cNvSpPr/>
          <p:nvPr/>
        </p:nvSpPr>
        <p:spPr>
          <a:xfrm>
            <a:off x="2316000" y="909000"/>
            <a:ext cx="7560000" cy="5040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952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0071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47</Words>
  <Application>Microsoft Office PowerPoint</Application>
  <PresentationFormat>Grand écran</PresentationFormat>
  <Paragraphs>27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81</cp:revision>
  <cp:lastPrinted>2026-02-28T18:10:31Z</cp:lastPrinted>
  <dcterms:created xsi:type="dcterms:W3CDTF">2026-02-07T18:04:07Z</dcterms:created>
  <dcterms:modified xsi:type="dcterms:W3CDTF">2026-04-06T14:27:29Z</dcterms:modified>
</cp:coreProperties>
</file>