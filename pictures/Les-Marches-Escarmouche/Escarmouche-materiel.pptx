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9" r:id="rId2"/>
    <p:sldId id="260" r:id="rId3"/>
    <p:sldId id="261" r:id="rId4"/>
    <p:sldId id="263" r:id="rId5"/>
    <p:sldId id="265" r:id="rId6"/>
    <p:sldId id="258" r:id="rId7"/>
  </p:sldIdLst>
  <p:sldSz cx="12192000" cy="6858000"/>
  <p:notesSz cx="6889750" cy="1002188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9C4"/>
    <a:srgbClr val="B3E5FC"/>
    <a:srgbClr val="C8E6C9"/>
    <a:srgbClr val="FDB5B5"/>
    <a:srgbClr val="FF0066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-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BAB02D-AA3C-4A4E-BE22-2BCA8DCFE512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52538"/>
            <a:ext cx="6013450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1800" cy="3946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20238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20238"/>
            <a:ext cx="2986088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8061D-2AA6-49A7-829F-E64A0130555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5800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E64702-0A4A-FE3C-A9C4-A4662AD1F0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A0D6FE6-54C5-CA30-669B-A2AF39370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60FDC4-98D5-EAC0-9632-67E446D3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1312A4-E20C-209D-D1B6-82F2FCDB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B466A3-BFE1-6975-AEE6-57F15E9D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5960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533B0-DD69-61CB-DA77-7649A831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74226D-1C87-8612-B550-872E7635C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885D5F-C467-55F8-6A7A-FDA1DBADD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F83117-884A-B022-2841-94B05DB27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2BB68-F4DF-7DA1-941F-069A73B7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413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276D4-AE05-065F-F859-9743B7A52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C589B7-2C7F-5CE6-E554-F5CCE1B18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E6CB4-69A4-6599-EFA8-386C57F95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C41CEF-32C7-4C1C-2180-A1DDBE652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FE5A3-1437-2A63-9A0B-1396B076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976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6A317-7437-FB8A-3DDE-6BE30FBA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D465C-71ED-5F6D-F7E8-6D1D73C671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E2C35A-F09E-06F1-4281-3B720856F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BA532EC-F5CB-F3C5-1F14-F06BE6D5A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3A045-01DB-CAC3-7667-E388A1559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B69B81-F5AD-302A-2FCA-4B7F62B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58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778B5-091E-547B-994E-CF859E277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3DEF4F-9C7C-2FEB-6486-BC2CFEE15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8164DF-7438-E3F7-F6F1-CF3856456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7349FA9-BDF1-C0CD-BBC2-22C5CE93C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8F50A59-7D87-C141-F6E8-FDF761F09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DFDD5F6-07FE-ABB8-65B8-80EEC7CFA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A7DF59A-A3F1-974A-B7E6-B58FDB524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D2BA89-5638-DF92-6397-3007D5CD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4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3A3951-49E9-56A2-9A14-FFDE2593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6A92BD4-DE2F-D549-0A85-70561ED8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5FB44-8BDE-2957-DE7C-D89F4EA4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D13C67-D7EB-9785-01FD-B453DF0DF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9065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8C3CB8-C09E-9F4B-F3CF-A4A80EC77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B98EE94-0A31-F3F6-8FE9-326E7F029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BE411D-66D3-6BE3-DA02-798E14A7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79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FFFD2-7376-8B48-9012-4A3301918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A3697C-8821-1265-E135-07EE7285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E3E9E-B661-3885-6824-569CCB7B3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4D89E-E3A8-D90C-6F95-85AF2D28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A78FB2-5482-4AF9-1900-C64A058DA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1C728BB-5CAA-7D74-7899-E24F7053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23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378DB1-F43F-4990-4882-2ACADFD48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DF1B6AF-B42D-3211-37DC-1491C08DF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1E5EEE-2C21-EEAF-BB6A-D66C2D2F0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3A34522-32DF-D1BB-A1B1-69759A6DB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061D0B6-EC28-71F7-BE92-32C862F6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B60F1-51CC-6EFC-7E3B-43BCF9A56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33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5A4AE-2F2D-FB43-6D72-552FA55B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A9AA82-3D66-4EEF-1F69-6282F5D8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6619A0-C03A-8905-D4F1-3C4812B73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91825-74EE-0DFC-E4CD-4A384249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E82ADD-A8CA-40B3-90E2-4554DF036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47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9E300F3-32A7-70BF-5BED-735568F1E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F3F77E-06E4-4E45-2950-A85B193E6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E03591-A1B4-CDE1-9CD2-4D2F2417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3D4B7A-8AE3-3D20-9152-2271F5B3D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8307CD-5473-604C-9A85-F1DA8FB6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659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023EB5-E6D0-3B9B-F6B2-AD235A72B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977E0B-2992-126F-77A5-FDC697F7A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EBDF69-E368-7825-6EFE-DE1B840E2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EAFD2-16BD-461E-B177-662835B0799B}" type="datetimeFigureOut">
              <a:rPr lang="fr-FR" smtClean="0"/>
              <a:t>06/09/2026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AF6EA4-274C-A6E2-787B-5F22C7438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AC09D7-ED4B-46CE-01A5-807CB6913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918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7.jpeg"/><Relationship Id="rId7" Type="http://schemas.openxmlformats.org/officeDocument/2006/relationships/image" Target="../media/image10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2.jpeg"/><Relationship Id="rId4" Type="http://schemas.openxmlformats.org/officeDocument/2006/relationships/image" Target="../media/image8.jpeg"/><Relationship Id="rId9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D4FA-82A5-ABA4-8398-D0214F73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CEE50-A0C3-DA78-A14E-F7AB7C50BC4E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4693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9FE-6886-8FAB-1782-ACB8F92A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F6E2167-C7A7-6FE8-4ABA-2F00084C376C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1592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F93C-B1A5-EFDB-16EF-9BD1E3051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99E4F42-EF96-595B-DA1E-94BBB0038BE8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886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87ED-8F6C-0C0A-D4EC-7DD33F9B7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8BA0B169-C4FD-4E6E-9307-D986462C8AE4}"/>
              </a:ext>
            </a:extLst>
          </p:cNvPr>
          <p:cNvGrpSpPr/>
          <p:nvPr/>
        </p:nvGrpSpPr>
        <p:grpSpPr>
          <a:xfrm>
            <a:off x="620441" y="643324"/>
            <a:ext cx="1620000" cy="2448000"/>
            <a:chOff x="1217208" y="797328"/>
            <a:chExt cx="1620000" cy="244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06F26F-3F1C-A8B1-EF0C-FCC7D29D95E3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7" name="Cercle : creux 266">
              <a:extLst>
                <a:ext uri="{FF2B5EF4-FFF2-40B4-BE49-F238E27FC236}">
                  <a16:creationId xmlns:a16="http://schemas.microsoft.com/office/drawing/2014/main" id="{E6E8A67D-45CA-6616-AE33-0816ED8DFE66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FF4DA205-49A6-7252-E1D2-95EF20536273}"/>
              </a:ext>
            </a:extLst>
          </p:cNvPr>
          <p:cNvGrpSpPr/>
          <p:nvPr/>
        </p:nvGrpSpPr>
        <p:grpSpPr>
          <a:xfrm>
            <a:off x="2707519" y="643324"/>
            <a:ext cx="1620000" cy="2448000"/>
            <a:chOff x="1217208" y="797328"/>
            <a:chExt cx="1620000" cy="24480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EC02A42-9081-B3E6-F7A9-DFDD1B0441C5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0" name="Cercle : creux 19">
              <a:extLst>
                <a:ext uri="{FF2B5EF4-FFF2-40B4-BE49-F238E27FC236}">
                  <a16:creationId xmlns:a16="http://schemas.microsoft.com/office/drawing/2014/main" id="{8827E4A8-C719-9F0C-6270-79DCA9DD9AAB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9EF8B2FC-30D7-DD44-2F0C-5FD3D69918FF}"/>
              </a:ext>
            </a:extLst>
          </p:cNvPr>
          <p:cNvGrpSpPr/>
          <p:nvPr/>
        </p:nvGrpSpPr>
        <p:grpSpPr>
          <a:xfrm>
            <a:off x="4969456" y="643324"/>
            <a:ext cx="1620000" cy="2448000"/>
            <a:chOff x="1217208" y="797328"/>
            <a:chExt cx="1620000" cy="2448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51F4883-48B4-AFBF-BDBD-C3A8155F5568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30A47A18-CD45-7773-E0B8-CDC35ADC791C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B508E3C1-CD4B-AD01-AFFD-71B42B9F0657}"/>
              </a:ext>
            </a:extLst>
          </p:cNvPr>
          <p:cNvGrpSpPr/>
          <p:nvPr/>
        </p:nvGrpSpPr>
        <p:grpSpPr>
          <a:xfrm>
            <a:off x="620441" y="3429000"/>
            <a:ext cx="1620000" cy="2448000"/>
            <a:chOff x="1217208" y="797328"/>
            <a:chExt cx="1620000" cy="24480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1E0D2C7-F428-E2A4-4FC4-1E241850D67D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E417A18-5FBA-B079-3DF4-0BB12D848200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E32CA5B3-5444-63E7-94E5-937A7B727B7A}"/>
              </a:ext>
            </a:extLst>
          </p:cNvPr>
          <p:cNvGrpSpPr/>
          <p:nvPr/>
        </p:nvGrpSpPr>
        <p:grpSpPr>
          <a:xfrm>
            <a:off x="2707519" y="3429000"/>
            <a:ext cx="1620000" cy="2448000"/>
            <a:chOff x="1217208" y="797328"/>
            <a:chExt cx="1620000" cy="24480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67AC723-E113-BE69-76C7-CB969FAAA147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35" name="Cercle : creux 34">
              <a:extLst>
                <a:ext uri="{FF2B5EF4-FFF2-40B4-BE49-F238E27FC236}">
                  <a16:creationId xmlns:a16="http://schemas.microsoft.com/office/drawing/2014/main" id="{ED656EA8-02CF-85FB-8E45-7C9DA01B598B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DF52265-D173-636F-A4E7-11941D51F42E}"/>
              </a:ext>
            </a:extLst>
          </p:cNvPr>
          <p:cNvGrpSpPr/>
          <p:nvPr/>
        </p:nvGrpSpPr>
        <p:grpSpPr>
          <a:xfrm>
            <a:off x="4969456" y="3429000"/>
            <a:ext cx="1620000" cy="2448000"/>
            <a:chOff x="1217208" y="797328"/>
            <a:chExt cx="1620000" cy="244800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78189B4F-EA80-D155-68D1-66A5634C1F06}"/>
                </a:ext>
              </a:extLst>
            </p:cNvPr>
            <p:cNvSpPr/>
            <p:nvPr/>
          </p:nvSpPr>
          <p:spPr>
            <a:xfrm>
              <a:off x="1217208" y="797328"/>
              <a:ext cx="1620000" cy="2448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48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62" name="Cercle : creux 61">
              <a:extLst>
                <a:ext uri="{FF2B5EF4-FFF2-40B4-BE49-F238E27FC236}">
                  <a16:creationId xmlns:a16="http://schemas.microsoft.com/office/drawing/2014/main" id="{11CB00C3-95E6-E816-77D8-9A58C07816F5}"/>
                </a:ext>
              </a:extLst>
            </p:cNvPr>
            <p:cNvSpPr/>
            <p:nvPr/>
          </p:nvSpPr>
          <p:spPr>
            <a:xfrm>
              <a:off x="1378132" y="1372252"/>
              <a:ext cx="1298153" cy="1298153"/>
            </a:xfrm>
            <a:prstGeom prst="donut">
              <a:avLst>
                <a:gd name="adj" fmla="val 23534"/>
              </a:avLst>
            </a:prstGeom>
            <a:blipFill>
              <a:blip r:embed="rId3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247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41E4-389F-6786-62AE-112D5E208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B5934A6F-D9D5-5C87-0D0E-44AAF72E344F}"/>
              </a:ext>
            </a:extLst>
          </p:cNvPr>
          <p:cNvGrpSpPr/>
          <p:nvPr/>
        </p:nvGrpSpPr>
        <p:grpSpPr>
          <a:xfrm>
            <a:off x="671533" y="647188"/>
            <a:ext cx="2124000" cy="3312000"/>
            <a:chOff x="1270534" y="731619"/>
            <a:chExt cx="2124000" cy="3312000"/>
          </a:xfrm>
        </p:grpSpPr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44551BD0-AEEA-6FDD-A210-C9B50D3E6C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duotone>
                <a:prstClr val="black"/>
                <a:srgbClr val="F5F5F5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293" r="18063"/>
            <a:stretch>
              <a:fillRect/>
            </a:stretch>
          </p:blipFill>
          <p:spPr>
            <a:xfrm>
              <a:off x="1270534" y="731619"/>
              <a:ext cx="2124000" cy="331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2270AE63-27AC-E7D1-F39C-9497145407D2}"/>
                </a:ext>
              </a:extLst>
            </p:cNvPr>
            <p:cNvSpPr/>
            <p:nvPr/>
          </p:nvSpPr>
          <p:spPr>
            <a:xfrm>
              <a:off x="2188534" y="842623"/>
              <a:ext cx="288000" cy="288000"/>
            </a:xfrm>
            <a:prstGeom prst="ellipse">
              <a:avLst/>
            </a:prstGeom>
            <a:ln w="38100">
              <a:solidFill>
                <a:srgbClr val="F5F5F5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F8C2FE7-E536-5628-FF96-8F971183D421}"/>
                </a:ext>
              </a:extLst>
            </p:cNvPr>
            <p:cNvSpPr/>
            <p:nvPr/>
          </p:nvSpPr>
          <p:spPr>
            <a:xfrm>
              <a:off x="2188534" y="3644616"/>
              <a:ext cx="288000" cy="288000"/>
            </a:xfrm>
            <a:prstGeom prst="ellipse">
              <a:avLst/>
            </a:prstGeom>
            <a:ln w="38100">
              <a:solidFill>
                <a:srgbClr val="F5F5F5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3C03E294-9E1E-47FD-E021-932E989686DA}"/>
              </a:ext>
            </a:extLst>
          </p:cNvPr>
          <p:cNvGrpSpPr/>
          <p:nvPr/>
        </p:nvGrpSpPr>
        <p:grpSpPr>
          <a:xfrm>
            <a:off x="3376761" y="647188"/>
            <a:ext cx="2124000" cy="3312000"/>
            <a:chOff x="5948511" y="1126254"/>
            <a:chExt cx="2124000" cy="3312000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D9DFC283-B847-035F-E14B-83EB56ED4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C8E6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630" t="284" r="17239" b="-284"/>
            <a:stretch>
              <a:fillRect/>
            </a:stretch>
          </p:blipFill>
          <p:spPr>
            <a:xfrm>
              <a:off x="5948511" y="1126254"/>
              <a:ext cx="2124000" cy="331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9B72A40A-0F05-33FB-61DE-CCBF20EC41FA}"/>
                </a:ext>
              </a:extLst>
            </p:cNvPr>
            <p:cNvGrpSpPr/>
            <p:nvPr/>
          </p:nvGrpSpPr>
          <p:grpSpPr>
            <a:xfrm>
              <a:off x="6720130" y="1237258"/>
              <a:ext cx="580762" cy="288000"/>
              <a:chOff x="6678802" y="1237258"/>
              <a:chExt cx="580762" cy="288000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4EB31FAB-EC78-23FA-AB6E-BFD967EBDA61}"/>
                  </a:ext>
                </a:extLst>
              </p:cNvPr>
              <p:cNvSpPr/>
              <p:nvPr/>
            </p:nvSpPr>
            <p:spPr>
              <a:xfrm>
                <a:off x="6678802" y="1237258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663FD98-D21B-1C1F-782F-A8A388A50A26}"/>
                  </a:ext>
                </a:extLst>
              </p:cNvPr>
              <p:cNvSpPr/>
              <p:nvPr/>
            </p:nvSpPr>
            <p:spPr>
              <a:xfrm>
                <a:off x="6971564" y="1237258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4" name="Groupe 23">
              <a:extLst>
                <a:ext uri="{FF2B5EF4-FFF2-40B4-BE49-F238E27FC236}">
                  <a16:creationId xmlns:a16="http://schemas.microsoft.com/office/drawing/2014/main" id="{D2F52F02-B879-B50E-517F-53457D98936B}"/>
                </a:ext>
              </a:extLst>
            </p:cNvPr>
            <p:cNvGrpSpPr/>
            <p:nvPr/>
          </p:nvGrpSpPr>
          <p:grpSpPr>
            <a:xfrm>
              <a:off x="6711272" y="4039251"/>
              <a:ext cx="598479" cy="288000"/>
              <a:chOff x="6678802" y="4039251"/>
              <a:chExt cx="598479" cy="288000"/>
            </a:xfrm>
          </p:grpSpPr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2B31CB02-E9AC-9D98-65CB-16813F88D792}"/>
                  </a:ext>
                </a:extLst>
              </p:cNvPr>
              <p:cNvSpPr/>
              <p:nvPr/>
            </p:nvSpPr>
            <p:spPr>
              <a:xfrm>
                <a:off x="6678802" y="4039251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AA01A548-EB1C-5337-C5C8-EB80A63B82DD}"/>
                  </a:ext>
                </a:extLst>
              </p:cNvPr>
              <p:cNvSpPr/>
              <p:nvPr/>
            </p:nvSpPr>
            <p:spPr>
              <a:xfrm>
                <a:off x="6989281" y="4039251"/>
                <a:ext cx="288000" cy="288000"/>
              </a:xfrm>
              <a:prstGeom prst="ellipse">
                <a:avLst/>
              </a:prstGeom>
              <a:ln w="38100">
                <a:solidFill>
                  <a:srgbClr val="C8E6C9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E0F77F3C-957D-2BBD-B483-BE3F5ED22413}"/>
              </a:ext>
            </a:extLst>
          </p:cNvPr>
          <p:cNvGrpSpPr/>
          <p:nvPr/>
        </p:nvGrpSpPr>
        <p:grpSpPr>
          <a:xfrm>
            <a:off x="6081989" y="644319"/>
            <a:ext cx="2124000" cy="3311999"/>
            <a:chOff x="6081989" y="644319"/>
            <a:chExt cx="2124000" cy="3311999"/>
          </a:xfrm>
        </p:grpSpPr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F0D09080-F7F1-6285-5B31-E8AA43DA292D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4">
              <a:duotone>
                <a:prstClr val="black"/>
                <a:srgbClr val="B3E5FC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49" r="18320"/>
            <a:stretch>
              <a:fillRect/>
            </a:stretch>
          </p:blipFill>
          <p:spPr>
            <a:xfrm>
              <a:off x="6081989" y="644319"/>
              <a:ext cx="2124000" cy="331199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979B4C82-C1A0-8141-8064-012B6743FAF8}"/>
                </a:ext>
              </a:extLst>
            </p:cNvPr>
            <p:cNvGrpSpPr/>
            <p:nvPr/>
          </p:nvGrpSpPr>
          <p:grpSpPr>
            <a:xfrm>
              <a:off x="6702312" y="752926"/>
              <a:ext cx="883354" cy="288000"/>
              <a:chOff x="6702312" y="752926"/>
              <a:chExt cx="883354" cy="288000"/>
            </a:xfrm>
          </p:grpSpPr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6C299001-FE6A-2A33-B186-D207592DC4E9}"/>
                  </a:ext>
                </a:extLst>
              </p:cNvPr>
              <p:cNvSpPr/>
              <p:nvPr/>
            </p:nvSpPr>
            <p:spPr>
              <a:xfrm>
                <a:off x="699998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7" name="Ellipse 36">
                <a:extLst>
                  <a:ext uri="{FF2B5EF4-FFF2-40B4-BE49-F238E27FC236}">
                    <a16:creationId xmlns:a16="http://schemas.microsoft.com/office/drawing/2014/main" id="{3EDAC50F-869F-EB62-E49D-374D82E66AD5}"/>
                  </a:ext>
                </a:extLst>
              </p:cNvPr>
              <p:cNvSpPr/>
              <p:nvPr/>
            </p:nvSpPr>
            <p:spPr>
              <a:xfrm>
                <a:off x="6702312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9" name="Ellipse 38">
                <a:extLst>
                  <a:ext uri="{FF2B5EF4-FFF2-40B4-BE49-F238E27FC236}">
                    <a16:creationId xmlns:a16="http://schemas.microsoft.com/office/drawing/2014/main" id="{B671EBE0-B937-7A56-8617-4ECE741DC71C}"/>
                  </a:ext>
                </a:extLst>
              </p:cNvPr>
              <p:cNvSpPr/>
              <p:nvPr/>
            </p:nvSpPr>
            <p:spPr>
              <a:xfrm>
                <a:off x="7297666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E7E742D8-E0CC-3C9E-65ED-6A6765E5C9B3}"/>
                </a:ext>
              </a:extLst>
            </p:cNvPr>
            <p:cNvGrpSpPr/>
            <p:nvPr/>
          </p:nvGrpSpPr>
          <p:grpSpPr>
            <a:xfrm>
              <a:off x="6702312" y="3559711"/>
              <a:ext cx="883354" cy="288000"/>
              <a:chOff x="6702312" y="3559711"/>
              <a:chExt cx="883354" cy="288000"/>
            </a:xfrm>
          </p:grpSpPr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27EAD15B-0CC2-11B2-B03E-77C5C49BCE24}"/>
                  </a:ext>
                </a:extLst>
              </p:cNvPr>
              <p:cNvSpPr/>
              <p:nvPr/>
            </p:nvSpPr>
            <p:spPr>
              <a:xfrm>
                <a:off x="6999989" y="3559711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2AE7E8C8-BF56-6FC9-DFD5-EE899C81CF1E}"/>
                  </a:ext>
                </a:extLst>
              </p:cNvPr>
              <p:cNvSpPr/>
              <p:nvPr/>
            </p:nvSpPr>
            <p:spPr>
              <a:xfrm>
                <a:off x="6702312" y="3559711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Ellipse 44">
                <a:extLst>
                  <a:ext uri="{FF2B5EF4-FFF2-40B4-BE49-F238E27FC236}">
                    <a16:creationId xmlns:a16="http://schemas.microsoft.com/office/drawing/2014/main" id="{4DB40AFE-F8C2-2206-35A6-082D807A7179}"/>
                  </a:ext>
                </a:extLst>
              </p:cNvPr>
              <p:cNvSpPr/>
              <p:nvPr/>
            </p:nvSpPr>
            <p:spPr>
              <a:xfrm>
                <a:off x="7297666" y="3559711"/>
                <a:ext cx="288000" cy="288000"/>
              </a:xfrm>
              <a:prstGeom prst="ellipse">
                <a:avLst/>
              </a:prstGeom>
              <a:ln w="38100">
                <a:solidFill>
                  <a:srgbClr val="B3E5FC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21749C59-211F-A9CB-713D-7B0E626D9D85}"/>
              </a:ext>
            </a:extLst>
          </p:cNvPr>
          <p:cNvGrpSpPr/>
          <p:nvPr/>
        </p:nvGrpSpPr>
        <p:grpSpPr>
          <a:xfrm>
            <a:off x="8599282" y="641932"/>
            <a:ext cx="2124000" cy="3311999"/>
            <a:chOff x="8599282" y="641932"/>
            <a:chExt cx="2124000" cy="3311999"/>
          </a:xfrm>
        </p:grpSpPr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6FF020C9-3C51-5336-AF86-6BD313626D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FFF9C4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56" r="18513"/>
            <a:stretch>
              <a:fillRect/>
            </a:stretch>
          </p:blipFill>
          <p:spPr>
            <a:xfrm>
              <a:off x="8599282" y="641932"/>
              <a:ext cx="2124000" cy="331199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grpSp>
          <p:nvGrpSpPr>
            <p:cNvPr id="67" name="Groupe 66">
              <a:extLst>
                <a:ext uri="{FF2B5EF4-FFF2-40B4-BE49-F238E27FC236}">
                  <a16:creationId xmlns:a16="http://schemas.microsoft.com/office/drawing/2014/main" id="{34E3FC53-2FAD-D65E-3AD1-C153D1C02BD2}"/>
                </a:ext>
              </a:extLst>
            </p:cNvPr>
            <p:cNvGrpSpPr/>
            <p:nvPr/>
          </p:nvGrpSpPr>
          <p:grpSpPr>
            <a:xfrm>
              <a:off x="9067863" y="748152"/>
              <a:ext cx="1186838" cy="288000"/>
              <a:chOff x="9127379" y="752926"/>
              <a:chExt cx="1186838" cy="288000"/>
            </a:xfrm>
          </p:grpSpPr>
          <p:sp>
            <p:nvSpPr>
              <p:cNvPr id="60" name="Ellipse 59">
                <a:extLst>
                  <a:ext uri="{FF2B5EF4-FFF2-40B4-BE49-F238E27FC236}">
                    <a16:creationId xmlns:a16="http://schemas.microsoft.com/office/drawing/2014/main" id="{B0007E85-6CC6-1B56-13F5-3542DCA1542E}"/>
                  </a:ext>
                </a:extLst>
              </p:cNvPr>
              <p:cNvSpPr/>
              <p:nvPr/>
            </p:nvSpPr>
            <p:spPr>
              <a:xfrm>
                <a:off x="9127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6B78480A-B8CC-9A3D-4710-029E90B53D58}"/>
                  </a:ext>
                </a:extLst>
              </p:cNvPr>
              <p:cNvSpPr/>
              <p:nvPr/>
            </p:nvSpPr>
            <p:spPr>
              <a:xfrm>
                <a:off x="9415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64" name="Ellipse 63">
                <a:extLst>
                  <a:ext uri="{FF2B5EF4-FFF2-40B4-BE49-F238E27FC236}">
                    <a16:creationId xmlns:a16="http://schemas.microsoft.com/office/drawing/2014/main" id="{E7A6C40E-CE97-E426-D7E5-5D6FC40D5514}"/>
                  </a:ext>
                </a:extLst>
              </p:cNvPr>
              <p:cNvSpPr/>
              <p:nvPr/>
            </p:nvSpPr>
            <p:spPr>
              <a:xfrm>
                <a:off x="97298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66" name="Ellipse 65">
                <a:extLst>
                  <a:ext uri="{FF2B5EF4-FFF2-40B4-BE49-F238E27FC236}">
                    <a16:creationId xmlns:a16="http://schemas.microsoft.com/office/drawing/2014/main" id="{3D1BFACC-590B-E53D-3647-43267B9B4200}"/>
                  </a:ext>
                </a:extLst>
              </p:cNvPr>
              <p:cNvSpPr/>
              <p:nvPr/>
            </p:nvSpPr>
            <p:spPr>
              <a:xfrm>
                <a:off x="100262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CAEC7028-950D-9924-6497-3EDDEF6C6810}"/>
                </a:ext>
              </a:extLst>
            </p:cNvPr>
            <p:cNvGrpSpPr/>
            <p:nvPr/>
          </p:nvGrpSpPr>
          <p:grpSpPr>
            <a:xfrm>
              <a:off x="9067863" y="3559711"/>
              <a:ext cx="1186838" cy="288000"/>
              <a:chOff x="9127379" y="752926"/>
              <a:chExt cx="1186838" cy="288000"/>
            </a:xfrm>
          </p:grpSpPr>
          <p:sp>
            <p:nvSpPr>
              <p:cNvPr id="69" name="Ellipse 68">
                <a:extLst>
                  <a:ext uri="{FF2B5EF4-FFF2-40B4-BE49-F238E27FC236}">
                    <a16:creationId xmlns:a16="http://schemas.microsoft.com/office/drawing/2014/main" id="{378E76F8-8C7B-A220-171E-630345280BAF}"/>
                  </a:ext>
                </a:extLst>
              </p:cNvPr>
              <p:cNvSpPr/>
              <p:nvPr/>
            </p:nvSpPr>
            <p:spPr>
              <a:xfrm>
                <a:off x="9127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70" name="Ellipse 69">
                <a:extLst>
                  <a:ext uri="{FF2B5EF4-FFF2-40B4-BE49-F238E27FC236}">
                    <a16:creationId xmlns:a16="http://schemas.microsoft.com/office/drawing/2014/main" id="{E441B477-5A5F-BB43-A299-2DCBC6A35B54}"/>
                  </a:ext>
                </a:extLst>
              </p:cNvPr>
              <p:cNvSpPr/>
              <p:nvPr/>
            </p:nvSpPr>
            <p:spPr>
              <a:xfrm>
                <a:off x="9415379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71" name="Ellipse 70">
                <a:extLst>
                  <a:ext uri="{FF2B5EF4-FFF2-40B4-BE49-F238E27FC236}">
                    <a16:creationId xmlns:a16="http://schemas.microsoft.com/office/drawing/2014/main" id="{45146D7C-CD3F-4429-C411-08AC6063CA03}"/>
                  </a:ext>
                </a:extLst>
              </p:cNvPr>
              <p:cNvSpPr/>
              <p:nvPr/>
            </p:nvSpPr>
            <p:spPr>
              <a:xfrm>
                <a:off x="97298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BB02C5B7-02D1-7308-CF94-BC908FCAEE90}"/>
                  </a:ext>
                </a:extLst>
              </p:cNvPr>
              <p:cNvSpPr/>
              <p:nvPr/>
            </p:nvSpPr>
            <p:spPr>
              <a:xfrm>
                <a:off x="10026217" y="752926"/>
                <a:ext cx="288000" cy="288000"/>
              </a:xfrm>
              <a:prstGeom prst="ellipse">
                <a:avLst/>
              </a:prstGeom>
              <a:ln w="38100">
                <a:solidFill>
                  <a:srgbClr val="FFF9C4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3491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45176-1206-B893-ECD7-C9A54622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e 12">
            <a:extLst>
              <a:ext uri="{FF2B5EF4-FFF2-40B4-BE49-F238E27FC236}">
                <a16:creationId xmlns:a16="http://schemas.microsoft.com/office/drawing/2014/main" id="{76AF6810-0F54-FF4B-EEA3-F35E2231893C}"/>
              </a:ext>
            </a:extLst>
          </p:cNvPr>
          <p:cNvGrpSpPr/>
          <p:nvPr/>
        </p:nvGrpSpPr>
        <p:grpSpPr>
          <a:xfrm>
            <a:off x="648260" y="634844"/>
            <a:ext cx="3600000" cy="5400000"/>
            <a:chOff x="648260" y="634844"/>
            <a:chExt cx="3600000" cy="540000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E25C964-1C77-A7C5-1BAC-B2D80988DE96}"/>
                </a:ext>
              </a:extLst>
            </p:cNvPr>
            <p:cNvSpPr/>
            <p:nvPr/>
          </p:nvSpPr>
          <p:spPr>
            <a:xfrm rot="5400000">
              <a:off x="-251740" y="1534844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18" name="Groupe 117">
              <a:extLst>
                <a:ext uri="{FF2B5EF4-FFF2-40B4-BE49-F238E27FC236}">
                  <a16:creationId xmlns:a16="http://schemas.microsoft.com/office/drawing/2014/main" id="{F921884D-EAD2-2FFA-AAA4-DEDE1FAA14C3}"/>
                </a:ext>
              </a:extLst>
            </p:cNvPr>
            <p:cNvGrpSpPr/>
            <p:nvPr/>
          </p:nvGrpSpPr>
          <p:grpSpPr>
            <a:xfrm>
              <a:off x="805783" y="1330945"/>
              <a:ext cx="450000" cy="3600000"/>
              <a:chOff x="942178" y="1014661"/>
              <a:chExt cx="450000" cy="3600000"/>
            </a:xfrm>
          </p:grpSpPr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296596CC-5EC1-50E7-4112-721420DCF7D8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11D9DD5F-6571-F9E6-54EE-66A9D2E38884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0DB77E29-551B-5267-75FE-97E491B3F212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2F1066B1-A016-2177-FAB0-AC8C1261BA48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5B758C0D-99BA-62A2-F37D-B7BE1FEDA02E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4DD5E158-2D45-35E4-CF15-17E26825EA5B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36FFA508-F716-1259-A798-D9E1B44CD84F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F4910E68-B432-0752-FCF7-8A5DD0614AE1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FD235B3B-D63F-7DF9-A558-BEC05DD94802}"/>
                </a:ext>
              </a:extLst>
            </p:cNvPr>
            <p:cNvSpPr/>
            <p:nvPr/>
          </p:nvSpPr>
          <p:spPr>
            <a:xfrm>
              <a:off x="2265894" y="3504517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Lointaine (</a:t>
              </a: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1/Deck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)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A4905EDE-050A-B7BB-E29C-BF796449AAC4}"/>
                </a:ext>
              </a:extLst>
            </p:cNvPr>
            <p:cNvSpPr/>
            <p:nvPr/>
          </p:nvSpPr>
          <p:spPr>
            <a:xfrm>
              <a:off x="2265894" y="4483133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43DA7D41-B2D7-510B-9315-617349E33A2B}"/>
                </a:ext>
              </a:extLst>
            </p:cNvPr>
            <p:cNvSpPr/>
            <p:nvPr/>
          </p:nvSpPr>
          <p:spPr>
            <a:xfrm>
              <a:off x="2265338" y="4974989"/>
              <a:ext cx="1343940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FA50AF29-E758-6BCC-94AE-A5DAEE536ADE}"/>
                </a:ext>
              </a:extLst>
            </p:cNvPr>
            <p:cNvSpPr/>
            <p:nvPr/>
          </p:nvSpPr>
          <p:spPr>
            <a:xfrm>
              <a:off x="2264781" y="5466847"/>
              <a:ext cx="1345055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EC8A265A-1B87-87B5-D9F4-707B9361960C}"/>
                </a:ext>
              </a:extLst>
            </p:cNvPr>
            <p:cNvSpPr/>
            <p:nvPr/>
          </p:nvSpPr>
          <p:spPr>
            <a:xfrm>
              <a:off x="2265894" y="3991277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36B31A59-AEDF-1FEB-7093-92780B0BE1CE}"/>
                </a:ext>
              </a:extLst>
            </p:cNvPr>
            <p:cNvGrpSpPr/>
            <p:nvPr/>
          </p:nvGrpSpPr>
          <p:grpSpPr>
            <a:xfrm>
              <a:off x="3648573" y="3504517"/>
              <a:ext cx="450000" cy="450000"/>
              <a:chOff x="8641028" y="2047192"/>
              <a:chExt cx="450000" cy="45000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39D1D8E2-BB22-8E02-ED7D-EDDFA1A1A39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94" name="Cercle : creux 193">
                <a:extLst>
                  <a:ext uri="{FF2B5EF4-FFF2-40B4-BE49-F238E27FC236}">
                    <a16:creationId xmlns:a16="http://schemas.microsoft.com/office/drawing/2014/main" id="{5AA821F1-CA74-6562-4F67-5B8036445869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5323A80B-4E68-FC76-EA37-787CCF182E0F}"/>
                </a:ext>
              </a:extLst>
            </p:cNvPr>
            <p:cNvGrpSpPr/>
            <p:nvPr/>
          </p:nvGrpSpPr>
          <p:grpSpPr>
            <a:xfrm>
              <a:off x="3658207" y="4483133"/>
              <a:ext cx="450000" cy="450000"/>
              <a:chOff x="8641028" y="2047192"/>
              <a:chExt cx="450000" cy="450000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DB0C4B71-3ED7-BC23-7C30-CEAB1D1B8703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2" name="Cercle : creux 191">
                <a:extLst>
                  <a:ext uri="{FF2B5EF4-FFF2-40B4-BE49-F238E27FC236}">
                    <a16:creationId xmlns:a16="http://schemas.microsoft.com/office/drawing/2014/main" id="{2CEE9299-17D1-9D35-8550-A314D7858D1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0AFD4DA3-32AF-A2A2-0176-46B37A776C2A}"/>
                </a:ext>
              </a:extLst>
            </p:cNvPr>
            <p:cNvGrpSpPr/>
            <p:nvPr/>
          </p:nvGrpSpPr>
          <p:grpSpPr>
            <a:xfrm>
              <a:off x="3648573" y="3991277"/>
              <a:ext cx="450000" cy="450000"/>
              <a:chOff x="8641028" y="2047192"/>
              <a:chExt cx="450000" cy="450000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C1C7199C-5603-30DE-589A-2D1756895779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90" name="Cercle : creux 189">
                <a:extLst>
                  <a:ext uri="{FF2B5EF4-FFF2-40B4-BE49-F238E27FC236}">
                    <a16:creationId xmlns:a16="http://schemas.microsoft.com/office/drawing/2014/main" id="{8AF0E2D8-9DFB-6B75-EB9E-05E8DF78811B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7F8EAA8D-093D-586F-9103-52179E37A35A}"/>
                </a:ext>
              </a:extLst>
            </p:cNvPr>
            <p:cNvGrpSpPr/>
            <p:nvPr/>
          </p:nvGrpSpPr>
          <p:grpSpPr>
            <a:xfrm>
              <a:off x="3648573" y="5466847"/>
              <a:ext cx="450000" cy="450000"/>
              <a:chOff x="8641028" y="2047192"/>
              <a:chExt cx="450000" cy="450000"/>
            </a:xfrm>
          </p:grpSpPr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7BD6C299-C3DD-C725-3584-7D2A82C04C5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8" name="Cercle : creux 187">
                <a:extLst>
                  <a:ext uri="{FF2B5EF4-FFF2-40B4-BE49-F238E27FC236}">
                    <a16:creationId xmlns:a16="http://schemas.microsoft.com/office/drawing/2014/main" id="{2283BFE8-9D30-7361-A76A-D5F40C823F3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8" name="Groupe 127">
              <a:extLst>
                <a:ext uri="{FF2B5EF4-FFF2-40B4-BE49-F238E27FC236}">
                  <a16:creationId xmlns:a16="http://schemas.microsoft.com/office/drawing/2014/main" id="{9FAD04EE-61FB-1A6C-C8AF-7A429E0A5C15}"/>
                </a:ext>
              </a:extLst>
            </p:cNvPr>
            <p:cNvGrpSpPr/>
            <p:nvPr/>
          </p:nvGrpSpPr>
          <p:grpSpPr>
            <a:xfrm>
              <a:off x="3648573" y="4967901"/>
              <a:ext cx="450000" cy="450000"/>
              <a:chOff x="8641028" y="2047192"/>
              <a:chExt cx="450000" cy="45000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E5B77E8-25C6-8761-05CC-8314D9BECF9C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6" name="Cercle : creux 185">
                <a:extLst>
                  <a:ext uri="{FF2B5EF4-FFF2-40B4-BE49-F238E27FC236}">
                    <a16:creationId xmlns:a16="http://schemas.microsoft.com/office/drawing/2014/main" id="{28EE57EF-6CB7-2DD8-FEFE-813A482922EA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7C08FF84-5CD9-E338-D3A4-429FCD7B2B6F}"/>
                </a:ext>
              </a:extLst>
            </p:cNvPr>
            <p:cNvSpPr/>
            <p:nvPr/>
          </p:nvSpPr>
          <p:spPr>
            <a:xfrm>
              <a:off x="2109237" y="736527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DEDE37B5-545F-BFAB-B093-A973F5D01B46}"/>
                </a:ext>
              </a:extLst>
            </p:cNvPr>
            <p:cNvGrpSpPr/>
            <p:nvPr/>
          </p:nvGrpSpPr>
          <p:grpSpPr>
            <a:xfrm>
              <a:off x="1781575" y="3991276"/>
              <a:ext cx="450000" cy="450000"/>
              <a:chOff x="687092" y="3792696"/>
              <a:chExt cx="450000" cy="450000"/>
            </a:xfrm>
          </p:grpSpPr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3BB114F6-D0E7-DDC9-9E7F-5028D2A9A2F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BC6472EC-BA10-8B13-03E8-819F6F058F4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4" name="Ellipse 183">
                <a:extLst>
                  <a:ext uri="{FF2B5EF4-FFF2-40B4-BE49-F238E27FC236}">
                    <a16:creationId xmlns:a16="http://schemas.microsoft.com/office/drawing/2014/main" id="{9F84299D-055F-22AF-E504-67400A4DD64D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94AE5CA7-8A6D-C762-2C3A-4066859EBF73}"/>
                </a:ext>
              </a:extLst>
            </p:cNvPr>
            <p:cNvGrpSpPr/>
            <p:nvPr/>
          </p:nvGrpSpPr>
          <p:grpSpPr>
            <a:xfrm>
              <a:off x="800171" y="4974989"/>
              <a:ext cx="450000" cy="450000"/>
              <a:chOff x="1653504" y="3792696"/>
              <a:chExt cx="450000" cy="450000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2C8291E-8699-5AE7-4E8E-D73B0FDC867D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F83C29D6-E325-6F67-A5D9-17346004861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11BAA3CD-2D66-82B9-A946-FB733CDC20A1}"/>
                </a:ext>
              </a:extLst>
            </p:cNvPr>
            <p:cNvGrpSpPr/>
            <p:nvPr/>
          </p:nvGrpSpPr>
          <p:grpSpPr>
            <a:xfrm>
              <a:off x="1288374" y="4967901"/>
              <a:ext cx="486405" cy="450000"/>
              <a:chOff x="1170298" y="3792696"/>
              <a:chExt cx="486405" cy="45000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D6AB359C-6DEA-0515-4C02-9236DF6B60D8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8" name="Graphique 177" descr="Pion avec un remplissage uni">
                <a:extLst>
                  <a:ext uri="{FF2B5EF4-FFF2-40B4-BE49-F238E27FC236}">
                    <a16:creationId xmlns:a16="http://schemas.microsoft.com/office/drawing/2014/main" id="{D01976E9-41A9-E38F-31DD-74E38181E3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32D8154F-E718-BE6C-BE66-E5946EC6E0CC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3" name="Groupe 132">
              <a:extLst>
                <a:ext uri="{FF2B5EF4-FFF2-40B4-BE49-F238E27FC236}">
                  <a16:creationId xmlns:a16="http://schemas.microsoft.com/office/drawing/2014/main" id="{4754B3DD-8560-5276-041D-75485E1DBC3D}"/>
                </a:ext>
              </a:extLst>
            </p:cNvPr>
            <p:cNvGrpSpPr/>
            <p:nvPr/>
          </p:nvGrpSpPr>
          <p:grpSpPr>
            <a:xfrm>
              <a:off x="1781575" y="4483133"/>
              <a:ext cx="450000" cy="450000"/>
              <a:chOff x="687092" y="3792696"/>
              <a:chExt cx="450000" cy="450000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EA0D3637-7B57-B267-533F-5BFC7805A27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19F374BA-0214-930E-0F33-09C16FE3E740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6" name="Ellipse 175">
                <a:extLst>
                  <a:ext uri="{FF2B5EF4-FFF2-40B4-BE49-F238E27FC236}">
                    <a16:creationId xmlns:a16="http://schemas.microsoft.com/office/drawing/2014/main" id="{EC3F2890-3345-BA63-434A-0CCD33DB6286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91B9A2B2-8D48-3B91-66D2-EE32334C6BBF}"/>
                </a:ext>
              </a:extLst>
            </p:cNvPr>
            <p:cNvGrpSpPr/>
            <p:nvPr/>
          </p:nvGrpSpPr>
          <p:grpSpPr>
            <a:xfrm>
              <a:off x="1295170" y="4483133"/>
              <a:ext cx="486405" cy="450000"/>
              <a:chOff x="1170298" y="3792696"/>
              <a:chExt cx="486405" cy="45000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D357152B-5964-A917-399D-86A38FD6F79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2" name="Graphique 171" descr="Pion avec un remplissage uni">
                <a:extLst>
                  <a:ext uri="{FF2B5EF4-FFF2-40B4-BE49-F238E27FC236}">
                    <a16:creationId xmlns:a16="http://schemas.microsoft.com/office/drawing/2014/main" id="{0061D64D-467E-03D7-2833-5C9EDEBB4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56B9D13F-AA87-0C38-FE2A-C4C63C74DC15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5" name="Groupe 134">
              <a:extLst>
                <a:ext uri="{FF2B5EF4-FFF2-40B4-BE49-F238E27FC236}">
                  <a16:creationId xmlns:a16="http://schemas.microsoft.com/office/drawing/2014/main" id="{1A6658BB-BD19-DE87-CEE3-053F05208487}"/>
                </a:ext>
              </a:extLst>
            </p:cNvPr>
            <p:cNvGrpSpPr/>
            <p:nvPr/>
          </p:nvGrpSpPr>
          <p:grpSpPr>
            <a:xfrm>
              <a:off x="1774779" y="4967901"/>
              <a:ext cx="450000" cy="450000"/>
              <a:chOff x="687092" y="3792696"/>
              <a:chExt cx="450000" cy="45000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F22B39C7-F8F8-25F4-90EE-C68832C0D2C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8CA29AAB-ACB7-63AD-1F0B-C20A6E01A54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0" name="Ellipse 169">
                <a:extLst>
                  <a:ext uri="{FF2B5EF4-FFF2-40B4-BE49-F238E27FC236}">
                    <a16:creationId xmlns:a16="http://schemas.microsoft.com/office/drawing/2014/main" id="{A6C0CAC9-BB01-57CD-68FF-05FECCA8D24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47A85F2B-573F-939E-3539-FD59CEB81941}"/>
                </a:ext>
              </a:extLst>
            </p:cNvPr>
            <p:cNvGrpSpPr/>
            <p:nvPr/>
          </p:nvGrpSpPr>
          <p:grpSpPr>
            <a:xfrm>
              <a:off x="1774779" y="5466847"/>
              <a:ext cx="450000" cy="450000"/>
              <a:chOff x="687092" y="3792696"/>
              <a:chExt cx="450000" cy="450000"/>
            </a:xfrm>
          </p:grpSpPr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D19729D0-4E04-547C-7171-F36251F956F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EA2BBDF6-E37C-8B48-63BA-5B9FDA4C7EE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7" name="Ellipse 166">
                <a:extLst>
                  <a:ext uri="{FF2B5EF4-FFF2-40B4-BE49-F238E27FC236}">
                    <a16:creationId xmlns:a16="http://schemas.microsoft.com/office/drawing/2014/main" id="{978B42E1-059B-8DF4-C403-C3E0B81BBAA0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7" name="Groupe 136">
              <a:extLst>
                <a:ext uri="{FF2B5EF4-FFF2-40B4-BE49-F238E27FC236}">
                  <a16:creationId xmlns:a16="http://schemas.microsoft.com/office/drawing/2014/main" id="{586CD44C-0EE6-95E0-D57C-46DCFC33B65F}"/>
                </a:ext>
              </a:extLst>
            </p:cNvPr>
            <p:cNvGrpSpPr/>
            <p:nvPr/>
          </p:nvGrpSpPr>
          <p:grpSpPr>
            <a:xfrm>
              <a:off x="1288374" y="5469521"/>
              <a:ext cx="486405" cy="450000"/>
              <a:chOff x="1170298" y="3792696"/>
              <a:chExt cx="486405" cy="45000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2BA15216-1C7B-B86A-6F65-BC6A68B59BD7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3" name="Graphique 162" descr="Pion avec un remplissage uni">
                <a:extLst>
                  <a:ext uri="{FF2B5EF4-FFF2-40B4-BE49-F238E27FC236}">
                    <a16:creationId xmlns:a16="http://schemas.microsoft.com/office/drawing/2014/main" id="{D6E4ADB4-F13B-1795-3FE5-222C37F422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982D01F6-B28F-FB84-3576-4E7AC2D5662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>
              <a:extLst>
                <a:ext uri="{FF2B5EF4-FFF2-40B4-BE49-F238E27FC236}">
                  <a16:creationId xmlns:a16="http://schemas.microsoft.com/office/drawing/2014/main" id="{A5D36D86-26D7-DFC9-F1DB-DD3354F070B1}"/>
                </a:ext>
              </a:extLst>
            </p:cNvPr>
            <p:cNvGrpSpPr/>
            <p:nvPr/>
          </p:nvGrpSpPr>
          <p:grpSpPr>
            <a:xfrm>
              <a:off x="798801" y="5466847"/>
              <a:ext cx="450000" cy="450000"/>
              <a:chOff x="1653504" y="3792696"/>
              <a:chExt cx="450000" cy="450000"/>
            </a:xfrm>
          </p:grpSpPr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A9233BC-5605-CDC7-EFE0-1E4D52A91324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E4F37946-F6EA-8B6F-0E2A-1FBBF435E72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536C00B-FC46-F5B1-B4F0-AF5D1B30AAAD}"/>
                </a:ext>
              </a:extLst>
            </p:cNvPr>
            <p:cNvSpPr/>
            <p:nvPr/>
          </p:nvSpPr>
          <p:spPr>
            <a:xfrm>
              <a:off x="805784" y="736527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A0B82D4A-84EA-7FD7-4A2E-E0CFD4EA7514}"/>
                </a:ext>
              </a:extLst>
            </p:cNvPr>
            <p:cNvGrpSpPr/>
            <p:nvPr/>
          </p:nvGrpSpPr>
          <p:grpSpPr>
            <a:xfrm>
              <a:off x="2239291" y="1290127"/>
              <a:ext cx="1859282" cy="1647889"/>
              <a:chOff x="5298122" y="1719159"/>
              <a:chExt cx="1859282" cy="1647889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1827C46D-8C01-8A92-2B4D-925A00988289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0A21B033-838A-6136-E1A4-4A78E6777996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0F9FC6F4-11A4-688C-D3AC-B0FDD11A8CC7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B1E12024-E905-8EAA-D35D-EAF81507BC4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848BE626-8682-D445-479C-85FFEC727A75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5803C55F-0607-3E66-9021-A8A772BBA7B5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DF439C1-39AC-0B09-F4D1-5A64811AF113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1A372AEE-88D8-F907-322F-23B1EF877768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334A1EF-7CAD-351D-A7FB-6700B6F73B24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EACE6982-3351-938B-96DD-65F7AF763663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076B6B54-90F7-81F6-7B43-073E5232EB7A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E9357653-7124-770C-EC09-C7F8ED8B7C80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973B7758-D503-B1BC-2594-9D0FD2CA7CAD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12F4E3D5-ECB6-F129-CFD9-F74C5FE12D24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91CB23FE-19A2-3744-7DE4-B94A3963A048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9A8B363A-FA46-B651-5733-02B24A0D7E43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012E91C-A7F3-268A-B0AE-23EF69B097F9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762E24A4-B38A-C699-8959-3605466A955E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AAEE8FE3-067A-1650-C71F-258FB01E52A5}"/>
                </a:ext>
              </a:extLst>
            </p:cNvPr>
            <p:cNvSpPr/>
            <p:nvPr/>
          </p:nvSpPr>
          <p:spPr>
            <a:xfrm rot="16200000">
              <a:off x="702623" y="2353762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L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es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M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arches :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E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scarmouche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6FDB3C1-80C3-92CA-5233-3D4A565FB578}"/>
                </a:ext>
              </a:extLst>
            </p:cNvPr>
            <p:cNvSpPr/>
            <p:nvPr/>
          </p:nvSpPr>
          <p:spPr>
            <a:xfrm>
              <a:off x="2265894" y="3019981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F73F20B9-5F4A-EFF8-66B9-D5F31305A2DD}"/>
                </a:ext>
              </a:extLst>
            </p:cNvPr>
            <p:cNvGrpSpPr/>
            <p:nvPr/>
          </p:nvGrpSpPr>
          <p:grpSpPr>
            <a:xfrm>
              <a:off x="3648573" y="3019981"/>
              <a:ext cx="450000" cy="450000"/>
              <a:chOff x="8641028" y="2047192"/>
              <a:chExt cx="450000" cy="45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E273568-7164-B29B-4BDC-9F332D019FE4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6" name="Cercle : creux 5">
                <a:extLst>
                  <a:ext uri="{FF2B5EF4-FFF2-40B4-BE49-F238E27FC236}">
                    <a16:creationId xmlns:a16="http://schemas.microsoft.com/office/drawing/2014/main" id="{0A49461E-5E5C-1759-FFDD-F56343AFB96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6427897D-A43F-B8BF-7D70-6BAABE094CFB}"/>
              </a:ext>
            </a:extLst>
          </p:cNvPr>
          <p:cNvGrpSpPr/>
          <p:nvPr/>
        </p:nvGrpSpPr>
        <p:grpSpPr>
          <a:xfrm>
            <a:off x="4592452" y="634844"/>
            <a:ext cx="3600000" cy="5400000"/>
            <a:chOff x="648260" y="634844"/>
            <a:chExt cx="3600000" cy="5400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94B1E4-F6CE-44FF-ADBA-25E1FAD56DD2}"/>
                </a:ext>
              </a:extLst>
            </p:cNvPr>
            <p:cNvSpPr/>
            <p:nvPr/>
          </p:nvSpPr>
          <p:spPr>
            <a:xfrm rot="5400000">
              <a:off x="-251740" y="1534844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77ECD9C-D059-A584-85C3-436D9D3664F0}"/>
                </a:ext>
              </a:extLst>
            </p:cNvPr>
            <p:cNvGrpSpPr/>
            <p:nvPr/>
          </p:nvGrpSpPr>
          <p:grpSpPr>
            <a:xfrm>
              <a:off x="805783" y="1330945"/>
              <a:ext cx="450000" cy="3600000"/>
              <a:chOff x="942178" y="1014661"/>
              <a:chExt cx="450000" cy="3600000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AF112345-A6C3-29BF-5719-32CD55FCFB88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45ADFF2-9307-B5AB-C232-821DBD01B88F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605C7F1C-CB14-8643-D28D-8F50083DA184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88463147-BA0E-F6C8-8240-C9F4E6A6679C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B7101CEC-C8B8-33C7-2A7B-5802F9D7D546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7CF8434E-D798-EAA0-632F-A1DDB1DA2B01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FA612C9B-BC77-487E-746A-672FB29305DB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218EF8AB-712E-DDBB-A4F6-994AEC7A919F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890F89A-E4FB-34A9-173A-E05B6CFD44B6}"/>
                </a:ext>
              </a:extLst>
            </p:cNvPr>
            <p:cNvSpPr/>
            <p:nvPr/>
          </p:nvSpPr>
          <p:spPr>
            <a:xfrm>
              <a:off x="2265894" y="3504517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Lointaine (</a:t>
              </a: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1/Deck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)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7A23F2B-7FE9-3918-C481-8E74F91CAD4F}"/>
                </a:ext>
              </a:extLst>
            </p:cNvPr>
            <p:cNvSpPr/>
            <p:nvPr/>
          </p:nvSpPr>
          <p:spPr>
            <a:xfrm>
              <a:off x="2265894" y="4483133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19AD281-9336-6C89-90CC-300DB69FCB69}"/>
                </a:ext>
              </a:extLst>
            </p:cNvPr>
            <p:cNvSpPr/>
            <p:nvPr/>
          </p:nvSpPr>
          <p:spPr>
            <a:xfrm>
              <a:off x="2265338" y="4974989"/>
              <a:ext cx="1343940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1172250-CE4D-7462-5737-0D6AE8672239}"/>
                </a:ext>
              </a:extLst>
            </p:cNvPr>
            <p:cNvSpPr/>
            <p:nvPr/>
          </p:nvSpPr>
          <p:spPr>
            <a:xfrm>
              <a:off x="2264781" y="5466847"/>
              <a:ext cx="1345055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6E1FBD5-59BB-7BBF-7628-BCD8C26B2F55}"/>
                </a:ext>
              </a:extLst>
            </p:cNvPr>
            <p:cNvSpPr/>
            <p:nvPr/>
          </p:nvSpPr>
          <p:spPr>
            <a:xfrm>
              <a:off x="2265894" y="3991277"/>
              <a:ext cx="1342828" cy="450000"/>
            </a:xfrm>
            <a:prstGeom prst="rect">
              <a:avLst/>
            </a:prstGeom>
            <a:blipFill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3B334DD4-D52D-1DA5-B5EB-5C6D0274272F}"/>
                </a:ext>
              </a:extLst>
            </p:cNvPr>
            <p:cNvGrpSpPr/>
            <p:nvPr/>
          </p:nvGrpSpPr>
          <p:grpSpPr>
            <a:xfrm>
              <a:off x="3648573" y="3504517"/>
              <a:ext cx="450000" cy="450000"/>
              <a:chOff x="8641028" y="2047192"/>
              <a:chExt cx="450000" cy="450000"/>
            </a:xfrm>
          </p:grpSpPr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66942B75-C589-4295-CD97-96BCDEC55469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207" name="Cercle : creux 206">
                <a:extLst>
                  <a:ext uri="{FF2B5EF4-FFF2-40B4-BE49-F238E27FC236}">
                    <a16:creationId xmlns:a16="http://schemas.microsoft.com/office/drawing/2014/main" id="{8434D03C-43B2-FC04-946D-66DE126E7AB5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C185848A-E8D0-292F-9ECD-33970183F62C}"/>
                </a:ext>
              </a:extLst>
            </p:cNvPr>
            <p:cNvGrpSpPr/>
            <p:nvPr/>
          </p:nvGrpSpPr>
          <p:grpSpPr>
            <a:xfrm>
              <a:off x="3658207" y="4483133"/>
              <a:ext cx="450000" cy="450000"/>
              <a:chOff x="8641028" y="2047192"/>
              <a:chExt cx="450000" cy="450000"/>
            </a:xfrm>
          </p:grpSpPr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5740D1BC-B7D0-EF87-CB66-1CB4824148A8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205" name="Cercle : creux 204">
                <a:extLst>
                  <a:ext uri="{FF2B5EF4-FFF2-40B4-BE49-F238E27FC236}">
                    <a16:creationId xmlns:a16="http://schemas.microsoft.com/office/drawing/2014/main" id="{C1C15A97-AA82-8F35-4147-3C2095665221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4" name="Groupe 33">
              <a:extLst>
                <a:ext uri="{FF2B5EF4-FFF2-40B4-BE49-F238E27FC236}">
                  <a16:creationId xmlns:a16="http://schemas.microsoft.com/office/drawing/2014/main" id="{FEA01216-6DF6-3C9C-3EF3-9BB0E5034558}"/>
                </a:ext>
              </a:extLst>
            </p:cNvPr>
            <p:cNvGrpSpPr/>
            <p:nvPr/>
          </p:nvGrpSpPr>
          <p:grpSpPr>
            <a:xfrm>
              <a:off x="3648573" y="3991277"/>
              <a:ext cx="450000" cy="450000"/>
              <a:chOff x="8641028" y="2047192"/>
              <a:chExt cx="450000" cy="45000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B8A63B48-8653-2E33-A149-1D1D6308A05B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203" name="Cercle : creux 202">
                <a:extLst>
                  <a:ext uri="{FF2B5EF4-FFF2-40B4-BE49-F238E27FC236}">
                    <a16:creationId xmlns:a16="http://schemas.microsoft.com/office/drawing/2014/main" id="{E85EE022-3769-BA9C-5547-E797879F6D5E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6" name="Groupe 35">
              <a:extLst>
                <a:ext uri="{FF2B5EF4-FFF2-40B4-BE49-F238E27FC236}">
                  <a16:creationId xmlns:a16="http://schemas.microsoft.com/office/drawing/2014/main" id="{3F5E623F-8648-8DC9-A061-FFD57860C423}"/>
                </a:ext>
              </a:extLst>
            </p:cNvPr>
            <p:cNvGrpSpPr/>
            <p:nvPr/>
          </p:nvGrpSpPr>
          <p:grpSpPr>
            <a:xfrm>
              <a:off x="3648573" y="5466847"/>
              <a:ext cx="450000" cy="450000"/>
              <a:chOff x="8641028" y="2047192"/>
              <a:chExt cx="450000" cy="45000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03EE04FE-2210-871B-AC79-B83B1DABC504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14" name="Cercle : creux 113">
                <a:extLst>
                  <a:ext uri="{FF2B5EF4-FFF2-40B4-BE49-F238E27FC236}">
                    <a16:creationId xmlns:a16="http://schemas.microsoft.com/office/drawing/2014/main" id="{B6CA1CB8-0D3F-4FBA-D9F7-E19F461AFB9E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952CB6CD-6DDE-29F2-A151-CAB2120A42C4}"/>
                </a:ext>
              </a:extLst>
            </p:cNvPr>
            <p:cNvGrpSpPr/>
            <p:nvPr/>
          </p:nvGrpSpPr>
          <p:grpSpPr>
            <a:xfrm>
              <a:off x="3648573" y="4967901"/>
              <a:ext cx="450000" cy="450000"/>
              <a:chOff x="8641028" y="2047192"/>
              <a:chExt cx="450000" cy="450000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CC3BE06B-8904-275A-BCF5-0BD5515180B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10" name="Cercle : creux 109">
                <a:extLst>
                  <a:ext uri="{FF2B5EF4-FFF2-40B4-BE49-F238E27FC236}">
                    <a16:creationId xmlns:a16="http://schemas.microsoft.com/office/drawing/2014/main" id="{E3BA62C1-9A99-D57D-B996-2F0C9833DCC4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765AAAA-B6C7-2DC4-F5D5-930A1C598F25}"/>
                </a:ext>
              </a:extLst>
            </p:cNvPr>
            <p:cNvSpPr/>
            <p:nvPr/>
          </p:nvSpPr>
          <p:spPr>
            <a:xfrm>
              <a:off x="2109237" y="736527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2A7F5451-E6D0-2A3B-D871-2F2515005109}"/>
                </a:ext>
              </a:extLst>
            </p:cNvPr>
            <p:cNvGrpSpPr/>
            <p:nvPr/>
          </p:nvGrpSpPr>
          <p:grpSpPr>
            <a:xfrm>
              <a:off x="1781575" y="3991276"/>
              <a:ext cx="450000" cy="450000"/>
              <a:chOff x="687092" y="3792696"/>
              <a:chExt cx="450000" cy="450000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83A7586B-39BE-1A5B-A5B8-A6E328D3A711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52C34922-8D4C-BB0A-D00E-2B226B57D4BF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0633E2A8-06FE-7171-0C5A-66AC497E4EA4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1" name="Groupe 40">
              <a:extLst>
                <a:ext uri="{FF2B5EF4-FFF2-40B4-BE49-F238E27FC236}">
                  <a16:creationId xmlns:a16="http://schemas.microsoft.com/office/drawing/2014/main" id="{3235A61B-1C08-6DB5-06CD-DEE0A1789DF6}"/>
                </a:ext>
              </a:extLst>
            </p:cNvPr>
            <p:cNvGrpSpPr/>
            <p:nvPr/>
          </p:nvGrpSpPr>
          <p:grpSpPr>
            <a:xfrm>
              <a:off x="800171" y="4974989"/>
              <a:ext cx="450000" cy="450000"/>
              <a:chOff x="1653504" y="3792696"/>
              <a:chExt cx="450000" cy="450000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30C2400C-34BA-D324-E5F6-2663D839758C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F6EEAC56-A950-A941-66BF-E36D07E81AFD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0E78D1BB-42E7-2D8B-27E2-9E6B1A7305E8}"/>
                </a:ext>
              </a:extLst>
            </p:cNvPr>
            <p:cNvGrpSpPr/>
            <p:nvPr/>
          </p:nvGrpSpPr>
          <p:grpSpPr>
            <a:xfrm>
              <a:off x="1288374" y="4967901"/>
              <a:ext cx="486405" cy="450000"/>
              <a:chOff x="1170298" y="3792696"/>
              <a:chExt cx="486405" cy="450000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1AD16F13-943D-4881-4B77-C3528170618F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97" name="Graphique 96" descr="Pion avec un remplissage uni">
                <a:extLst>
                  <a:ext uri="{FF2B5EF4-FFF2-40B4-BE49-F238E27FC236}">
                    <a16:creationId xmlns:a16="http://schemas.microsoft.com/office/drawing/2014/main" id="{990D21AF-02A2-740B-5020-78801DC00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DDFA3888-93CC-7011-FE93-8C20B076489A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91809D2F-A3A0-F645-ACEB-58124FC54DD6}"/>
                </a:ext>
              </a:extLst>
            </p:cNvPr>
            <p:cNvGrpSpPr/>
            <p:nvPr/>
          </p:nvGrpSpPr>
          <p:grpSpPr>
            <a:xfrm>
              <a:off x="1781575" y="4483133"/>
              <a:ext cx="450000" cy="450000"/>
              <a:chOff x="687092" y="3792696"/>
              <a:chExt cx="450000" cy="450000"/>
            </a:xfrm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DB7618D1-D903-0966-9701-C230CCC74659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13CABC70-1D80-1547-5C10-85374A4E8BD5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1CA392C5-A82F-DB18-8CDF-1785596496C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3646BB5-A2B0-C5A7-122C-D6B4E20AD6D1}"/>
                </a:ext>
              </a:extLst>
            </p:cNvPr>
            <p:cNvGrpSpPr/>
            <p:nvPr/>
          </p:nvGrpSpPr>
          <p:grpSpPr>
            <a:xfrm>
              <a:off x="1295170" y="4483133"/>
              <a:ext cx="486405" cy="450000"/>
              <a:chOff x="1170298" y="3792696"/>
              <a:chExt cx="486405" cy="45000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6411A85-5E04-DEDB-73A9-A215107CBCF2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91" name="Graphique 90" descr="Pion avec un remplissage uni">
                <a:extLst>
                  <a:ext uri="{FF2B5EF4-FFF2-40B4-BE49-F238E27FC236}">
                    <a16:creationId xmlns:a16="http://schemas.microsoft.com/office/drawing/2014/main" id="{C3083C6A-6B72-A263-97EB-ACF6E2D8DC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E9FBBBF4-2F6A-9E55-CC1C-367F9A02202F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5" name="Groupe 44">
              <a:extLst>
                <a:ext uri="{FF2B5EF4-FFF2-40B4-BE49-F238E27FC236}">
                  <a16:creationId xmlns:a16="http://schemas.microsoft.com/office/drawing/2014/main" id="{DCE5829F-8C54-9CEC-4A2C-F46978D82FE0}"/>
                </a:ext>
              </a:extLst>
            </p:cNvPr>
            <p:cNvGrpSpPr/>
            <p:nvPr/>
          </p:nvGrpSpPr>
          <p:grpSpPr>
            <a:xfrm>
              <a:off x="1774779" y="4967901"/>
              <a:ext cx="450000" cy="450000"/>
              <a:chOff x="687092" y="3792696"/>
              <a:chExt cx="450000" cy="45000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F7C6DF8-E08C-7B25-F179-597CCFF5AA0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E9DCBA50-C040-1426-196F-C961BC3B4D3C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Ellipse 88">
                <a:extLst>
                  <a:ext uri="{FF2B5EF4-FFF2-40B4-BE49-F238E27FC236}">
                    <a16:creationId xmlns:a16="http://schemas.microsoft.com/office/drawing/2014/main" id="{7E7C1FB5-C628-B340-7AA4-A442F6368D6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88DA500E-BC6E-D340-0F4E-BB783BEF99AB}"/>
                </a:ext>
              </a:extLst>
            </p:cNvPr>
            <p:cNvGrpSpPr/>
            <p:nvPr/>
          </p:nvGrpSpPr>
          <p:grpSpPr>
            <a:xfrm>
              <a:off x="1774779" y="5466847"/>
              <a:ext cx="450000" cy="450000"/>
              <a:chOff x="687092" y="3792696"/>
              <a:chExt cx="450000" cy="450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1AB3546F-B685-4D09-8F60-7275EE80DFDE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2A18FAD-BDC9-38A7-E85C-1C662758EA0B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86C9D7C9-009D-E496-35BB-F2A5757A6DF8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802821EC-106A-BCCE-A477-6ACE2E255B33}"/>
                </a:ext>
              </a:extLst>
            </p:cNvPr>
            <p:cNvGrpSpPr/>
            <p:nvPr/>
          </p:nvGrpSpPr>
          <p:grpSpPr>
            <a:xfrm>
              <a:off x="1288374" y="5469521"/>
              <a:ext cx="486405" cy="450000"/>
              <a:chOff x="1170298" y="3792696"/>
              <a:chExt cx="486405" cy="45000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390D3F0-AA19-3AF0-9725-424DB03FF262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82" name="Graphique 81" descr="Pion avec un remplissage uni">
                <a:extLst>
                  <a:ext uri="{FF2B5EF4-FFF2-40B4-BE49-F238E27FC236}">
                    <a16:creationId xmlns:a16="http://schemas.microsoft.com/office/drawing/2014/main" id="{9ADDCE7C-D61F-6620-B1E8-906A79865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7EDE1F7B-EF43-77C0-6BC4-76DE5720031C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48" name="Groupe 47">
              <a:extLst>
                <a:ext uri="{FF2B5EF4-FFF2-40B4-BE49-F238E27FC236}">
                  <a16:creationId xmlns:a16="http://schemas.microsoft.com/office/drawing/2014/main" id="{8E132827-DCCC-4B4E-41A4-FBD75BF76027}"/>
                </a:ext>
              </a:extLst>
            </p:cNvPr>
            <p:cNvGrpSpPr/>
            <p:nvPr/>
          </p:nvGrpSpPr>
          <p:grpSpPr>
            <a:xfrm>
              <a:off x="798801" y="5466847"/>
              <a:ext cx="450000" cy="450000"/>
              <a:chOff x="1653504" y="3792696"/>
              <a:chExt cx="450000" cy="450000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408C25B4-3F02-03CF-0695-197294537DA4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99B0C5B6-8087-075A-CE51-1432C5D19745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9324543-91B8-C171-F461-C00FFE210F38}"/>
                </a:ext>
              </a:extLst>
            </p:cNvPr>
            <p:cNvSpPr/>
            <p:nvPr/>
          </p:nvSpPr>
          <p:spPr>
            <a:xfrm>
              <a:off x="805784" y="736527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C0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35CB53BA-7950-E16C-1A29-BCF1D8B9C0ED}"/>
                </a:ext>
              </a:extLst>
            </p:cNvPr>
            <p:cNvGrpSpPr/>
            <p:nvPr/>
          </p:nvGrpSpPr>
          <p:grpSpPr>
            <a:xfrm>
              <a:off x="2239291" y="1290127"/>
              <a:ext cx="1859282" cy="1647889"/>
              <a:chOff x="5298122" y="1719159"/>
              <a:chExt cx="1859282" cy="1647889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D59B1D7-4D72-F393-D538-2EC303136B18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661C46FF-CFEB-72BB-048B-449F2C51E9BF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8CE4613D-97E5-D014-D4E4-57BE131F0CDB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6204186-7081-DE21-240B-EB57315A42B7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8AEDFE8-0DE2-2CF4-0111-54E540DF65A5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9CA5F33-7C5D-2B74-2671-BA48EA8215C9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1DCD809-4B5E-3F7C-026B-5AF9B55A6A57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D73A5DC-5E50-AFFD-79A9-D78863D42D9A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886F83CD-604A-DEC8-780B-234396DD00ED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blipFill>
                <a:blip r:embed="rId2">
                  <a:duotone>
                    <a:schemeClr val="accent6">
                      <a:shade val="45000"/>
                      <a:satMod val="135000"/>
                    </a:schemeClr>
                    <a:prstClr val="white"/>
                  </a:duotone>
                </a:blip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C701B2D6-DED1-E786-12D5-91675C4C826F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BF5B52D8-7436-67D4-FFFC-E5C52025A54D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5A22374-42AA-43E1-470E-CC82B62A5520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328CA6FD-D383-9C1A-851B-88B5D4366B26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1D7C1643-461D-C229-CAD8-DC5A647D96E8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3FC3104-AA26-E552-1614-7F14053FE050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66650C6F-97E1-693E-D7AD-BD1278EF27A0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blipFill>
                <a:blip r:embed="rId9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7DE9AB46-F432-1F83-17D5-F55B822D164B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B72DA555-73E4-4DD2-BA3B-7597ECB8A415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blipFill>
                <a:blip r:embed="rId8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1B2A926-6B4E-40C5-9DA5-17AEAE0D8C8F}"/>
                </a:ext>
              </a:extLst>
            </p:cNvPr>
            <p:cNvSpPr/>
            <p:nvPr/>
          </p:nvSpPr>
          <p:spPr>
            <a:xfrm rot="16200000">
              <a:off x="702623" y="2353762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L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es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M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arches : </a:t>
              </a:r>
              <a:r>
                <a:rPr lang="fr-FR" sz="2000" dirty="0">
                  <a:solidFill>
                    <a:schemeClr val="tx1"/>
                  </a:solidFill>
                  <a:latin typeface="Lucida Calligraphy" panose="03010101010101010101" pitchFamily="66" charset="0"/>
                  <a:cs typeface="Segoe UI" panose="020B0502040204020203" pitchFamily="34" charset="0"/>
                </a:rPr>
                <a:t>E</a:t>
              </a:r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scarmouche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E460E5D-C5D9-C015-A56F-4D7CD0D3824C}"/>
                </a:ext>
              </a:extLst>
            </p:cNvPr>
            <p:cNvSpPr/>
            <p:nvPr/>
          </p:nvSpPr>
          <p:spPr>
            <a:xfrm>
              <a:off x="2265894" y="3019981"/>
              <a:ext cx="1342828" cy="450000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C0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F58E0A42-E80D-AB8F-C3CA-B80A30CCA9A2}"/>
                </a:ext>
              </a:extLst>
            </p:cNvPr>
            <p:cNvGrpSpPr/>
            <p:nvPr/>
          </p:nvGrpSpPr>
          <p:grpSpPr>
            <a:xfrm>
              <a:off x="3648573" y="3019981"/>
              <a:ext cx="450000" cy="450000"/>
              <a:chOff x="8641028" y="2047192"/>
              <a:chExt cx="450000" cy="45000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093981A-A861-935C-4C3F-6F1608FAE475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blipFill>
                <a:blip r:embed="rId4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C0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55" name="Cercle : creux 54">
                <a:extLst>
                  <a:ext uri="{FF2B5EF4-FFF2-40B4-BE49-F238E27FC236}">
                    <a16:creationId xmlns:a16="http://schemas.microsoft.com/office/drawing/2014/main" id="{C0050D80-AF53-9441-CDD0-AF73F4835E3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5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430522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154</Words>
  <Application>Microsoft Office PowerPoint</Application>
  <PresentationFormat>Grand écran</PresentationFormat>
  <Paragraphs>88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Lucida Calligraphy</vt:lpstr>
      <vt:lpstr>Segoe UI</vt:lpstr>
      <vt:lpstr>Segoe UI Black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30</cp:revision>
  <cp:lastPrinted>2026-08-31T17:30:06Z</cp:lastPrinted>
  <dcterms:created xsi:type="dcterms:W3CDTF">2026-08-30T09:54:58Z</dcterms:created>
  <dcterms:modified xsi:type="dcterms:W3CDTF">2026-09-06T08:23:23Z</dcterms:modified>
</cp:coreProperties>
</file>