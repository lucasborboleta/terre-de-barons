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9" r:id="rId2"/>
    <p:sldId id="260" r:id="rId3"/>
    <p:sldId id="261" r:id="rId4"/>
    <p:sldId id="257" r:id="rId5"/>
    <p:sldId id="258" r:id="rId6"/>
    <p:sldId id="262" r:id="rId7"/>
  </p:sldIdLst>
  <p:sldSz cx="12192000" cy="6858000"/>
  <p:notesSz cx="6889750" cy="10021888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9C4"/>
    <a:srgbClr val="B3E5FC"/>
    <a:srgbClr val="C8E6C9"/>
    <a:srgbClr val="F5F5F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BAB02D-AA3C-4A4E-BE22-2BCA8DCFE512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8150" y="1252538"/>
            <a:ext cx="6013450" cy="33829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1800" cy="3946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20238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075" y="9520238"/>
            <a:ext cx="2986088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F8061D-2AA6-49A7-829F-E64A0130555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358005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5E64702-0A4A-FE3C-A9C4-A4662AD1F0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CA0D6FE6-54C5-CA30-669B-A2AF39370C0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360FDC4-98D5-EAC0-9632-67E446D336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AF1312A4-E20C-209D-D1B6-82F2FCDBA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00B466A3-BFE1-6975-AEE6-57F15E9D1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759607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F5533B0-DD69-61CB-DA77-7649A831A9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74226D-1C87-8612-B550-872E7635C6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B885D5F-C467-55F8-6A7A-FDA1DBADDE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BFF83117-884A-B022-2841-94B05DB27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8BB2BB68-F4DF-7DA1-941F-069A73B70E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34130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E96276D4-AE05-065F-F859-9743B7A522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ABC589B7-2C7F-5CE6-E554-F5CCE1B18C8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E5E6CB4-69A4-6599-EFA8-386C57F95C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DC41CEF-32C7-4C1C-2180-A1DDBE6525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2BFE5A3-1437-2A63-9A0B-1396B0768D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659761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D86A317-7437-FB8A-3DDE-6BE30FBAD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CBD465C-71ED-5F6D-F7E8-6D1D73C6712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CE2C35A-F09E-06F1-4281-3B720856F6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3BA532EC-F5CB-F3C5-1F14-F06BE6D5A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A0A3A045-01DB-CAC3-7667-E388A1559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30B69B81-F5AD-302A-2FCA-4B7F62BCCD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755870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C5778B5-091E-547B-994E-CF859E2776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8A3DEF4F-9C7C-2FEB-6486-BC2CFEE15D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98164DF-7438-E3F7-F6F1-CF38564562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07349FA9-BDF1-C0CD-BBC2-22C5CE93CBF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A8F50A59-7D87-C141-F6E8-FDF761F0971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5DFDD5F6-07FE-ABB8-65B8-80EEC7CFA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0A7DF59A-A3F1-974A-B7E6-B58FDB5241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3ED2BA89-5638-DF92-6397-3007D5CD7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406429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B3A3951-49E9-56A2-9A14-FFDE2593C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06A92BD4-DE2F-D549-0A85-70561ED863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895FB44-8BDE-2957-DE7C-D89F4EA4B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3D13C67-D7EB-9785-01FD-B453DF0DF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090655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D78C3CB8-C09E-9F4B-F3CF-A4A80EC77B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2B98EE94-0A31-F3F6-8FE9-326E7F0291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16BE411D-66D3-6BE3-DA02-798E14A7A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57791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06FFFD2-7376-8B48-9012-4A3301918B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0A3697C-8821-1265-E135-07EE7285B0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0CAE3E9E-B661-3885-6824-569CCB7B36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284D89E-E3A8-D90C-6F95-85AF2D28BE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A78FB2-5482-4AF9-1900-C64A058DA0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21C728BB-5CAA-7D74-7899-E24F7053FB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242304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8378DB1-F43F-4990-4882-2ACADFD481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FDF1B6AF-B42D-3211-37DC-1491C08DF0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CA1E5EEE-2C21-EEAF-BB6A-D66C2D2F0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73A34522-32DF-D1BB-A1B1-69759A6DB0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1061D0B6-EC28-71F7-BE92-32C862F685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5F4B60F1-51CC-6EFC-7E3B-43BCF9A560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2331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C65A4AE-2F2D-FB43-6D72-552FA55B88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3BA9AA82-3D66-4EEF-1F69-6282F5D87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96619A0-C03A-8905-D4F1-3C4812B73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7C91825-74EE-0DFC-E4CD-4A384249C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BEE82ADD-A8CA-40B3-90E2-4554DF036E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35470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49E300F3-32A7-70BF-5BED-735568F1E1E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BF3F77E-06E4-4E45-2950-A85B193E6C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0E03591-A1B4-CDE1-9CD2-4D2F24177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8EAFD2-16BD-461E-B177-662835B0799B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E3D4B7A-8AE3-3D20-9152-2271F5B3D5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A28307CD-5473-604C-9A85-F1DA8FB6DF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986593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BF023EB5-E6D0-3B9B-F6B2-AD235A72B2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63977E0B-2992-126F-77A5-FDC697F7AB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C1EBDF69-E368-7825-6EFE-DE1B840E260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78EAFD2-16BD-461E-B177-662835B0799B}" type="datetimeFigureOut">
              <a:rPr lang="fr-FR" smtClean="0"/>
              <a:t>31/08/2026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FAF6EA4-274C-A6E2-787B-5F22C743899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3AC09D7-ED4B-46CE-01A5-807CB69130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B429EE-8942-469C-B5F2-6B0A3ACB045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99186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48D4FA-82A5-ABA4-8398-D0214F735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1DCEE50-A0C3-DA78-A14E-F7AB7C50BC4E}"/>
              </a:ext>
            </a:extLst>
          </p:cNvPr>
          <p:cNvSpPr/>
          <p:nvPr/>
        </p:nvSpPr>
        <p:spPr>
          <a:xfrm rot="5400000">
            <a:off x="2820924" y="-2528316"/>
            <a:ext cx="6528816" cy="11859768"/>
          </a:xfrm>
          <a:prstGeom prst="rect">
            <a:avLst/>
          </a:prstGeom>
          <a:blipFill>
            <a:blip r:embed="rId2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6469393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B2ED9FE-6886-8FAB-1782-ACB8F92A60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F6E2167-C7A7-6FE8-4ABA-2F00084C376C}"/>
              </a:ext>
            </a:extLst>
          </p:cNvPr>
          <p:cNvSpPr/>
          <p:nvPr/>
        </p:nvSpPr>
        <p:spPr>
          <a:xfrm rot="5400000">
            <a:off x="2820924" y="-2528316"/>
            <a:ext cx="6528816" cy="11859768"/>
          </a:xfrm>
          <a:prstGeom prst="rect">
            <a:avLst/>
          </a:prstGeom>
          <a:blipFill>
            <a:blip r:embed="rId2"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8159290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65F93C-B1A5-EFDB-16EF-9BD1E305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99E4F42-EF96-595B-DA1E-94BBB0038BE8}"/>
              </a:ext>
            </a:extLst>
          </p:cNvPr>
          <p:cNvSpPr/>
          <p:nvPr/>
        </p:nvSpPr>
        <p:spPr>
          <a:xfrm rot="5400000">
            <a:off x="2820924" y="-2528316"/>
            <a:ext cx="6528816" cy="11859768"/>
          </a:xfrm>
          <a:prstGeom prst="rect">
            <a:avLst/>
          </a:prstGeom>
          <a:blipFill>
            <a:blip r:embed="rId2"/>
            <a:tile tx="0" ty="0" sx="100000" sy="100000" flip="none" algn="tl"/>
          </a:blip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08864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778CB6-A99E-FABC-5451-540B3313A5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5" name="Groupe 114">
            <a:extLst>
              <a:ext uri="{FF2B5EF4-FFF2-40B4-BE49-F238E27FC236}">
                <a16:creationId xmlns:a16="http://schemas.microsoft.com/office/drawing/2014/main" id="{C89E1D00-1D68-9AB0-D23B-1BDAB03A5AA6}"/>
              </a:ext>
            </a:extLst>
          </p:cNvPr>
          <p:cNvGrpSpPr/>
          <p:nvPr/>
        </p:nvGrpSpPr>
        <p:grpSpPr>
          <a:xfrm>
            <a:off x="644415" y="729000"/>
            <a:ext cx="3600000" cy="5400000"/>
            <a:chOff x="778381" y="339423"/>
            <a:chExt cx="3600000" cy="5400000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05A656C0-2337-8E8E-1F50-2327A8CF5FD5}"/>
                </a:ext>
              </a:extLst>
            </p:cNvPr>
            <p:cNvSpPr/>
            <p:nvPr/>
          </p:nvSpPr>
          <p:spPr>
            <a:xfrm rot="5400000">
              <a:off x="-121619" y="1239423"/>
              <a:ext cx="5400000" cy="3600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2" name="Groupe 1">
              <a:extLst>
                <a:ext uri="{FF2B5EF4-FFF2-40B4-BE49-F238E27FC236}">
                  <a16:creationId xmlns:a16="http://schemas.microsoft.com/office/drawing/2014/main" id="{6AD680F7-1602-42B6-DCA9-0736DB19324E}"/>
                </a:ext>
              </a:extLst>
            </p:cNvPr>
            <p:cNvGrpSpPr/>
            <p:nvPr/>
          </p:nvGrpSpPr>
          <p:grpSpPr>
            <a:xfrm>
              <a:off x="935904" y="1035524"/>
              <a:ext cx="450000" cy="3600000"/>
              <a:chOff x="942178" y="1014661"/>
              <a:chExt cx="450000" cy="3600000"/>
            </a:xfrm>
          </p:grpSpPr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D090C86-17D5-B1F1-D3BE-76A24D675F54}"/>
                  </a:ext>
                </a:extLst>
              </p:cNvPr>
              <p:cNvSpPr/>
              <p:nvPr/>
            </p:nvSpPr>
            <p:spPr>
              <a:xfrm>
                <a:off x="942178" y="41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1</a:t>
                </a:r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ED1EF6A0-0E3A-C36C-049F-BAF0F3BBF512}"/>
                  </a:ext>
                </a:extLst>
              </p:cNvPr>
              <p:cNvSpPr/>
              <p:nvPr/>
            </p:nvSpPr>
            <p:spPr>
              <a:xfrm>
                <a:off x="942178" y="371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2</a:t>
                </a:r>
              </a:p>
            </p:txBody>
          </p:sp>
          <p:sp>
            <p:nvSpPr>
              <p:cNvPr id="9" name="Rectangle 8">
                <a:extLst>
                  <a:ext uri="{FF2B5EF4-FFF2-40B4-BE49-F238E27FC236}">
                    <a16:creationId xmlns:a16="http://schemas.microsoft.com/office/drawing/2014/main" id="{4BDDC128-CAE9-8F96-15B1-3A1F6695B89D}"/>
                  </a:ext>
                </a:extLst>
              </p:cNvPr>
              <p:cNvSpPr/>
              <p:nvPr/>
            </p:nvSpPr>
            <p:spPr>
              <a:xfrm>
                <a:off x="942178" y="32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3</a:t>
                </a:r>
              </a:p>
            </p:txBody>
          </p:sp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67F83C19-1640-8277-C05F-B9899F990BAA}"/>
                  </a:ext>
                </a:extLst>
              </p:cNvPr>
              <p:cNvSpPr/>
              <p:nvPr/>
            </p:nvSpPr>
            <p:spPr>
              <a:xfrm>
                <a:off x="942178" y="281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4</a:t>
                </a:r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C608B9A8-5C0C-C58F-111A-F9FECAFA83A8}"/>
                  </a:ext>
                </a:extLst>
              </p:cNvPr>
              <p:cNvSpPr/>
              <p:nvPr/>
            </p:nvSpPr>
            <p:spPr>
              <a:xfrm>
                <a:off x="942178" y="23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5</a:t>
                </a:r>
              </a:p>
            </p:txBody>
          </p:sp>
          <p:sp>
            <p:nvSpPr>
              <p:cNvPr id="15" name="Rectangle 14">
                <a:extLst>
                  <a:ext uri="{FF2B5EF4-FFF2-40B4-BE49-F238E27FC236}">
                    <a16:creationId xmlns:a16="http://schemas.microsoft.com/office/drawing/2014/main" id="{0F65FB68-4171-7C50-8114-1756DB9B9899}"/>
                  </a:ext>
                </a:extLst>
              </p:cNvPr>
              <p:cNvSpPr/>
              <p:nvPr/>
            </p:nvSpPr>
            <p:spPr>
              <a:xfrm>
                <a:off x="942178" y="191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6</a:t>
                </a:r>
              </a:p>
            </p:txBody>
          </p:sp>
          <p:sp>
            <p:nvSpPr>
              <p:cNvPr id="17" name="Rectangle 16">
                <a:extLst>
                  <a:ext uri="{FF2B5EF4-FFF2-40B4-BE49-F238E27FC236}">
                    <a16:creationId xmlns:a16="http://schemas.microsoft.com/office/drawing/2014/main" id="{89953F55-42BF-5469-A149-C640DFFA1B4D}"/>
                  </a:ext>
                </a:extLst>
              </p:cNvPr>
              <p:cNvSpPr/>
              <p:nvPr/>
            </p:nvSpPr>
            <p:spPr>
              <a:xfrm>
                <a:off x="942178" y="14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7</a:t>
                </a:r>
              </a:p>
            </p:txBody>
          </p:sp>
          <p:sp>
            <p:nvSpPr>
              <p:cNvPr id="19" name="Rectangle 18">
                <a:extLst>
                  <a:ext uri="{FF2B5EF4-FFF2-40B4-BE49-F238E27FC236}">
                    <a16:creationId xmlns:a16="http://schemas.microsoft.com/office/drawing/2014/main" id="{0C57485C-33AD-9AB5-E90D-696EAA6283F2}"/>
                  </a:ext>
                </a:extLst>
              </p:cNvPr>
              <p:cNvSpPr/>
              <p:nvPr/>
            </p:nvSpPr>
            <p:spPr>
              <a:xfrm>
                <a:off x="942178" y="1014661"/>
                <a:ext cx="450000" cy="4500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8</a:t>
                </a:r>
              </a:p>
            </p:txBody>
          </p:sp>
        </p:grpSp>
        <p:sp>
          <p:nvSpPr>
            <p:cNvPr id="30" name="Rectangle 29">
              <a:extLst>
                <a:ext uri="{FF2B5EF4-FFF2-40B4-BE49-F238E27FC236}">
                  <a16:creationId xmlns:a16="http://schemas.microsoft.com/office/drawing/2014/main" id="{0C8F76B1-F921-52AA-7C7F-68CD874816A7}"/>
                </a:ext>
              </a:extLst>
            </p:cNvPr>
            <p:cNvSpPr/>
            <p:nvPr/>
          </p:nvSpPr>
          <p:spPr>
            <a:xfrm>
              <a:off x="2394902" y="3204000"/>
              <a:ext cx="1342828" cy="45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Déplacer Seigneur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N</a:t>
              </a: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Tuiles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EDD569E8-1962-6381-E80E-D934A6543349}"/>
                </a:ext>
              </a:extLst>
            </p:cNvPr>
            <p:cNvSpPr/>
            <p:nvPr/>
          </p:nvSpPr>
          <p:spPr>
            <a:xfrm>
              <a:off x="2394902" y="4187712"/>
              <a:ext cx="1342828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N</a:t>
              </a: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Compagnies</a:t>
              </a:r>
            </a:p>
          </p:txBody>
        </p:sp>
        <p:sp>
          <p:nvSpPr>
            <p:cNvPr id="34" name="Rectangle 33">
              <a:extLst>
                <a:ext uri="{FF2B5EF4-FFF2-40B4-BE49-F238E27FC236}">
                  <a16:creationId xmlns:a16="http://schemas.microsoft.com/office/drawing/2014/main" id="{D6AB9559-E6D6-B1B4-0B3E-CA46A9F76284}"/>
                </a:ext>
              </a:extLst>
            </p:cNvPr>
            <p:cNvSpPr/>
            <p:nvPr/>
          </p:nvSpPr>
          <p:spPr>
            <a:xfrm>
              <a:off x="2394902" y="4679568"/>
              <a:ext cx="1343940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Disperser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Compagnies</a:t>
              </a:r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2397D550-40F3-BB79-CC32-60FE1228EDD4}"/>
                </a:ext>
              </a:extLst>
            </p:cNvPr>
            <p:cNvSpPr/>
            <p:nvPr/>
          </p:nvSpPr>
          <p:spPr>
            <a:xfrm>
              <a:off x="2394902" y="5171426"/>
              <a:ext cx="1345055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Concentrer Compagnies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45DB6F4-F451-C74C-6CD8-65FA709934B4}"/>
                </a:ext>
              </a:extLst>
            </p:cNvPr>
            <p:cNvSpPr/>
            <p:nvPr/>
          </p:nvSpPr>
          <p:spPr>
            <a:xfrm>
              <a:off x="2394902" y="3695856"/>
              <a:ext cx="1342828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Construire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Fief</a:t>
              </a:r>
            </a:p>
          </p:txBody>
        </p:sp>
        <p:grpSp>
          <p:nvGrpSpPr>
            <p:cNvPr id="42" name="Groupe 41">
              <a:extLst>
                <a:ext uri="{FF2B5EF4-FFF2-40B4-BE49-F238E27FC236}">
                  <a16:creationId xmlns:a16="http://schemas.microsoft.com/office/drawing/2014/main" id="{F62267B1-81A2-1CCD-0464-A539543F8604}"/>
                </a:ext>
              </a:extLst>
            </p:cNvPr>
            <p:cNvGrpSpPr/>
            <p:nvPr/>
          </p:nvGrpSpPr>
          <p:grpSpPr>
            <a:xfrm>
              <a:off x="3778694" y="3207985"/>
              <a:ext cx="450000" cy="450000"/>
              <a:chOff x="8641028" y="2047192"/>
              <a:chExt cx="450000" cy="450000"/>
            </a:xfrm>
          </p:grpSpPr>
          <p:sp>
            <p:nvSpPr>
              <p:cNvPr id="40" name="Rectangle 39">
                <a:extLst>
                  <a:ext uri="{FF2B5EF4-FFF2-40B4-BE49-F238E27FC236}">
                    <a16:creationId xmlns:a16="http://schemas.microsoft.com/office/drawing/2014/main" id="{96DCCA58-A9BB-D249-098D-DC72827AD704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rgbClr val="FF0000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N</a:t>
                </a:r>
              </a:p>
            </p:txBody>
          </p:sp>
          <p:sp>
            <p:nvSpPr>
              <p:cNvPr id="41" name="Cercle : creux 40">
                <a:extLst>
                  <a:ext uri="{FF2B5EF4-FFF2-40B4-BE49-F238E27FC236}">
                    <a16:creationId xmlns:a16="http://schemas.microsoft.com/office/drawing/2014/main" id="{0BC60074-6510-CA97-0B42-54DB8435ABAC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3340DADB-3908-B2DE-2683-131771E66E20}"/>
                </a:ext>
              </a:extLst>
            </p:cNvPr>
            <p:cNvGrpSpPr/>
            <p:nvPr/>
          </p:nvGrpSpPr>
          <p:grpSpPr>
            <a:xfrm>
              <a:off x="3788328" y="4187712"/>
              <a:ext cx="450000" cy="450000"/>
              <a:chOff x="8641028" y="2047192"/>
              <a:chExt cx="450000" cy="450000"/>
            </a:xfrm>
          </p:grpSpPr>
          <p:sp>
            <p:nvSpPr>
              <p:cNvPr id="44" name="Rectangle 43">
                <a:extLst>
                  <a:ext uri="{FF2B5EF4-FFF2-40B4-BE49-F238E27FC236}">
                    <a16:creationId xmlns:a16="http://schemas.microsoft.com/office/drawing/2014/main" id="{3BB75AA4-D574-599F-CC1D-F69E05B05A1A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rgbClr val="FF0000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N</a:t>
                </a:r>
              </a:p>
            </p:txBody>
          </p:sp>
          <p:sp>
            <p:nvSpPr>
              <p:cNvPr id="45" name="Cercle : creux 44">
                <a:extLst>
                  <a:ext uri="{FF2B5EF4-FFF2-40B4-BE49-F238E27FC236}">
                    <a16:creationId xmlns:a16="http://schemas.microsoft.com/office/drawing/2014/main" id="{D77C93A6-0649-12BA-3AA4-3BF9D0FC51CC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6" name="Groupe 45">
              <a:extLst>
                <a:ext uri="{FF2B5EF4-FFF2-40B4-BE49-F238E27FC236}">
                  <a16:creationId xmlns:a16="http://schemas.microsoft.com/office/drawing/2014/main" id="{C5095CE8-55D5-5F5C-5B7E-16E086318600}"/>
                </a:ext>
              </a:extLst>
            </p:cNvPr>
            <p:cNvGrpSpPr/>
            <p:nvPr/>
          </p:nvGrpSpPr>
          <p:grpSpPr>
            <a:xfrm>
              <a:off x="3778694" y="3695856"/>
              <a:ext cx="450000" cy="450000"/>
              <a:chOff x="8641028" y="2047192"/>
              <a:chExt cx="450000" cy="450000"/>
            </a:xfrm>
          </p:grpSpPr>
          <p:sp>
            <p:nvSpPr>
              <p:cNvPr id="47" name="Rectangle 46">
                <a:extLst>
                  <a:ext uri="{FF2B5EF4-FFF2-40B4-BE49-F238E27FC236}">
                    <a16:creationId xmlns:a16="http://schemas.microsoft.com/office/drawing/2014/main" id="{66287F34-8841-1587-9D36-D76F8745F8EA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48" name="Cercle : creux 47">
                <a:extLst>
                  <a:ext uri="{FF2B5EF4-FFF2-40B4-BE49-F238E27FC236}">
                    <a16:creationId xmlns:a16="http://schemas.microsoft.com/office/drawing/2014/main" id="{D97B6EC6-32D1-4D64-7F93-6D0E47B20BF3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9" name="Groupe 48">
              <a:extLst>
                <a:ext uri="{FF2B5EF4-FFF2-40B4-BE49-F238E27FC236}">
                  <a16:creationId xmlns:a16="http://schemas.microsoft.com/office/drawing/2014/main" id="{7502B52D-43C8-7B5D-F985-19C74FD69E19}"/>
                </a:ext>
              </a:extLst>
            </p:cNvPr>
            <p:cNvGrpSpPr/>
            <p:nvPr/>
          </p:nvGrpSpPr>
          <p:grpSpPr>
            <a:xfrm>
              <a:off x="3778694" y="5171426"/>
              <a:ext cx="450000" cy="450000"/>
              <a:chOff x="8641028" y="2047192"/>
              <a:chExt cx="450000" cy="450000"/>
            </a:xfrm>
          </p:grpSpPr>
          <p:sp>
            <p:nvSpPr>
              <p:cNvPr id="50" name="Rectangle 49">
                <a:extLst>
                  <a:ext uri="{FF2B5EF4-FFF2-40B4-BE49-F238E27FC236}">
                    <a16:creationId xmlns:a16="http://schemas.microsoft.com/office/drawing/2014/main" id="{ACF62261-FD28-D2B4-D9C7-18FD9415CC68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1</a:t>
                </a:r>
              </a:p>
            </p:txBody>
          </p:sp>
          <p:sp>
            <p:nvSpPr>
              <p:cNvPr id="51" name="Cercle : creux 50">
                <a:extLst>
                  <a:ext uri="{FF2B5EF4-FFF2-40B4-BE49-F238E27FC236}">
                    <a16:creationId xmlns:a16="http://schemas.microsoft.com/office/drawing/2014/main" id="{4E370EF0-FA8C-08F2-2357-AA318E02B7A1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2" name="Groupe 51">
              <a:extLst>
                <a:ext uri="{FF2B5EF4-FFF2-40B4-BE49-F238E27FC236}">
                  <a16:creationId xmlns:a16="http://schemas.microsoft.com/office/drawing/2014/main" id="{E3842170-E099-758F-4724-34AE3227CB51}"/>
                </a:ext>
              </a:extLst>
            </p:cNvPr>
            <p:cNvGrpSpPr/>
            <p:nvPr/>
          </p:nvGrpSpPr>
          <p:grpSpPr>
            <a:xfrm>
              <a:off x="3778694" y="4672480"/>
              <a:ext cx="450000" cy="450000"/>
              <a:chOff x="8641028" y="2047192"/>
              <a:chExt cx="450000" cy="450000"/>
            </a:xfrm>
          </p:grpSpPr>
          <p:sp>
            <p:nvSpPr>
              <p:cNvPr id="53" name="Rectangle 52">
                <a:extLst>
                  <a:ext uri="{FF2B5EF4-FFF2-40B4-BE49-F238E27FC236}">
                    <a16:creationId xmlns:a16="http://schemas.microsoft.com/office/drawing/2014/main" id="{F0F20F48-2CE1-EDFF-9DCB-D58B402A66CE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1</a:t>
                </a:r>
              </a:p>
            </p:txBody>
          </p:sp>
          <p:sp>
            <p:nvSpPr>
              <p:cNvPr id="54" name="Cercle : creux 53">
                <a:extLst>
                  <a:ext uri="{FF2B5EF4-FFF2-40B4-BE49-F238E27FC236}">
                    <a16:creationId xmlns:a16="http://schemas.microsoft.com/office/drawing/2014/main" id="{226D8AF4-6DA1-FDDB-A19B-4280E8BC5D6D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CC30C7EB-1EF5-1918-22FD-B144C43501A5}"/>
                </a:ext>
              </a:extLst>
            </p:cNvPr>
            <p:cNvSpPr/>
            <p:nvPr/>
          </p:nvSpPr>
          <p:spPr>
            <a:xfrm>
              <a:off x="2239358" y="486826"/>
              <a:ext cx="1998970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1 joueur avec </a:t>
              </a:r>
              <a:b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0</a:t>
              </a:r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Compagnie </a:t>
              </a:r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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STOP</a:t>
              </a:r>
              <a:endParaRPr lang="fr-FR" sz="1200" b="1" dirty="0">
                <a:solidFill>
                  <a:srgbClr val="FF0000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74" name="Groupe 73">
              <a:extLst>
                <a:ext uri="{FF2B5EF4-FFF2-40B4-BE49-F238E27FC236}">
                  <a16:creationId xmlns:a16="http://schemas.microsoft.com/office/drawing/2014/main" id="{D0D73F26-6314-CF09-562E-619FC82103F8}"/>
                </a:ext>
              </a:extLst>
            </p:cNvPr>
            <p:cNvGrpSpPr/>
            <p:nvPr/>
          </p:nvGrpSpPr>
          <p:grpSpPr>
            <a:xfrm>
              <a:off x="1911696" y="3695855"/>
              <a:ext cx="450000" cy="450000"/>
              <a:chOff x="687092" y="3792696"/>
              <a:chExt cx="450000" cy="450000"/>
            </a:xfrm>
          </p:grpSpPr>
          <p:sp>
            <p:nvSpPr>
              <p:cNvPr id="58" name="Rectangle 57">
                <a:extLst>
                  <a:ext uri="{FF2B5EF4-FFF2-40B4-BE49-F238E27FC236}">
                    <a16:creationId xmlns:a16="http://schemas.microsoft.com/office/drawing/2014/main" id="{9F71B5D4-E5C9-CB04-E042-00485BA826F9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0" name="Rectangle 59">
                <a:extLst>
                  <a:ext uri="{FF2B5EF4-FFF2-40B4-BE49-F238E27FC236}">
                    <a16:creationId xmlns:a16="http://schemas.microsoft.com/office/drawing/2014/main" id="{41EBDCE2-9F21-DB46-A2B3-6F73F1357E7F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9B06319B-7C67-DEA0-B094-CFED991E90C2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76" name="Groupe 75">
              <a:extLst>
                <a:ext uri="{FF2B5EF4-FFF2-40B4-BE49-F238E27FC236}">
                  <a16:creationId xmlns:a16="http://schemas.microsoft.com/office/drawing/2014/main" id="{0CACC7BF-1D3E-E74F-7321-CD38C3B093E9}"/>
                </a:ext>
              </a:extLst>
            </p:cNvPr>
            <p:cNvGrpSpPr/>
            <p:nvPr/>
          </p:nvGrpSpPr>
          <p:grpSpPr>
            <a:xfrm>
              <a:off x="930292" y="4679568"/>
              <a:ext cx="450000" cy="450000"/>
              <a:chOff x="1653504" y="3792696"/>
              <a:chExt cx="450000" cy="450000"/>
            </a:xfrm>
          </p:grpSpPr>
          <p:sp>
            <p:nvSpPr>
              <p:cNvPr id="65" name="Rectangle 64">
                <a:extLst>
                  <a:ext uri="{FF2B5EF4-FFF2-40B4-BE49-F238E27FC236}">
                    <a16:creationId xmlns:a16="http://schemas.microsoft.com/office/drawing/2014/main" id="{435394B3-1D56-7A14-FA4E-09687873BA18}"/>
                  </a:ext>
                </a:extLst>
              </p:cNvPr>
              <p:cNvSpPr/>
              <p:nvPr/>
            </p:nvSpPr>
            <p:spPr>
              <a:xfrm>
                <a:off x="1653504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9" name="Rectangle 68">
                <a:extLst>
                  <a:ext uri="{FF2B5EF4-FFF2-40B4-BE49-F238E27FC236}">
                    <a16:creationId xmlns:a16="http://schemas.microsoft.com/office/drawing/2014/main" id="{95184558-3EBE-F5B5-FB39-B92B23499497}"/>
                  </a:ext>
                </a:extLst>
              </p:cNvPr>
              <p:cNvSpPr/>
              <p:nvPr/>
            </p:nvSpPr>
            <p:spPr>
              <a:xfrm>
                <a:off x="1821354" y="3961934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75" name="Groupe 74">
              <a:extLst>
                <a:ext uri="{FF2B5EF4-FFF2-40B4-BE49-F238E27FC236}">
                  <a16:creationId xmlns:a16="http://schemas.microsoft.com/office/drawing/2014/main" id="{7AC6044D-08BB-7917-DC97-FA777F1CAE77}"/>
                </a:ext>
              </a:extLst>
            </p:cNvPr>
            <p:cNvGrpSpPr/>
            <p:nvPr/>
          </p:nvGrpSpPr>
          <p:grpSpPr>
            <a:xfrm>
              <a:off x="1418495" y="4672480"/>
              <a:ext cx="486405" cy="450000"/>
              <a:chOff x="1170298" y="3792696"/>
              <a:chExt cx="486405" cy="450000"/>
            </a:xfrm>
          </p:grpSpPr>
          <p:sp>
            <p:nvSpPr>
              <p:cNvPr id="67" name="Rectangle 66">
                <a:extLst>
                  <a:ext uri="{FF2B5EF4-FFF2-40B4-BE49-F238E27FC236}">
                    <a16:creationId xmlns:a16="http://schemas.microsoft.com/office/drawing/2014/main" id="{12FBE9E9-A13D-926C-AD48-66297DAC4574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63" name="Graphique 62" descr="Pion avec un remplissage uni">
                <a:extLst>
                  <a:ext uri="{FF2B5EF4-FFF2-40B4-BE49-F238E27FC236}">
                    <a16:creationId xmlns:a16="http://schemas.microsoft.com/office/drawing/2014/main" id="{B0D79B0A-1ED8-AFEF-890E-1DC86BA7318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73" name="Rectangle 72">
                <a:extLst>
                  <a:ext uri="{FF2B5EF4-FFF2-40B4-BE49-F238E27FC236}">
                    <a16:creationId xmlns:a16="http://schemas.microsoft.com/office/drawing/2014/main" id="{DA8528ED-A138-5A9D-45E1-59716120C6CA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77" name="Groupe 76">
              <a:extLst>
                <a:ext uri="{FF2B5EF4-FFF2-40B4-BE49-F238E27FC236}">
                  <a16:creationId xmlns:a16="http://schemas.microsoft.com/office/drawing/2014/main" id="{C175B116-5910-BB55-D7B2-9D15B8292697}"/>
                </a:ext>
              </a:extLst>
            </p:cNvPr>
            <p:cNvGrpSpPr/>
            <p:nvPr/>
          </p:nvGrpSpPr>
          <p:grpSpPr>
            <a:xfrm>
              <a:off x="1911696" y="4187712"/>
              <a:ext cx="450000" cy="450000"/>
              <a:chOff x="687092" y="3792696"/>
              <a:chExt cx="450000" cy="450000"/>
            </a:xfrm>
          </p:grpSpPr>
          <p:sp>
            <p:nvSpPr>
              <p:cNvPr id="78" name="Rectangle 77">
                <a:extLst>
                  <a:ext uri="{FF2B5EF4-FFF2-40B4-BE49-F238E27FC236}">
                    <a16:creationId xmlns:a16="http://schemas.microsoft.com/office/drawing/2014/main" id="{C097C73D-082D-8E78-10F0-27C70094E21C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79" name="Rectangle 78">
                <a:extLst>
                  <a:ext uri="{FF2B5EF4-FFF2-40B4-BE49-F238E27FC236}">
                    <a16:creationId xmlns:a16="http://schemas.microsoft.com/office/drawing/2014/main" id="{17404A23-00B0-8A5E-3606-F41BD0A4BAD3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0" name="Ellipse 79">
                <a:extLst>
                  <a:ext uri="{FF2B5EF4-FFF2-40B4-BE49-F238E27FC236}">
                    <a16:creationId xmlns:a16="http://schemas.microsoft.com/office/drawing/2014/main" id="{6AF97329-D92C-F4C7-3575-239E8C2C5F59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81" name="Groupe 80">
              <a:extLst>
                <a:ext uri="{FF2B5EF4-FFF2-40B4-BE49-F238E27FC236}">
                  <a16:creationId xmlns:a16="http://schemas.microsoft.com/office/drawing/2014/main" id="{8358514C-9FFD-E2D1-7572-75F3D3E3A50E}"/>
                </a:ext>
              </a:extLst>
            </p:cNvPr>
            <p:cNvGrpSpPr/>
            <p:nvPr/>
          </p:nvGrpSpPr>
          <p:grpSpPr>
            <a:xfrm>
              <a:off x="1425291" y="4187712"/>
              <a:ext cx="486405" cy="450000"/>
              <a:chOff x="1170298" y="3792696"/>
              <a:chExt cx="486405" cy="450000"/>
            </a:xfrm>
          </p:grpSpPr>
          <p:sp>
            <p:nvSpPr>
              <p:cNvPr id="82" name="Rectangle 81">
                <a:extLst>
                  <a:ext uri="{FF2B5EF4-FFF2-40B4-BE49-F238E27FC236}">
                    <a16:creationId xmlns:a16="http://schemas.microsoft.com/office/drawing/2014/main" id="{22526A62-9631-0AAB-0CDA-39898F3078C5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83" name="Graphique 82" descr="Pion avec un remplissage uni">
                <a:extLst>
                  <a:ext uri="{FF2B5EF4-FFF2-40B4-BE49-F238E27FC236}">
                    <a16:creationId xmlns:a16="http://schemas.microsoft.com/office/drawing/2014/main" id="{C6D86645-C75A-D093-8EE8-390CE74A068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84" name="Rectangle 83">
                <a:extLst>
                  <a:ext uri="{FF2B5EF4-FFF2-40B4-BE49-F238E27FC236}">
                    <a16:creationId xmlns:a16="http://schemas.microsoft.com/office/drawing/2014/main" id="{1F066774-51C7-24BC-1EE4-3BADE6781301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85" name="Groupe 84">
              <a:extLst>
                <a:ext uri="{FF2B5EF4-FFF2-40B4-BE49-F238E27FC236}">
                  <a16:creationId xmlns:a16="http://schemas.microsoft.com/office/drawing/2014/main" id="{248EB3E7-D21D-904E-317B-E2BFA1FFA771}"/>
                </a:ext>
              </a:extLst>
            </p:cNvPr>
            <p:cNvGrpSpPr/>
            <p:nvPr/>
          </p:nvGrpSpPr>
          <p:grpSpPr>
            <a:xfrm>
              <a:off x="1904900" y="4672480"/>
              <a:ext cx="450000" cy="450000"/>
              <a:chOff x="687092" y="3792696"/>
              <a:chExt cx="450000" cy="450000"/>
            </a:xfrm>
          </p:grpSpPr>
          <p:sp>
            <p:nvSpPr>
              <p:cNvPr id="86" name="Rectangle 85">
                <a:extLst>
                  <a:ext uri="{FF2B5EF4-FFF2-40B4-BE49-F238E27FC236}">
                    <a16:creationId xmlns:a16="http://schemas.microsoft.com/office/drawing/2014/main" id="{A085880A-9F19-D933-023D-5EA84D9B4D56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87" name="Rectangle 86">
                <a:extLst>
                  <a:ext uri="{FF2B5EF4-FFF2-40B4-BE49-F238E27FC236}">
                    <a16:creationId xmlns:a16="http://schemas.microsoft.com/office/drawing/2014/main" id="{4F6B1E7B-8CB6-258A-8E08-25A10A1BAB56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88" name="Ellipse 87">
                <a:extLst>
                  <a:ext uri="{FF2B5EF4-FFF2-40B4-BE49-F238E27FC236}">
                    <a16:creationId xmlns:a16="http://schemas.microsoft.com/office/drawing/2014/main" id="{1A34D01C-87ED-108C-22F8-64B84F29F40E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89" name="Groupe 88">
              <a:extLst>
                <a:ext uri="{FF2B5EF4-FFF2-40B4-BE49-F238E27FC236}">
                  <a16:creationId xmlns:a16="http://schemas.microsoft.com/office/drawing/2014/main" id="{1C148D13-CB54-1833-5EB6-4DC0EBA456F2}"/>
                </a:ext>
              </a:extLst>
            </p:cNvPr>
            <p:cNvGrpSpPr/>
            <p:nvPr/>
          </p:nvGrpSpPr>
          <p:grpSpPr>
            <a:xfrm>
              <a:off x="1904900" y="5171426"/>
              <a:ext cx="450000" cy="450000"/>
              <a:chOff x="687092" y="3792696"/>
              <a:chExt cx="450000" cy="450000"/>
            </a:xfrm>
          </p:grpSpPr>
          <p:sp>
            <p:nvSpPr>
              <p:cNvPr id="90" name="Rectangle 89">
                <a:extLst>
                  <a:ext uri="{FF2B5EF4-FFF2-40B4-BE49-F238E27FC236}">
                    <a16:creationId xmlns:a16="http://schemas.microsoft.com/office/drawing/2014/main" id="{13BAA3C3-A57F-FC8F-5016-F048463A0304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1" name="Rectangle 90">
                <a:extLst>
                  <a:ext uri="{FF2B5EF4-FFF2-40B4-BE49-F238E27FC236}">
                    <a16:creationId xmlns:a16="http://schemas.microsoft.com/office/drawing/2014/main" id="{58F03B71-DF08-31F6-AE30-915A8DC9E285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92" name="Ellipse 91">
                <a:extLst>
                  <a:ext uri="{FF2B5EF4-FFF2-40B4-BE49-F238E27FC236}">
                    <a16:creationId xmlns:a16="http://schemas.microsoft.com/office/drawing/2014/main" id="{4965FBDA-56F9-52D2-E5CE-A72B28234F19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93" name="Groupe 92">
              <a:extLst>
                <a:ext uri="{FF2B5EF4-FFF2-40B4-BE49-F238E27FC236}">
                  <a16:creationId xmlns:a16="http://schemas.microsoft.com/office/drawing/2014/main" id="{F1511787-BB87-9CD7-64D7-970701A3042B}"/>
                </a:ext>
              </a:extLst>
            </p:cNvPr>
            <p:cNvGrpSpPr/>
            <p:nvPr/>
          </p:nvGrpSpPr>
          <p:grpSpPr>
            <a:xfrm>
              <a:off x="1418495" y="5174100"/>
              <a:ext cx="486405" cy="450000"/>
              <a:chOff x="1170298" y="3792696"/>
              <a:chExt cx="486405" cy="450000"/>
            </a:xfrm>
          </p:grpSpPr>
          <p:sp>
            <p:nvSpPr>
              <p:cNvPr id="94" name="Rectangle 93">
                <a:extLst>
                  <a:ext uri="{FF2B5EF4-FFF2-40B4-BE49-F238E27FC236}">
                    <a16:creationId xmlns:a16="http://schemas.microsoft.com/office/drawing/2014/main" id="{A9B13EA1-8977-E14F-4D74-98B1DC2414A0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95" name="Graphique 94" descr="Pion avec un remplissage uni">
                <a:extLst>
                  <a:ext uri="{FF2B5EF4-FFF2-40B4-BE49-F238E27FC236}">
                    <a16:creationId xmlns:a16="http://schemas.microsoft.com/office/drawing/2014/main" id="{10A0C70A-7727-4420-C1D4-3BA6ECF022E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96" name="Rectangle 95">
                <a:extLst>
                  <a:ext uri="{FF2B5EF4-FFF2-40B4-BE49-F238E27FC236}">
                    <a16:creationId xmlns:a16="http://schemas.microsoft.com/office/drawing/2014/main" id="{79274E2B-1D67-3A2D-F104-953A77A1708F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97" name="Groupe 96">
              <a:extLst>
                <a:ext uri="{FF2B5EF4-FFF2-40B4-BE49-F238E27FC236}">
                  <a16:creationId xmlns:a16="http://schemas.microsoft.com/office/drawing/2014/main" id="{4F55E749-CBD4-CECD-13EC-BC331C21BA8D}"/>
                </a:ext>
              </a:extLst>
            </p:cNvPr>
            <p:cNvGrpSpPr/>
            <p:nvPr/>
          </p:nvGrpSpPr>
          <p:grpSpPr>
            <a:xfrm>
              <a:off x="928922" y="5171426"/>
              <a:ext cx="450000" cy="450000"/>
              <a:chOff x="1653504" y="3792696"/>
              <a:chExt cx="450000" cy="450000"/>
            </a:xfrm>
          </p:grpSpPr>
          <p:sp>
            <p:nvSpPr>
              <p:cNvPr id="98" name="Rectangle 97">
                <a:extLst>
                  <a:ext uri="{FF2B5EF4-FFF2-40B4-BE49-F238E27FC236}">
                    <a16:creationId xmlns:a16="http://schemas.microsoft.com/office/drawing/2014/main" id="{457FA059-BFA6-D757-960E-9E9993F59840}"/>
                  </a:ext>
                </a:extLst>
              </p:cNvPr>
              <p:cNvSpPr/>
              <p:nvPr/>
            </p:nvSpPr>
            <p:spPr>
              <a:xfrm>
                <a:off x="1653504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99" name="Rectangle 98">
                <a:extLst>
                  <a:ext uri="{FF2B5EF4-FFF2-40B4-BE49-F238E27FC236}">
                    <a16:creationId xmlns:a16="http://schemas.microsoft.com/office/drawing/2014/main" id="{738BF61A-217E-9A87-68BB-D762E1693675}"/>
                  </a:ext>
                </a:extLst>
              </p:cNvPr>
              <p:cNvSpPr/>
              <p:nvPr/>
            </p:nvSpPr>
            <p:spPr>
              <a:xfrm>
                <a:off x="1821354" y="3961934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273E07D-DBF2-819F-286F-1B0708DE11A6}"/>
                </a:ext>
              </a:extLst>
            </p:cNvPr>
            <p:cNvSpPr/>
            <p:nvPr/>
          </p:nvSpPr>
          <p:spPr>
            <a:xfrm>
              <a:off x="935905" y="486826"/>
              <a:ext cx="1251146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4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+</a:t>
              </a:r>
              <a:r>
                <a:rPr lang="fr-FR" sz="14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Couleurs </a:t>
              </a:r>
              <a:r>
                <a:rPr lang="fr-FR" sz="14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≠</a:t>
              </a:r>
              <a:endParaRPr lang="fr-FR" sz="1400" b="1" dirty="0">
                <a:solidFill>
                  <a:srgbClr val="FF0000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13" name="Groupe 112">
              <a:extLst>
                <a:ext uri="{FF2B5EF4-FFF2-40B4-BE49-F238E27FC236}">
                  <a16:creationId xmlns:a16="http://schemas.microsoft.com/office/drawing/2014/main" id="{B01BF071-2A9F-A702-43E2-1848CDAC97F5}"/>
                </a:ext>
              </a:extLst>
            </p:cNvPr>
            <p:cNvGrpSpPr/>
            <p:nvPr/>
          </p:nvGrpSpPr>
          <p:grpSpPr>
            <a:xfrm>
              <a:off x="2379046" y="1244476"/>
              <a:ext cx="1859282" cy="1647889"/>
              <a:chOff x="5298122" y="1719159"/>
              <a:chExt cx="1859282" cy="1647889"/>
            </a:xfrm>
          </p:grpSpPr>
          <p:sp>
            <p:nvSpPr>
              <p:cNvPr id="10" name="Rectangle 9">
                <a:extLst>
                  <a:ext uri="{FF2B5EF4-FFF2-40B4-BE49-F238E27FC236}">
                    <a16:creationId xmlns:a16="http://schemas.microsoft.com/office/drawing/2014/main" id="{5F6CA383-C034-5AF2-5EF6-F73C5B2D87DD}"/>
                  </a:ext>
                </a:extLst>
              </p:cNvPr>
              <p:cNvSpPr/>
              <p:nvPr/>
            </p:nvSpPr>
            <p:spPr>
              <a:xfrm>
                <a:off x="5298122" y="1719159"/>
                <a:ext cx="797878" cy="84855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Action sur Fief</a:t>
                </a:r>
              </a:p>
            </p:txBody>
          </p:sp>
          <p:sp>
            <p:nvSpPr>
              <p:cNvPr id="14" name="Rectangle 13">
                <a:extLst>
                  <a:ext uri="{FF2B5EF4-FFF2-40B4-BE49-F238E27FC236}">
                    <a16:creationId xmlns:a16="http://schemas.microsoft.com/office/drawing/2014/main" id="{796FF8AF-BAD0-E08D-D38C-9F6A91996640}"/>
                  </a:ext>
                </a:extLst>
              </p:cNvPr>
              <p:cNvSpPr/>
              <p:nvPr/>
            </p:nvSpPr>
            <p:spPr>
              <a:xfrm>
                <a:off x="6096000" y="1719159"/>
                <a:ext cx="1061404" cy="2163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Compagnies</a:t>
                </a:r>
              </a:p>
            </p:txBody>
          </p:sp>
          <p:sp>
            <p:nvSpPr>
              <p:cNvPr id="18" name="Rectangle 17">
                <a:extLst>
                  <a:ext uri="{FF2B5EF4-FFF2-40B4-BE49-F238E27FC236}">
                    <a16:creationId xmlns:a16="http://schemas.microsoft.com/office/drawing/2014/main" id="{27FB17DD-F1B5-BA93-DA9E-9E83E201389D}"/>
                  </a:ext>
                </a:extLst>
              </p:cNvPr>
              <p:cNvSpPr/>
              <p:nvPr/>
            </p:nvSpPr>
            <p:spPr>
              <a:xfrm>
                <a:off x="5298122" y="2567718"/>
                <a:ext cx="797878" cy="26780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Construire</a:t>
                </a:r>
              </a:p>
            </p:txBody>
          </p:sp>
          <p:sp>
            <p:nvSpPr>
              <p:cNvPr id="22" name="Rectangle 21">
                <a:extLst>
                  <a:ext uri="{FF2B5EF4-FFF2-40B4-BE49-F238E27FC236}">
                    <a16:creationId xmlns:a16="http://schemas.microsoft.com/office/drawing/2014/main" id="{4FCC0DF5-79B8-12B7-D782-73624C3A1A6F}"/>
                  </a:ext>
                </a:extLst>
              </p:cNvPr>
              <p:cNvSpPr/>
              <p:nvPr/>
            </p:nvSpPr>
            <p:spPr>
              <a:xfrm>
                <a:off x="5298122" y="2835523"/>
                <a:ext cx="797878" cy="26466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Ruiner</a:t>
                </a:r>
              </a:p>
            </p:txBody>
          </p:sp>
          <p:sp>
            <p:nvSpPr>
              <p:cNvPr id="25" name="Rectangle 24">
                <a:extLst>
                  <a:ext uri="{FF2B5EF4-FFF2-40B4-BE49-F238E27FC236}">
                    <a16:creationId xmlns:a16="http://schemas.microsoft.com/office/drawing/2014/main" id="{EB2CE8B7-8783-AD36-878B-9356974D4DAD}"/>
                  </a:ext>
                </a:extLst>
              </p:cNvPr>
              <p:cNvSpPr/>
              <p:nvPr/>
            </p:nvSpPr>
            <p:spPr>
              <a:xfrm>
                <a:off x="5298122" y="3100193"/>
                <a:ext cx="797878" cy="26685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Annexer</a:t>
                </a:r>
              </a:p>
            </p:txBody>
          </p:sp>
          <p:sp>
            <p:nvSpPr>
              <p:cNvPr id="33" name="Rectangle 32">
                <a:extLst>
                  <a:ext uri="{FF2B5EF4-FFF2-40B4-BE49-F238E27FC236}">
                    <a16:creationId xmlns:a16="http://schemas.microsoft.com/office/drawing/2014/main" id="{48CF5A8A-BC22-9BB8-634A-7336EADEAF5B}"/>
                  </a:ext>
                </a:extLst>
              </p:cNvPr>
              <p:cNvSpPr/>
              <p:nvPr/>
            </p:nvSpPr>
            <p:spPr>
              <a:xfrm>
                <a:off x="6096000" y="1935524"/>
                <a:ext cx="268288" cy="6321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Tuile</a:t>
                </a:r>
              </a:p>
            </p:txBody>
          </p:sp>
          <p:sp>
            <p:nvSpPr>
              <p:cNvPr id="37" name="Rectangle 36">
                <a:extLst>
                  <a:ext uri="{FF2B5EF4-FFF2-40B4-BE49-F238E27FC236}">
                    <a16:creationId xmlns:a16="http://schemas.microsoft.com/office/drawing/2014/main" id="{4EEB344E-9774-4FA9-2769-D7BABC901A01}"/>
                  </a:ext>
                </a:extLst>
              </p:cNvPr>
              <p:cNvSpPr/>
              <p:nvPr/>
            </p:nvSpPr>
            <p:spPr>
              <a:xfrm>
                <a:off x="6620990" y="1935524"/>
                <a:ext cx="268288" cy="632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Retraite</a:t>
                </a:r>
              </a:p>
            </p:txBody>
          </p:sp>
          <p:sp>
            <p:nvSpPr>
              <p:cNvPr id="55" name="Rectangle 54">
                <a:extLst>
                  <a:ext uri="{FF2B5EF4-FFF2-40B4-BE49-F238E27FC236}">
                    <a16:creationId xmlns:a16="http://schemas.microsoft.com/office/drawing/2014/main" id="{2A00EA87-8B91-D9BE-AFB5-337160830CFA}"/>
                  </a:ext>
                </a:extLst>
              </p:cNvPr>
              <p:cNvSpPr/>
              <p:nvPr/>
            </p:nvSpPr>
            <p:spPr>
              <a:xfrm>
                <a:off x="6889116" y="1935524"/>
                <a:ext cx="268288" cy="632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Réserve</a:t>
                </a:r>
              </a:p>
            </p:txBody>
          </p:sp>
          <p:sp>
            <p:nvSpPr>
              <p:cNvPr id="59" name="Rectangle 58">
                <a:extLst>
                  <a:ext uri="{FF2B5EF4-FFF2-40B4-BE49-F238E27FC236}">
                    <a16:creationId xmlns:a16="http://schemas.microsoft.com/office/drawing/2014/main" id="{26A21A45-98A4-A122-0F85-0D4290599A8B}"/>
                  </a:ext>
                </a:extLst>
              </p:cNvPr>
              <p:cNvSpPr/>
              <p:nvPr/>
            </p:nvSpPr>
            <p:spPr>
              <a:xfrm>
                <a:off x="6369686" y="1935524"/>
                <a:ext cx="246704" cy="1429338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  <a:sym typeface="Wingdings" panose="05000000000000000000" pitchFamily="2" charset="2"/>
                  </a:rPr>
                  <a:t></a:t>
                </a:r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64" name="Rectangle 63">
                <a:extLst>
                  <a:ext uri="{FF2B5EF4-FFF2-40B4-BE49-F238E27FC236}">
                    <a16:creationId xmlns:a16="http://schemas.microsoft.com/office/drawing/2014/main" id="{0D4CBBE6-9B25-7CFB-040B-F609C2040FBE}"/>
                  </a:ext>
                </a:extLst>
              </p:cNvPr>
              <p:cNvSpPr/>
              <p:nvPr/>
            </p:nvSpPr>
            <p:spPr>
              <a:xfrm>
                <a:off x="6096000" y="2567718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68" name="Rectangle 67">
                <a:extLst>
                  <a:ext uri="{FF2B5EF4-FFF2-40B4-BE49-F238E27FC236}">
                    <a16:creationId xmlns:a16="http://schemas.microsoft.com/office/drawing/2014/main" id="{A7A199F7-5D2C-0D7F-6F92-E663F92D3275}"/>
                  </a:ext>
                </a:extLst>
              </p:cNvPr>
              <p:cNvSpPr/>
              <p:nvPr/>
            </p:nvSpPr>
            <p:spPr>
              <a:xfrm>
                <a:off x="6096000" y="2835523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71" name="Rectangle 70">
                <a:extLst>
                  <a:ext uri="{FF2B5EF4-FFF2-40B4-BE49-F238E27FC236}">
                    <a16:creationId xmlns:a16="http://schemas.microsoft.com/office/drawing/2014/main" id="{10C72DE9-06A3-73C5-D7E2-E6EE9D5E3AA2}"/>
                  </a:ext>
                </a:extLst>
              </p:cNvPr>
              <p:cNvSpPr/>
              <p:nvPr/>
            </p:nvSpPr>
            <p:spPr>
              <a:xfrm>
                <a:off x="6096000" y="3100193"/>
                <a:ext cx="268288" cy="26466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9</a:t>
                </a:r>
              </a:p>
            </p:txBody>
          </p:sp>
          <p:sp>
            <p:nvSpPr>
              <p:cNvPr id="100" name="Rectangle 99">
                <a:extLst>
                  <a:ext uri="{FF2B5EF4-FFF2-40B4-BE49-F238E27FC236}">
                    <a16:creationId xmlns:a16="http://schemas.microsoft.com/office/drawing/2014/main" id="{157D19AF-CE7D-E273-CA8E-5CFC056C0451}"/>
                  </a:ext>
                </a:extLst>
              </p:cNvPr>
              <p:cNvSpPr/>
              <p:nvPr/>
            </p:nvSpPr>
            <p:spPr>
              <a:xfrm>
                <a:off x="6620990" y="2567718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02" name="Rectangle 101">
                <a:extLst>
                  <a:ext uri="{FF2B5EF4-FFF2-40B4-BE49-F238E27FC236}">
                    <a16:creationId xmlns:a16="http://schemas.microsoft.com/office/drawing/2014/main" id="{BC11C690-A19C-7831-AC1A-755D2DF26BCB}"/>
                  </a:ext>
                </a:extLst>
              </p:cNvPr>
              <p:cNvSpPr/>
              <p:nvPr/>
            </p:nvSpPr>
            <p:spPr>
              <a:xfrm>
                <a:off x="6889116" y="2835523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04" name="Rectangle 103">
                <a:extLst>
                  <a:ext uri="{FF2B5EF4-FFF2-40B4-BE49-F238E27FC236}">
                    <a16:creationId xmlns:a16="http://schemas.microsoft.com/office/drawing/2014/main" id="{373D8FEE-39E9-1F06-419F-2BBF17AE4E0C}"/>
                  </a:ext>
                </a:extLst>
              </p:cNvPr>
              <p:cNvSpPr/>
              <p:nvPr/>
            </p:nvSpPr>
            <p:spPr>
              <a:xfrm>
                <a:off x="6620990" y="3100193"/>
                <a:ext cx="268288" cy="26466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06" name="Rectangle 105">
                <a:extLst>
                  <a:ext uri="{FF2B5EF4-FFF2-40B4-BE49-F238E27FC236}">
                    <a16:creationId xmlns:a16="http://schemas.microsoft.com/office/drawing/2014/main" id="{94B49814-4209-3749-DC7E-351A0B57A13D}"/>
                  </a:ext>
                </a:extLst>
              </p:cNvPr>
              <p:cNvSpPr/>
              <p:nvPr/>
            </p:nvSpPr>
            <p:spPr>
              <a:xfrm>
                <a:off x="6889116" y="3100193"/>
                <a:ext cx="268288" cy="26466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6</a:t>
                </a:r>
              </a:p>
            </p:txBody>
          </p:sp>
          <p:sp>
            <p:nvSpPr>
              <p:cNvPr id="108" name="Rectangle 107">
                <a:extLst>
                  <a:ext uri="{FF2B5EF4-FFF2-40B4-BE49-F238E27FC236}">
                    <a16:creationId xmlns:a16="http://schemas.microsoft.com/office/drawing/2014/main" id="{59EFC812-6CCE-424F-0964-CBC9115C3202}"/>
                  </a:ext>
                </a:extLst>
              </p:cNvPr>
              <p:cNvSpPr/>
              <p:nvPr/>
            </p:nvSpPr>
            <p:spPr>
              <a:xfrm>
                <a:off x="6620990" y="2835523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-</a:t>
                </a:r>
              </a:p>
            </p:txBody>
          </p:sp>
          <p:sp>
            <p:nvSpPr>
              <p:cNvPr id="110" name="Rectangle 109">
                <a:extLst>
                  <a:ext uri="{FF2B5EF4-FFF2-40B4-BE49-F238E27FC236}">
                    <a16:creationId xmlns:a16="http://schemas.microsoft.com/office/drawing/2014/main" id="{DAB0AD3C-4796-2A1C-6187-5D338A19EEF0}"/>
                  </a:ext>
                </a:extLst>
              </p:cNvPr>
              <p:cNvSpPr/>
              <p:nvPr/>
            </p:nvSpPr>
            <p:spPr>
              <a:xfrm>
                <a:off x="6889116" y="2567718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-</a:t>
                </a:r>
              </a:p>
            </p:txBody>
          </p:sp>
        </p:grpSp>
        <p:sp>
          <p:nvSpPr>
            <p:cNvPr id="114" name="Rectangle 113">
              <a:extLst>
                <a:ext uri="{FF2B5EF4-FFF2-40B4-BE49-F238E27FC236}">
                  <a16:creationId xmlns:a16="http://schemas.microsoft.com/office/drawing/2014/main" id="{22E5A013-57CB-2DA8-7759-369FC595B4E5}"/>
                </a:ext>
              </a:extLst>
            </p:cNvPr>
            <p:cNvSpPr/>
            <p:nvPr/>
          </p:nvSpPr>
          <p:spPr>
            <a:xfrm rot="16200000">
              <a:off x="832744" y="2058341"/>
              <a:ext cx="2026920" cy="6155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20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Les Marches : Escarmouche</a:t>
              </a:r>
            </a:p>
          </p:txBody>
        </p:sp>
      </p:grpSp>
      <p:grpSp>
        <p:nvGrpSpPr>
          <p:cNvPr id="268" name="Groupe 267">
            <a:extLst>
              <a:ext uri="{FF2B5EF4-FFF2-40B4-BE49-F238E27FC236}">
                <a16:creationId xmlns:a16="http://schemas.microsoft.com/office/drawing/2014/main" id="{2F416277-F721-E2A1-98D9-809D7A78E866}"/>
              </a:ext>
            </a:extLst>
          </p:cNvPr>
          <p:cNvGrpSpPr/>
          <p:nvPr/>
        </p:nvGrpSpPr>
        <p:grpSpPr>
          <a:xfrm>
            <a:off x="4902240" y="736984"/>
            <a:ext cx="1080000" cy="1080000"/>
            <a:chOff x="4902240" y="729000"/>
            <a:chExt cx="1080000" cy="1080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37827B6-9AD8-2F69-DEC0-7A8697241236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3</a:t>
              </a:r>
            </a:p>
          </p:txBody>
        </p:sp>
        <p:sp>
          <p:nvSpPr>
            <p:cNvPr id="267" name="Cercle : creux 266">
              <a:extLst>
                <a:ext uri="{FF2B5EF4-FFF2-40B4-BE49-F238E27FC236}">
                  <a16:creationId xmlns:a16="http://schemas.microsoft.com/office/drawing/2014/main" id="{EBBA761C-6DCF-025D-4B10-3FAE962D759B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69" name="Groupe 268">
            <a:extLst>
              <a:ext uri="{FF2B5EF4-FFF2-40B4-BE49-F238E27FC236}">
                <a16:creationId xmlns:a16="http://schemas.microsoft.com/office/drawing/2014/main" id="{B425EEF2-C0EC-A101-4D2C-2327BCC64284}"/>
              </a:ext>
            </a:extLst>
          </p:cNvPr>
          <p:cNvGrpSpPr/>
          <p:nvPr/>
        </p:nvGrpSpPr>
        <p:grpSpPr>
          <a:xfrm>
            <a:off x="6454121" y="727731"/>
            <a:ext cx="1080000" cy="1080000"/>
            <a:chOff x="4902240" y="729000"/>
            <a:chExt cx="1080000" cy="1080000"/>
          </a:xfrm>
        </p:grpSpPr>
        <p:sp>
          <p:nvSpPr>
            <p:cNvPr id="270" name="Rectangle 269">
              <a:extLst>
                <a:ext uri="{FF2B5EF4-FFF2-40B4-BE49-F238E27FC236}">
                  <a16:creationId xmlns:a16="http://schemas.microsoft.com/office/drawing/2014/main" id="{C3C2DF53-EC82-F5EF-5DB6-9A440E6C3619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3</a:t>
              </a:r>
            </a:p>
          </p:txBody>
        </p:sp>
        <p:sp>
          <p:nvSpPr>
            <p:cNvPr id="271" name="Cercle : creux 270">
              <a:extLst>
                <a:ext uri="{FF2B5EF4-FFF2-40B4-BE49-F238E27FC236}">
                  <a16:creationId xmlns:a16="http://schemas.microsoft.com/office/drawing/2014/main" id="{E1179D7F-B2CB-8196-CF48-990B869997ED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72" name="Groupe 271">
            <a:extLst>
              <a:ext uri="{FF2B5EF4-FFF2-40B4-BE49-F238E27FC236}">
                <a16:creationId xmlns:a16="http://schemas.microsoft.com/office/drawing/2014/main" id="{335CB87C-AE44-D227-2115-328899D069A4}"/>
              </a:ext>
            </a:extLst>
          </p:cNvPr>
          <p:cNvGrpSpPr/>
          <p:nvPr/>
        </p:nvGrpSpPr>
        <p:grpSpPr>
          <a:xfrm>
            <a:off x="7944791" y="736984"/>
            <a:ext cx="1080000" cy="1080000"/>
            <a:chOff x="4902240" y="729000"/>
            <a:chExt cx="1080000" cy="1080000"/>
          </a:xfrm>
        </p:grpSpPr>
        <p:sp>
          <p:nvSpPr>
            <p:cNvPr id="273" name="Rectangle 272">
              <a:extLst>
                <a:ext uri="{FF2B5EF4-FFF2-40B4-BE49-F238E27FC236}">
                  <a16:creationId xmlns:a16="http://schemas.microsoft.com/office/drawing/2014/main" id="{816EF434-307F-819B-D3A3-1E49E09A6796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3</a:t>
              </a:r>
            </a:p>
          </p:txBody>
        </p:sp>
        <p:sp>
          <p:nvSpPr>
            <p:cNvPr id="274" name="Cercle : creux 273">
              <a:extLst>
                <a:ext uri="{FF2B5EF4-FFF2-40B4-BE49-F238E27FC236}">
                  <a16:creationId xmlns:a16="http://schemas.microsoft.com/office/drawing/2014/main" id="{C5F4D23C-9FAF-59E2-3D60-A4A17EA09FD2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84" name="Groupe 283">
            <a:extLst>
              <a:ext uri="{FF2B5EF4-FFF2-40B4-BE49-F238E27FC236}">
                <a16:creationId xmlns:a16="http://schemas.microsoft.com/office/drawing/2014/main" id="{80C7EE08-353B-76A2-7B29-0190371E5C7F}"/>
              </a:ext>
            </a:extLst>
          </p:cNvPr>
          <p:cNvGrpSpPr/>
          <p:nvPr/>
        </p:nvGrpSpPr>
        <p:grpSpPr>
          <a:xfrm>
            <a:off x="4902240" y="2349001"/>
            <a:ext cx="1080000" cy="1080000"/>
            <a:chOff x="4902240" y="729000"/>
            <a:chExt cx="1080000" cy="1080000"/>
          </a:xfrm>
        </p:grpSpPr>
        <p:sp>
          <p:nvSpPr>
            <p:cNvPr id="285" name="Rectangle 284">
              <a:extLst>
                <a:ext uri="{FF2B5EF4-FFF2-40B4-BE49-F238E27FC236}">
                  <a16:creationId xmlns:a16="http://schemas.microsoft.com/office/drawing/2014/main" id="{8D1A8A2C-7626-42C6-5AA9-2B15622CF6D7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2</a:t>
              </a:r>
            </a:p>
          </p:txBody>
        </p:sp>
        <p:sp>
          <p:nvSpPr>
            <p:cNvPr id="286" name="Cercle : creux 285">
              <a:extLst>
                <a:ext uri="{FF2B5EF4-FFF2-40B4-BE49-F238E27FC236}">
                  <a16:creationId xmlns:a16="http://schemas.microsoft.com/office/drawing/2014/main" id="{9AA02252-E4D7-666B-D913-CF7E9D3BD2C3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87" name="Groupe 286">
            <a:extLst>
              <a:ext uri="{FF2B5EF4-FFF2-40B4-BE49-F238E27FC236}">
                <a16:creationId xmlns:a16="http://schemas.microsoft.com/office/drawing/2014/main" id="{DB1728D1-DDC9-FB49-F4FF-27BAB2BAF849}"/>
              </a:ext>
            </a:extLst>
          </p:cNvPr>
          <p:cNvGrpSpPr/>
          <p:nvPr/>
        </p:nvGrpSpPr>
        <p:grpSpPr>
          <a:xfrm>
            <a:off x="6454121" y="2339747"/>
            <a:ext cx="1080000" cy="1080000"/>
            <a:chOff x="4902240" y="729000"/>
            <a:chExt cx="1080000" cy="1080000"/>
          </a:xfrm>
        </p:grpSpPr>
        <p:sp>
          <p:nvSpPr>
            <p:cNvPr id="288" name="Rectangle 287">
              <a:extLst>
                <a:ext uri="{FF2B5EF4-FFF2-40B4-BE49-F238E27FC236}">
                  <a16:creationId xmlns:a16="http://schemas.microsoft.com/office/drawing/2014/main" id="{7E415F2D-D842-1DDA-FBC7-D2FABE07995C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2</a:t>
              </a:r>
            </a:p>
          </p:txBody>
        </p:sp>
        <p:sp>
          <p:nvSpPr>
            <p:cNvPr id="289" name="Cercle : creux 288">
              <a:extLst>
                <a:ext uri="{FF2B5EF4-FFF2-40B4-BE49-F238E27FC236}">
                  <a16:creationId xmlns:a16="http://schemas.microsoft.com/office/drawing/2014/main" id="{D55F09F0-F93F-75B8-A8C0-8326B7EBB049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90" name="Groupe 289">
            <a:extLst>
              <a:ext uri="{FF2B5EF4-FFF2-40B4-BE49-F238E27FC236}">
                <a16:creationId xmlns:a16="http://schemas.microsoft.com/office/drawing/2014/main" id="{64631ECF-9309-B4FD-4A0D-2B8849D8C52A}"/>
              </a:ext>
            </a:extLst>
          </p:cNvPr>
          <p:cNvGrpSpPr/>
          <p:nvPr/>
        </p:nvGrpSpPr>
        <p:grpSpPr>
          <a:xfrm>
            <a:off x="7944791" y="2349000"/>
            <a:ext cx="1080000" cy="1080000"/>
            <a:chOff x="4902240" y="729000"/>
            <a:chExt cx="1080000" cy="1080000"/>
          </a:xfrm>
        </p:grpSpPr>
        <p:sp>
          <p:nvSpPr>
            <p:cNvPr id="291" name="Rectangle 290">
              <a:extLst>
                <a:ext uri="{FF2B5EF4-FFF2-40B4-BE49-F238E27FC236}">
                  <a16:creationId xmlns:a16="http://schemas.microsoft.com/office/drawing/2014/main" id="{27D5C8B7-30C3-78DB-7EE4-B1E7496846D7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2</a:t>
              </a:r>
            </a:p>
          </p:txBody>
        </p:sp>
        <p:sp>
          <p:nvSpPr>
            <p:cNvPr id="292" name="Cercle : creux 291">
              <a:extLst>
                <a:ext uri="{FF2B5EF4-FFF2-40B4-BE49-F238E27FC236}">
                  <a16:creationId xmlns:a16="http://schemas.microsoft.com/office/drawing/2014/main" id="{8E9951BC-A7FB-C049-A82A-D572567DAD2E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93" name="Groupe 292">
            <a:extLst>
              <a:ext uri="{FF2B5EF4-FFF2-40B4-BE49-F238E27FC236}">
                <a16:creationId xmlns:a16="http://schemas.microsoft.com/office/drawing/2014/main" id="{ACA74582-10BD-3081-8428-8B8B3104D320}"/>
              </a:ext>
            </a:extLst>
          </p:cNvPr>
          <p:cNvGrpSpPr/>
          <p:nvPr/>
        </p:nvGrpSpPr>
        <p:grpSpPr>
          <a:xfrm>
            <a:off x="9461875" y="2339747"/>
            <a:ext cx="1080000" cy="1080000"/>
            <a:chOff x="4902240" y="729000"/>
            <a:chExt cx="1080000" cy="1080000"/>
          </a:xfrm>
        </p:grpSpPr>
        <p:sp>
          <p:nvSpPr>
            <p:cNvPr id="294" name="Rectangle 293">
              <a:extLst>
                <a:ext uri="{FF2B5EF4-FFF2-40B4-BE49-F238E27FC236}">
                  <a16:creationId xmlns:a16="http://schemas.microsoft.com/office/drawing/2014/main" id="{23AA84BA-252F-760E-B748-216BB33D7B71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2</a:t>
              </a:r>
            </a:p>
          </p:txBody>
        </p:sp>
        <p:sp>
          <p:nvSpPr>
            <p:cNvPr id="295" name="Cercle : creux 294">
              <a:extLst>
                <a:ext uri="{FF2B5EF4-FFF2-40B4-BE49-F238E27FC236}">
                  <a16:creationId xmlns:a16="http://schemas.microsoft.com/office/drawing/2014/main" id="{7EB0D597-A016-CB7A-EA3E-C98F5EC347B2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96" name="Groupe 295">
            <a:extLst>
              <a:ext uri="{FF2B5EF4-FFF2-40B4-BE49-F238E27FC236}">
                <a16:creationId xmlns:a16="http://schemas.microsoft.com/office/drawing/2014/main" id="{17BD9C40-958A-D110-6D8F-6C28E10C671C}"/>
              </a:ext>
            </a:extLst>
          </p:cNvPr>
          <p:cNvGrpSpPr/>
          <p:nvPr/>
        </p:nvGrpSpPr>
        <p:grpSpPr>
          <a:xfrm>
            <a:off x="4902240" y="3961017"/>
            <a:ext cx="1080000" cy="1080000"/>
            <a:chOff x="4902240" y="729000"/>
            <a:chExt cx="1080000" cy="1080000"/>
          </a:xfrm>
        </p:grpSpPr>
        <p:sp>
          <p:nvSpPr>
            <p:cNvPr id="297" name="Rectangle 296">
              <a:extLst>
                <a:ext uri="{FF2B5EF4-FFF2-40B4-BE49-F238E27FC236}">
                  <a16:creationId xmlns:a16="http://schemas.microsoft.com/office/drawing/2014/main" id="{BDCB9D08-8693-D258-3E1B-3C4ECCC28457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1</a:t>
              </a:r>
            </a:p>
          </p:txBody>
        </p:sp>
        <p:sp>
          <p:nvSpPr>
            <p:cNvPr id="298" name="Cercle : creux 297">
              <a:extLst>
                <a:ext uri="{FF2B5EF4-FFF2-40B4-BE49-F238E27FC236}">
                  <a16:creationId xmlns:a16="http://schemas.microsoft.com/office/drawing/2014/main" id="{5B7C17A4-E111-D318-D65E-5A6D104D7735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99" name="Groupe 298">
            <a:extLst>
              <a:ext uri="{FF2B5EF4-FFF2-40B4-BE49-F238E27FC236}">
                <a16:creationId xmlns:a16="http://schemas.microsoft.com/office/drawing/2014/main" id="{05B44104-A109-9139-CD49-1F6E91DC0DF1}"/>
              </a:ext>
            </a:extLst>
          </p:cNvPr>
          <p:cNvGrpSpPr/>
          <p:nvPr/>
        </p:nvGrpSpPr>
        <p:grpSpPr>
          <a:xfrm>
            <a:off x="6454121" y="3951764"/>
            <a:ext cx="1080000" cy="1080000"/>
            <a:chOff x="4902240" y="729000"/>
            <a:chExt cx="1080000" cy="1080000"/>
          </a:xfrm>
        </p:grpSpPr>
        <p:sp>
          <p:nvSpPr>
            <p:cNvPr id="300" name="Rectangle 299">
              <a:extLst>
                <a:ext uri="{FF2B5EF4-FFF2-40B4-BE49-F238E27FC236}">
                  <a16:creationId xmlns:a16="http://schemas.microsoft.com/office/drawing/2014/main" id="{7B3D1776-B40A-0C8C-BD94-6B49D0BA519A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1</a:t>
              </a:r>
            </a:p>
          </p:txBody>
        </p:sp>
        <p:sp>
          <p:nvSpPr>
            <p:cNvPr id="301" name="Cercle : creux 300">
              <a:extLst>
                <a:ext uri="{FF2B5EF4-FFF2-40B4-BE49-F238E27FC236}">
                  <a16:creationId xmlns:a16="http://schemas.microsoft.com/office/drawing/2014/main" id="{0BD71F6D-F6E5-7A9F-A43E-20A7467C932C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3376149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A045176-1206-B893-ECD7-C9A54622C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6" name="Groupe 115">
            <a:extLst>
              <a:ext uri="{FF2B5EF4-FFF2-40B4-BE49-F238E27FC236}">
                <a16:creationId xmlns:a16="http://schemas.microsoft.com/office/drawing/2014/main" id="{82E7A8EF-0929-9841-8851-BC75263B0E6E}"/>
              </a:ext>
            </a:extLst>
          </p:cNvPr>
          <p:cNvGrpSpPr/>
          <p:nvPr/>
        </p:nvGrpSpPr>
        <p:grpSpPr>
          <a:xfrm>
            <a:off x="648260" y="634844"/>
            <a:ext cx="3600000" cy="5400000"/>
            <a:chOff x="778381" y="339423"/>
            <a:chExt cx="3600000" cy="5400000"/>
          </a:xfrm>
        </p:grpSpPr>
        <p:sp>
          <p:nvSpPr>
            <p:cNvPr id="117" name="Rectangle 116">
              <a:extLst>
                <a:ext uri="{FF2B5EF4-FFF2-40B4-BE49-F238E27FC236}">
                  <a16:creationId xmlns:a16="http://schemas.microsoft.com/office/drawing/2014/main" id="{FE25C964-1C77-A7C5-1BAC-B2D80988DE96}"/>
                </a:ext>
              </a:extLst>
            </p:cNvPr>
            <p:cNvSpPr/>
            <p:nvPr/>
          </p:nvSpPr>
          <p:spPr>
            <a:xfrm rot="5400000">
              <a:off x="-121619" y="1239423"/>
              <a:ext cx="5400000" cy="3600000"/>
            </a:xfrm>
            <a:prstGeom prst="rect">
              <a:avLst/>
            </a:prstGeom>
            <a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grpSp>
          <p:nvGrpSpPr>
            <p:cNvPr id="118" name="Groupe 117">
              <a:extLst>
                <a:ext uri="{FF2B5EF4-FFF2-40B4-BE49-F238E27FC236}">
                  <a16:creationId xmlns:a16="http://schemas.microsoft.com/office/drawing/2014/main" id="{F921884D-EAD2-2FFA-AAA4-DEDE1FAA14C3}"/>
                </a:ext>
              </a:extLst>
            </p:cNvPr>
            <p:cNvGrpSpPr/>
            <p:nvPr/>
          </p:nvGrpSpPr>
          <p:grpSpPr>
            <a:xfrm>
              <a:off x="935904" y="1035524"/>
              <a:ext cx="450000" cy="3600000"/>
              <a:chOff x="942178" y="1014661"/>
              <a:chExt cx="450000" cy="3600000"/>
            </a:xfrm>
          </p:grpSpPr>
          <p:sp>
            <p:nvSpPr>
              <p:cNvPr id="195" name="Rectangle 194">
                <a:extLst>
                  <a:ext uri="{FF2B5EF4-FFF2-40B4-BE49-F238E27FC236}">
                    <a16:creationId xmlns:a16="http://schemas.microsoft.com/office/drawing/2014/main" id="{296596CC-5EC1-50E7-4112-721420DCF7D8}"/>
                  </a:ext>
                </a:extLst>
              </p:cNvPr>
              <p:cNvSpPr/>
              <p:nvPr/>
            </p:nvSpPr>
            <p:spPr>
              <a:xfrm>
                <a:off x="942178" y="41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1</a:t>
                </a:r>
              </a:p>
            </p:txBody>
          </p:sp>
          <p:sp>
            <p:nvSpPr>
              <p:cNvPr id="196" name="Rectangle 195">
                <a:extLst>
                  <a:ext uri="{FF2B5EF4-FFF2-40B4-BE49-F238E27FC236}">
                    <a16:creationId xmlns:a16="http://schemas.microsoft.com/office/drawing/2014/main" id="{11D9DD5F-6571-F9E6-54EE-66A9D2E38884}"/>
                  </a:ext>
                </a:extLst>
              </p:cNvPr>
              <p:cNvSpPr/>
              <p:nvPr/>
            </p:nvSpPr>
            <p:spPr>
              <a:xfrm>
                <a:off x="942178" y="371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2</a:t>
                </a:r>
              </a:p>
            </p:txBody>
          </p:sp>
          <p:sp>
            <p:nvSpPr>
              <p:cNvPr id="197" name="Rectangle 196">
                <a:extLst>
                  <a:ext uri="{FF2B5EF4-FFF2-40B4-BE49-F238E27FC236}">
                    <a16:creationId xmlns:a16="http://schemas.microsoft.com/office/drawing/2014/main" id="{0DB77E29-551B-5267-75FE-97E491B3F212}"/>
                  </a:ext>
                </a:extLst>
              </p:cNvPr>
              <p:cNvSpPr/>
              <p:nvPr/>
            </p:nvSpPr>
            <p:spPr>
              <a:xfrm>
                <a:off x="942178" y="32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3</a:t>
                </a:r>
              </a:p>
            </p:txBody>
          </p:sp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2F1066B1-A016-2177-FAB0-AC8C1261BA48}"/>
                  </a:ext>
                </a:extLst>
              </p:cNvPr>
              <p:cNvSpPr/>
              <p:nvPr/>
            </p:nvSpPr>
            <p:spPr>
              <a:xfrm>
                <a:off x="942178" y="281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4</a:t>
                </a:r>
              </a:p>
            </p:txBody>
          </p:sp>
          <p:sp>
            <p:nvSpPr>
              <p:cNvPr id="199" name="Rectangle 198">
                <a:extLst>
                  <a:ext uri="{FF2B5EF4-FFF2-40B4-BE49-F238E27FC236}">
                    <a16:creationId xmlns:a16="http://schemas.microsoft.com/office/drawing/2014/main" id="{5B758C0D-99BA-62A2-F37D-B7BE1FEDA02E}"/>
                  </a:ext>
                </a:extLst>
              </p:cNvPr>
              <p:cNvSpPr/>
              <p:nvPr/>
            </p:nvSpPr>
            <p:spPr>
              <a:xfrm>
                <a:off x="942178" y="23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5</a:t>
                </a:r>
              </a:p>
            </p:txBody>
          </p:sp>
          <p:sp>
            <p:nvSpPr>
              <p:cNvPr id="200" name="Rectangle 199">
                <a:extLst>
                  <a:ext uri="{FF2B5EF4-FFF2-40B4-BE49-F238E27FC236}">
                    <a16:creationId xmlns:a16="http://schemas.microsoft.com/office/drawing/2014/main" id="{4DD5E158-2D45-35E4-CF15-17E26825EA5B}"/>
                  </a:ext>
                </a:extLst>
              </p:cNvPr>
              <p:cNvSpPr/>
              <p:nvPr/>
            </p:nvSpPr>
            <p:spPr>
              <a:xfrm>
                <a:off x="942178" y="191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6</a:t>
                </a:r>
              </a:p>
            </p:txBody>
          </p:sp>
          <p:sp>
            <p:nvSpPr>
              <p:cNvPr id="201" name="Rectangle 200">
                <a:extLst>
                  <a:ext uri="{FF2B5EF4-FFF2-40B4-BE49-F238E27FC236}">
                    <a16:creationId xmlns:a16="http://schemas.microsoft.com/office/drawing/2014/main" id="{36FFA508-F716-1259-A798-D9E1B44CD84F}"/>
                  </a:ext>
                </a:extLst>
              </p:cNvPr>
              <p:cNvSpPr/>
              <p:nvPr/>
            </p:nvSpPr>
            <p:spPr>
              <a:xfrm>
                <a:off x="942178" y="1464661"/>
                <a:ext cx="450000" cy="450000"/>
              </a:xfrm>
              <a:prstGeom prst="rect">
                <a:avLst/>
              </a:prstGeom>
              <a:blipFill>
                <a:blip r:embed="rId3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7</a:t>
                </a:r>
              </a:p>
            </p:txBody>
          </p:sp>
          <p:sp>
            <p:nvSpPr>
              <p:cNvPr id="202" name="Rectangle 201">
                <a:extLst>
                  <a:ext uri="{FF2B5EF4-FFF2-40B4-BE49-F238E27FC236}">
                    <a16:creationId xmlns:a16="http://schemas.microsoft.com/office/drawing/2014/main" id="{F4910E68-B432-0752-FCF7-8A5DD0614AE1}"/>
                  </a:ext>
                </a:extLst>
              </p:cNvPr>
              <p:cNvSpPr/>
              <p:nvPr/>
            </p:nvSpPr>
            <p:spPr>
              <a:xfrm>
                <a:off x="942178" y="1014661"/>
                <a:ext cx="450000" cy="450000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dirty="0">
                    <a:solidFill>
                      <a:schemeClr val="tx1"/>
                    </a:solidFill>
                    <a:latin typeface="Segoe UI Black" panose="020B0A02040204020203" pitchFamily="34" charset="0"/>
                    <a:ea typeface="Segoe UI Black" panose="020B0A02040204020203" pitchFamily="34" charset="0"/>
                  </a:rPr>
                  <a:t>8</a:t>
                </a:r>
              </a:p>
            </p:txBody>
          </p:sp>
        </p:grpSp>
        <p:sp>
          <p:nvSpPr>
            <p:cNvPr id="119" name="Rectangle 118">
              <a:extLst>
                <a:ext uri="{FF2B5EF4-FFF2-40B4-BE49-F238E27FC236}">
                  <a16:creationId xmlns:a16="http://schemas.microsoft.com/office/drawing/2014/main" id="{FD235B3B-D63F-7DF9-A558-BEC05DD94802}"/>
                </a:ext>
              </a:extLst>
            </p:cNvPr>
            <p:cNvSpPr/>
            <p:nvPr/>
          </p:nvSpPr>
          <p:spPr>
            <a:xfrm>
              <a:off x="2394902" y="3204000"/>
              <a:ext cx="1342828" cy="450000"/>
            </a:xfrm>
            <a:prstGeom prst="rect">
              <a:avLst/>
            </a:prstGeom>
            <a:solidFill>
              <a:schemeClr val="accent5">
                <a:lumMod val="20000"/>
                <a:lumOff val="80000"/>
              </a:schemeClr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Déplacer Seigneur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N</a:t>
              </a: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Tuiles</a:t>
              </a:r>
            </a:p>
          </p:txBody>
        </p:sp>
        <p:sp>
          <p:nvSpPr>
            <p:cNvPr id="120" name="Rectangle 119">
              <a:extLst>
                <a:ext uri="{FF2B5EF4-FFF2-40B4-BE49-F238E27FC236}">
                  <a16:creationId xmlns:a16="http://schemas.microsoft.com/office/drawing/2014/main" id="{A4905EDE-050A-B7BB-E29C-BF796449AAC4}"/>
                </a:ext>
              </a:extLst>
            </p:cNvPr>
            <p:cNvSpPr/>
            <p:nvPr/>
          </p:nvSpPr>
          <p:spPr>
            <a:xfrm>
              <a:off x="2394902" y="4187712"/>
              <a:ext cx="1342828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Recruter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N</a:t>
              </a: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Compagnies</a:t>
              </a:r>
            </a:p>
          </p:txBody>
        </p:sp>
        <p:sp>
          <p:nvSpPr>
            <p:cNvPr id="121" name="Rectangle 120">
              <a:extLst>
                <a:ext uri="{FF2B5EF4-FFF2-40B4-BE49-F238E27FC236}">
                  <a16:creationId xmlns:a16="http://schemas.microsoft.com/office/drawing/2014/main" id="{43DA7D41-B2D7-510B-9315-617349E33A2B}"/>
                </a:ext>
              </a:extLst>
            </p:cNvPr>
            <p:cNvSpPr/>
            <p:nvPr/>
          </p:nvSpPr>
          <p:spPr>
            <a:xfrm>
              <a:off x="2394902" y="4679568"/>
              <a:ext cx="1343940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Disperser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Compagnies</a:t>
              </a:r>
            </a:p>
          </p:txBody>
        </p:sp>
        <p:sp>
          <p:nvSpPr>
            <p:cNvPr id="122" name="Rectangle 121">
              <a:extLst>
                <a:ext uri="{FF2B5EF4-FFF2-40B4-BE49-F238E27FC236}">
                  <a16:creationId xmlns:a16="http://schemas.microsoft.com/office/drawing/2014/main" id="{FA50AF29-E758-6BCC-94AE-A5DAEE536ADE}"/>
                </a:ext>
              </a:extLst>
            </p:cNvPr>
            <p:cNvSpPr/>
            <p:nvPr/>
          </p:nvSpPr>
          <p:spPr>
            <a:xfrm>
              <a:off x="2394902" y="5171426"/>
              <a:ext cx="1345055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Concentrer Compagnies</a:t>
              </a:r>
            </a:p>
          </p:txBody>
        </p:sp>
        <p:sp>
          <p:nvSpPr>
            <p:cNvPr id="123" name="Rectangle 122">
              <a:extLst>
                <a:ext uri="{FF2B5EF4-FFF2-40B4-BE49-F238E27FC236}">
                  <a16:creationId xmlns:a16="http://schemas.microsoft.com/office/drawing/2014/main" id="{EC8A265A-1B87-87B5-D9F4-707B9361960C}"/>
                </a:ext>
              </a:extLst>
            </p:cNvPr>
            <p:cNvSpPr/>
            <p:nvPr/>
          </p:nvSpPr>
          <p:spPr>
            <a:xfrm>
              <a:off x="2394902" y="3695856"/>
              <a:ext cx="1342828" cy="450000"/>
            </a:xfrm>
            <a:prstGeom prst="rect">
              <a:avLst/>
            </a:prstGeom>
            <a:solidFill>
              <a:srgbClr val="92D050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Construire</a:t>
              </a:r>
              <a:b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Fief</a:t>
              </a:r>
            </a:p>
          </p:txBody>
        </p:sp>
        <p:grpSp>
          <p:nvGrpSpPr>
            <p:cNvPr id="124" name="Groupe 123">
              <a:extLst>
                <a:ext uri="{FF2B5EF4-FFF2-40B4-BE49-F238E27FC236}">
                  <a16:creationId xmlns:a16="http://schemas.microsoft.com/office/drawing/2014/main" id="{36B31A59-AEDF-1FEB-7093-92780B0BE1CE}"/>
                </a:ext>
              </a:extLst>
            </p:cNvPr>
            <p:cNvGrpSpPr/>
            <p:nvPr/>
          </p:nvGrpSpPr>
          <p:grpSpPr>
            <a:xfrm>
              <a:off x="3778694" y="3207985"/>
              <a:ext cx="450000" cy="450000"/>
              <a:chOff x="8641028" y="2047192"/>
              <a:chExt cx="450000" cy="450000"/>
            </a:xfrm>
          </p:grpSpPr>
          <p:sp>
            <p:nvSpPr>
              <p:cNvPr id="193" name="Rectangle 192">
                <a:extLst>
                  <a:ext uri="{FF2B5EF4-FFF2-40B4-BE49-F238E27FC236}">
                    <a16:creationId xmlns:a16="http://schemas.microsoft.com/office/drawing/2014/main" id="{39D1D8E2-BB22-8E02-ED7D-EDDFA1A1A39F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rgbClr val="FF0000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N</a:t>
                </a:r>
              </a:p>
            </p:txBody>
          </p:sp>
          <p:sp>
            <p:nvSpPr>
              <p:cNvPr id="194" name="Cercle : creux 193">
                <a:extLst>
                  <a:ext uri="{FF2B5EF4-FFF2-40B4-BE49-F238E27FC236}">
                    <a16:creationId xmlns:a16="http://schemas.microsoft.com/office/drawing/2014/main" id="{5AA821F1-CA74-6562-4F67-5B8036445869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5" name="Groupe 124">
              <a:extLst>
                <a:ext uri="{FF2B5EF4-FFF2-40B4-BE49-F238E27FC236}">
                  <a16:creationId xmlns:a16="http://schemas.microsoft.com/office/drawing/2014/main" id="{5323A80B-4E68-FC76-EA37-787CCF182E0F}"/>
                </a:ext>
              </a:extLst>
            </p:cNvPr>
            <p:cNvGrpSpPr/>
            <p:nvPr/>
          </p:nvGrpSpPr>
          <p:grpSpPr>
            <a:xfrm>
              <a:off x="3788328" y="4187712"/>
              <a:ext cx="450000" cy="450000"/>
              <a:chOff x="8641028" y="2047192"/>
              <a:chExt cx="450000" cy="450000"/>
            </a:xfrm>
          </p:grpSpPr>
          <p:sp>
            <p:nvSpPr>
              <p:cNvPr id="191" name="Rectangle 190">
                <a:extLst>
                  <a:ext uri="{FF2B5EF4-FFF2-40B4-BE49-F238E27FC236}">
                    <a16:creationId xmlns:a16="http://schemas.microsoft.com/office/drawing/2014/main" id="{DB0C4B71-3ED7-BC23-7C30-CEAB1D1B8703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rgbClr val="FF0000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N</a:t>
                </a:r>
              </a:p>
            </p:txBody>
          </p:sp>
          <p:sp>
            <p:nvSpPr>
              <p:cNvPr id="192" name="Cercle : creux 191">
                <a:extLst>
                  <a:ext uri="{FF2B5EF4-FFF2-40B4-BE49-F238E27FC236}">
                    <a16:creationId xmlns:a16="http://schemas.microsoft.com/office/drawing/2014/main" id="{2CEE9299-17D1-9D35-8550-A314D7858D1F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6" name="Groupe 125">
              <a:extLst>
                <a:ext uri="{FF2B5EF4-FFF2-40B4-BE49-F238E27FC236}">
                  <a16:creationId xmlns:a16="http://schemas.microsoft.com/office/drawing/2014/main" id="{0AFD4DA3-32AF-A2A2-0176-46B37A776C2A}"/>
                </a:ext>
              </a:extLst>
            </p:cNvPr>
            <p:cNvGrpSpPr/>
            <p:nvPr/>
          </p:nvGrpSpPr>
          <p:grpSpPr>
            <a:xfrm>
              <a:off x="3778694" y="3695856"/>
              <a:ext cx="450000" cy="450000"/>
              <a:chOff x="8641028" y="2047192"/>
              <a:chExt cx="450000" cy="450000"/>
            </a:xfrm>
          </p:grpSpPr>
          <p:sp>
            <p:nvSpPr>
              <p:cNvPr id="189" name="Rectangle 188">
                <a:extLst>
                  <a:ext uri="{FF2B5EF4-FFF2-40B4-BE49-F238E27FC236}">
                    <a16:creationId xmlns:a16="http://schemas.microsoft.com/office/drawing/2014/main" id="{C1C7199C-5603-30DE-589A-2D1756895779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90" name="Cercle : creux 189">
                <a:extLst>
                  <a:ext uri="{FF2B5EF4-FFF2-40B4-BE49-F238E27FC236}">
                    <a16:creationId xmlns:a16="http://schemas.microsoft.com/office/drawing/2014/main" id="{8AF0E2D8-9DFB-6B75-EB9E-05E8DF78811B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7" name="Groupe 126">
              <a:extLst>
                <a:ext uri="{FF2B5EF4-FFF2-40B4-BE49-F238E27FC236}">
                  <a16:creationId xmlns:a16="http://schemas.microsoft.com/office/drawing/2014/main" id="{7F8EAA8D-093D-586F-9103-52179E37A35A}"/>
                </a:ext>
              </a:extLst>
            </p:cNvPr>
            <p:cNvGrpSpPr/>
            <p:nvPr/>
          </p:nvGrpSpPr>
          <p:grpSpPr>
            <a:xfrm>
              <a:off x="3778694" y="5171426"/>
              <a:ext cx="450000" cy="450000"/>
              <a:chOff x="8641028" y="2047192"/>
              <a:chExt cx="450000" cy="450000"/>
            </a:xfrm>
          </p:grpSpPr>
          <p:sp>
            <p:nvSpPr>
              <p:cNvPr id="187" name="Rectangle 186">
                <a:extLst>
                  <a:ext uri="{FF2B5EF4-FFF2-40B4-BE49-F238E27FC236}">
                    <a16:creationId xmlns:a16="http://schemas.microsoft.com/office/drawing/2014/main" id="{7BD6C299-C3DD-C725-3584-7D2A82C04C5F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1</a:t>
                </a:r>
              </a:p>
            </p:txBody>
          </p:sp>
          <p:sp>
            <p:nvSpPr>
              <p:cNvPr id="188" name="Cercle : creux 187">
                <a:extLst>
                  <a:ext uri="{FF2B5EF4-FFF2-40B4-BE49-F238E27FC236}">
                    <a16:creationId xmlns:a16="http://schemas.microsoft.com/office/drawing/2014/main" id="{2283BFE8-9D30-7361-A76A-D5F40C823F33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8" name="Groupe 127">
              <a:extLst>
                <a:ext uri="{FF2B5EF4-FFF2-40B4-BE49-F238E27FC236}">
                  <a16:creationId xmlns:a16="http://schemas.microsoft.com/office/drawing/2014/main" id="{9FAD04EE-61FB-1A6C-C8AF-7A429E0A5C15}"/>
                </a:ext>
              </a:extLst>
            </p:cNvPr>
            <p:cNvGrpSpPr/>
            <p:nvPr/>
          </p:nvGrpSpPr>
          <p:grpSpPr>
            <a:xfrm>
              <a:off x="3778694" y="4672480"/>
              <a:ext cx="450000" cy="450000"/>
              <a:chOff x="8641028" y="2047192"/>
              <a:chExt cx="450000" cy="450000"/>
            </a:xfrm>
          </p:grpSpPr>
          <p:sp>
            <p:nvSpPr>
              <p:cNvPr id="185" name="Rectangle 184">
                <a:extLst>
                  <a:ext uri="{FF2B5EF4-FFF2-40B4-BE49-F238E27FC236}">
                    <a16:creationId xmlns:a16="http://schemas.microsoft.com/office/drawing/2014/main" id="{AE5B77E8-25C6-8761-05CC-8314D9BECF9C}"/>
                  </a:ext>
                </a:extLst>
              </p:cNvPr>
              <p:cNvSpPr/>
              <p:nvPr/>
            </p:nvSpPr>
            <p:spPr>
              <a:xfrm>
                <a:off x="8641028" y="2047192"/>
                <a:ext cx="450000" cy="450000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1</a:t>
                </a:r>
              </a:p>
            </p:txBody>
          </p:sp>
          <p:sp>
            <p:nvSpPr>
              <p:cNvPr id="186" name="Cercle : creux 185">
                <a:extLst>
                  <a:ext uri="{FF2B5EF4-FFF2-40B4-BE49-F238E27FC236}">
                    <a16:creationId xmlns:a16="http://schemas.microsoft.com/office/drawing/2014/main" id="{28EE57EF-6CB7-2DD8-FEFE-813A482922EA}"/>
                  </a:ext>
                </a:extLst>
              </p:cNvPr>
              <p:cNvSpPr/>
              <p:nvPr/>
            </p:nvSpPr>
            <p:spPr>
              <a:xfrm>
                <a:off x="8674234" y="2080398"/>
                <a:ext cx="383588" cy="383588"/>
              </a:xfrm>
              <a:prstGeom prst="donut">
                <a:avLst>
                  <a:gd name="adj" fmla="val 15429"/>
                </a:avLst>
              </a:prstGeom>
              <a:blipFill>
                <a:blip r:embed="rId4"/>
                <a:tile tx="0" ty="0" sx="100000" sy="100000" flip="none" algn="tl"/>
              </a:blip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129" name="Rectangle 128">
              <a:extLst>
                <a:ext uri="{FF2B5EF4-FFF2-40B4-BE49-F238E27FC236}">
                  <a16:creationId xmlns:a16="http://schemas.microsoft.com/office/drawing/2014/main" id="{7C08FF84-5CD9-E338-D3A4-429FCD7B2B6F}"/>
                </a:ext>
              </a:extLst>
            </p:cNvPr>
            <p:cNvSpPr/>
            <p:nvPr/>
          </p:nvSpPr>
          <p:spPr>
            <a:xfrm>
              <a:off x="2239358" y="486826"/>
              <a:ext cx="1998970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1 joueur avec </a:t>
              </a:r>
              <a:b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</a:b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0</a:t>
              </a:r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Compagnie </a:t>
              </a:r>
              <a:r>
                <a:rPr lang="fr-FR" sz="12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 </a:t>
              </a:r>
              <a:r>
                <a:rPr lang="fr-FR" sz="12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STOP</a:t>
              </a:r>
              <a:endParaRPr lang="fr-FR" sz="1200" b="1" dirty="0">
                <a:solidFill>
                  <a:srgbClr val="FF0000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30" name="Groupe 129">
              <a:extLst>
                <a:ext uri="{FF2B5EF4-FFF2-40B4-BE49-F238E27FC236}">
                  <a16:creationId xmlns:a16="http://schemas.microsoft.com/office/drawing/2014/main" id="{DEDE37B5-545F-BFAB-B093-A973F5D01B46}"/>
                </a:ext>
              </a:extLst>
            </p:cNvPr>
            <p:cNvGrpSpPr/>
            <p:nvPr/>
          </p:nvGrpSpPr>
          <p:grpSpPr>
            <a:xfrm>
              <a:off x="1911696" y="3695855"/>
              <a:ext cx="450000" cy="450000"/>
              <a:chOff x="687092" y="3792696"/>
              <a:chExt cx="450000" cy="450000"/>
            </a:xfrm>
          </p:grpSpPr>
          <p:sp>
            <p:nvSpPr>
              <p:cNvPr id="182" name="Rectangle 181">
                <a:extLst>
                  <a:ext uri="{FF2B5EF4-FFF2-40B4-BE49-F238E27FC236}">
                    <a16:creationId xmlns:a16="http://schemas.microsoft.com/office/drawing/2014/main" id="{3BB114F6-D0E7-DDC9-9E7F-5028D2A9A2F2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3" name="Rectangle 182">
                <a:extLst>
                  <a:ext uri="{FF2B5EF4-FFF2-40B4-BE49-F238E27FC236}">
                    <a16:creationId xmlns:a16="http://schemas.microsoft.com/office/drawing/2014/main" id="{BC6472EC-BA10-8B13-03E8-819F6F058F46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84" name="Ellipse 183">
                <a:extLst>
                  <a:ext uri="{FF2B5EF4-FFF2-40B4-BE49-F238E27FC236}">
                    <a16:creationId xmlns:a16="http://schemas.microsoft.com/office/drawing/2014/main" id="{9F84299D-055F-22AF-E504-67400A4DD64D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1" name="Groupe 130">
              <a:extLst>
                <a:ext uri="{FF2B5EF4-FFF2-40B4-BE49-F238E27FC236}">
                  <a16:creationId xmlns:a16="http://schemas.microsoft.com/office/drawing/2014/main" id="{94AE5CA7-8A6D-C762-2C3A-4066859EBF73}"/>
                </a:ext>
              </a:extLst>
            </p:cNvPr>
            <p:cNvGrpSpPr/>
            <p:nvPr/>
          </p:nvGrpSpPr>
          <p:grpSpPr>
            <a:xfrm>
              <a:off x="930292" y="4679568"/>
              <a:ext cx="450000" cy="450000"/>
              <a:chOff x="1653504" y="3792696"/>
              <a:chExt cx="450000" cy="450000"/>
            </a:xfrm>
          </p:grpSpPr>
          <p:sp>
            <p:nvSpPr>
              <p:cNvPr id="180" name="Rectangle 179">
                <a:extLst>
                  <a:ext uri="{FF2B5EF4-FFF2-40B4-BE49-F238E27FC236}">
                    <a16:creationId xmlns:a16="http://schemas.microsoft.com/office/drawing/2014/main" id="{02C8291E-8699-5AE7-4E8E-D73B0FDC867D}"/>
                  </a:ext>
                </a:extLst>
              </p:cNvPr>
              <p:cNvSpPr/>
              <p:nvPr/>
            </p:nvSpPr>
            <p:spPr>
              <a:xfrm>
                <a:off x="1653504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81" name="Rectangle 180">
                <a:extLst>
                  <a:ext uri="{FF2B5EF4-FFF2-40B4-BE49-F238E27FC236}">
                    <a16:creationId xmlns:a16="http://schemas.microsoft.com/office/drawing/2014/main" id="{F83C29D6-E325-6F67-A5D9-173460048616}"/>
                  </a:ext>
                </a:extLst>
              </p:cNvPr>
              <p:cNvSpPr/>
              <p:nvPr/>
            </p:nvSpPr>
            <p:spPr>
              <a:xfrm>
                <a:off x="1821354" y="3961934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2" name="Groupe 131">
              <a:extLst>
                <a:ext uri="{FF2B5EF4-FFF2-40B4-BE49-F238E27FC236}">
                  <a16:creationId xmlns:a16="http://schemas.microsoft.com/office/drawing/2014/main" id="{11BAA3CD-2D66-82B9-A946-FB733CDC20A1}"/>
                </a:ext>
              </a:extLst>
            </p:cNvPr>
            <p:cNvGrpSpPr/>
            <p:nvPr/>
          </p:nvGrpSpPr>
          <p:grpSpPr>
            <a:xfrm>
              <a:off x="1418495" y="4672480"/>
              <a:ext cx="486405" cy="450000"/>
              <a:chOff x="1170298" y="3792696"/>
              <a:chExt cx="486405" cy="450000"/>
            </a:xfrm>
          </p:grpSpPr>
          <p:sp>
            <p:nvSpPr>
              <p:cNvPr id="177" name="Rectangle 176">
                <a:extLst>
                  <a:ext uri="{FF2B5EF4-FFF2-40B4-BE49-F238E27FC236}">
                    <a16:creationId xmlns:a16="http://schemas.microsoft.com/office/drawing/2014/main" id="{D6AB359C-6DEA-0515-4C02-9236DF6B60D8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78" name="Graphique 177" descr="Pion avec un remplissage uni">
                <a:extLst>
                  <a:ext uri="{FF2B5EF4-FFF2-40B4-BE49-F238E27FC236}">
                    <a16:creationId xmlns:a16="http://schemas.microsoft.com/office/drawing/2014/main" id="{D01976E9-41A9-E38F-31DD-74E38181E3B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179" name="Rectangle 178">
                <a:extLst>
                  <a:ext uri="{FF2B5EF4-FFF2-40B4-BE49-F238E27FC236}">
                    <a16:creationId xmlns:a16="http://schemas.microsoft.com/office/drawing/2014/main" id="{32D8154F-E718-BE6C-BE66-E5946EC6E0CC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3" name="Groupe 132">
              <a:extLst>
                <a:ext uri="{FF2B5EF4-FFF2-40B4-BE49-F238E27FC236}">
                  <a16:creationId xmlns:a16="http://schemas.microsoft.com/office/drawing/2014/main" id="{4754B3DD-8560-5276-041D-75485E1DBC3D}"/>
                </a:ext>
              </a:extLst>
            </p:cNvPr>
            <p:cNvGrpSpPr/>
            <p:nvPr/>
          </p:nvGrpSpPr>
          <p:grpSpPr>
            <a:xfrm>
              <a:off x="1911696" y="4187712"/>
              <a:ext cx="450000" cy="450000"/>
              <a:chOff x="687092" y="3792696"/>
              <a:chExt cx="450000" cy="450000"/>
            </a:xfrm>
          </p:grpSpPr>
          <p:sp>
            <p:nvSpPr>
              <p:cNvPr id="174" name="Rectangle 173">
                <a:extLst>
                  <a:ext uri="{FF2B5EF4-FFF2-40B4-BE49-F238E27FC236}">
                    <a16:creationId xmlns:a16="http://schemas.microsoft.com/office/drawing/2014/main" id="{EA0D3637-7B57-B267-533F-5BFC7805A272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75" name="Rectangle 174">
                <a:extLst>
                  <a:ext uri="{FF2B5EF4-FFF2-40B4-BE49-F238E27FC236}">
                    <a16:creationId xmlns:a16="http://schemas.microsoft.com/office/drawing/2014/main" id="{19F374BA-0214-930E-0F33-09C16FE3E740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6" name="Ellipse 175">
                <a:extLst>
                  <a:ext uri="{FF2B5EF4-FFF2-40B4-BE49-F238E27FC236}">
                    <a16:creationId xmlns:a16="http://schemas.microsoft.com/office/drawing/2014/main" id="{EC3F2890-3345-BA63-434A-0CCD33DB6286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4" name="Groupe 133">
              <a:extLst>
                <a:ext uri="{FF2B5EF4-FFF2-40B4-BE49-F238E27FC236}">
                  <a16:creationId xmlns:a16="http://schemas.microsoft.com/office/drawing/2014/main" id="{91B9A2B2-8D48-3B91-66D2-EE32334C6BBF}"/>
                </a:ext>
              </a:extLst>
            </p:cNvPr>
            <p:cNvGrpSpPr/>
            <p:nvPr/>
          </p:nvGrpSpPr>
          <p:grpSpPr>
            <a:xfrm>
              <a:off x="1425291" y="4187712"/>
              <a:ext cx="486405" cy="450000"/>
              <a:chOff x="1170298" y="3792696"/>
              <a:chExt cx="486405" cy="450000"/>
            </a:xfrm>
          </p:grpSpPr>
          <p:sp>
            <p:nvSpPr>
              <p:cNvPr id="171" name="Rectangle 170">
                <a:extLst>
                  <a:ext uri="{FF2B5EF4-FFF2-40B4-BE49-F238E27FC236}">
                    <a16:creationId xmlns:a16="http://schemas.microsoft.com/office/drawing/2014/main" id="{D357152B-5964-A917-399D-86A38FD6F794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72" name="Graphique 171" descr="Pion avec un remplissage uni">
                <a:extLst>
                  <a:ext uri="{FF2B5EF4-FFF2-40B4-BE49-F238E27FC236}">
                    <a16:creationId xmlns:a16="http://schemas.microsoft.com/office/drawing/2014/main" id="{0061D64D-467E-03D7-2833-5C9EDEBB41FD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173" name="Rectangle 172">
                <a:extLst>
                  <a:ext uri="{FF2B5EF4-FFF2-40B4-BE49-F238E27FC236}">
                    <a16:creationId xmlns:a16="http://schemas.microsoft.com/office/drawing/2014/main" id="{56B9D13F-AA87-0C38-FE2A-C4C63C74DC15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5" name="Groupe 134">
              <a:extLst>
                <a:ext uri="{FF2B5EF4-FFF2-40B4-BE49-F238E27FC236}">
                  <a16:creationId xmlns:a16="http://schemas.microsoft.com/office/drawing/2014/main" id="{1A6658BB-BD19-DE87-CEE3-053F05208487}"/>
                </a:ext>
              </a:extLst>
            </p:cNvPr>
            <p:cNvGrpSpPr/>
            <p:nvPr/>
          </p:nvGrpSpPr>
          <p:grpSpPr>
            <a:xfrm>
              <a:off x="1904900" y="4672480"/>
              <a:ext cx="450000" cy="450000"/>
              <a:chOff x="687092" y="3792696"/>
              <a:chExt cx="450000" cy="450000"/>
            </a:xfrm>
          </p:grpSpPr>
          <p:sp>
            <p:nvSpPr>
              <p:cNvPr id="168" name="Rectangle 167">
                <a:extLst>
                  <a:ext uri="{FF2B5EF4-FFF2-40B4-BE49-F238E27FC236}">
                    <a16:creationId xmlns:a16="http://schemas.microsoft.com/office/drawing/2014/main" id="{F22B39C7-F8F8-25F4-90EE-C68832C0D2CC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9" name="Rectangle 168">
                <a:extLst>
                  <a:ext uri="{FF2B5EF4-FFF2-40B4-BE49-F238E27FC236}">
                    <a16:creationId xmlns:a16="http://schemas.microsoft.com/office/drawing/2014/main" id="{8CA29AAB-ACB7-63AD-1F0B-C20A6E01A544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70" name="Ellipse 169">
                <a:extLst>
                  <a:ext uri="{FF2B5EF4-FFF2-40B4-BE49-F238E27FC236}">
                    <a16:creationId xmlns:a16="http://schemas.microsoft.com/office/drawing/2014/main" id="{A6C0CAC9-BB01-57CD-68FF-05FECCA8D242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6" name="Groupe 135">
              <a:extLst>
                <a:ext uri="{FF2B5EF4-FFF2-40B4-BE49-F238E27FC236}">
                  <a16:creationId xmlns:a16="http://schemas.microsoft.com/office/drawing/2014/main" id="{47A85F2B-573F-939E-3539-FD59CEB81941}"/>
                </a:ext>
              </a:extLst>
            </p:cNvPr>
            <p:cNvGrpSpPr/>
            <p:nvPr/>
          </p:nvGrpSpPr>
          <p:grpSpPr>
            <a:xfrm>
              <a:off x="1904900" y="5171426"/>
              <a:ext cx="450000" cy="450000"/>
              <a:chOff x="687092" y="3792696"/>
              <a:chExt cx="450000" cy="450000"/>
            </a:xfrm>
          </p:grpSpPr>
          <p:sp>
            <p:nvSpPr>
              <p:cNvPr id="165" name="Rectangle 164">
                <a:extLst>
                  <a:ext uri="{FF2B5EF4-FFF2-40B4-BE49-F238E27FC236}">
                    <a16:creationId xmlns:a16="http://schemas.microsoft.com/office/drawing/2014/main" id="{D19729D0-4E04-547C-7171-F36251F956F6}"/>
                  </a:ext>
                </a:extLst>
              </p:cNvPr>
              <p:cNvSpPr/>
              <p:nvPr/>
            </p:nvSpPr>
            <p:spPr>
              <a:xfrm>
                <a:off x="687092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6" name="Rectangle 165">
                <a:extLst>
                  <a:ext uri="{FF2B5EF4-FFF2-40B4-BE49-F238E27FC236}">
                    <a16:creationId xmlns:a16="http://schemas.microsoft.com/office/drawing/2014/main" id="{EA2BBDF6-E37C-8B48-63BA-5B9FDA4C7EE4}"/>
                  </a:ext>
                </a:extLst>
              </p:cNvPr>
              <p:cNvSpPr/>
              <p:nvPr/>
            </p:nvSpPr>
            <p:spPr>
              <a:xfrm>
                <a:off x="854942" y="3974679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167" name="Ellipse 166">
                <a:extLst>
                  <a:ext uri="{FF2B5EF4-FFF2-40B4-BE49-F238E27FC236}">
                    <a16:creationId xmlns:a16="http://schemas.microsoft.com/office/drawing/2014/main" id="{978B42E1-059B-8DF4-C403-C3E0B81BBAA0}"/>
                  </a:ext>
                </a:extLst>
              </p:cNvPr>
              <p:cNvSpPr/>
              <p:nvPr/>
            </p:nvSpPr>
            <p:spPr>
              <a:xfrm>
                <a:off x="854942" y="3857998"/>
                <a:ext cx="114300" cy="114300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7" name="Groupe 136">
              <a:extLst>
                <a:ext uri="{FF2B5EF4-FFF2-40B4-BE49-F238E27FC236}">
                  <a16:creationId xmlns:a16="http://schemas.microsoft.com/office/drawing/2014/main" id="{586CD44C-0EE6-95E0-D57C-46DCFC33B65F}"/>
                </a:ext>
              </a:extLst>
            </p:cNvPr>
            <p:cNvGrpSpPr/>
            <p:nvPr/>
          </p:nvGrpSpPr>
          <p:grpSpPr>
            <a:xfrm>
              <a:off x="1418495" y="5174100"/>
              <a:ext cx="486405" cy="450000"/>
              <a:chOff x="1170298" y="3792696"/>
              <a:chExt cx="486405" cy="450000"/>
            </a:xfrm>
          </p:grpSpPr>
          <p:sp>
            <p:nvSpPr>
              <p:cNvPr id="162" name="Rectangle 161">
                <a:extLst>
                  <a:ext uri="{FF2B5EF4-FFF2-40B4-BE49-F238E27FC236}">
                    <a16:creationId xmlns:a16="http://schemas.microsoft.com/office/drawing/2014/main" id="{2BA15216-1C7B-B86A-6F65-BC6A68B59BD7}"/>
                  </a:ext>
                </a:extLst>
              </p:cNvPr>
              <p:cNvSpPr/>
              <p:nvPr/>
            </p:nvSpPr>
            <p:spPr>
              <a:xfrm>
                <a:off x="1170298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pic>
            <p:nvPicPr>
              <p:cNvPr id="163" name="Graphique 162" descr="Pion avec un remplissage uni">
                <a:extLst>
                  <a:ext uri="{FF2B5EF4-FFF2-40B4-BE49-F238E27FC236}">
                    <a16:creationId xmlns:a16="http://schemas.microsoft.com/office/drawing/2014/main" id="{D6E4ADB4-F13B-1795-3FE5-222C37F4228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p:blipFill>
            <p:spPr>
              <a:xfrm>
                <a:off x="1279513" y="3829101"/>
                <a:ext cx="377190" cy="377190"/>
              </a:xfrm>
              <a:prstGeom prst="rect">
                <a:avLst/>
              </a:prstGeom>
            </p:spPr>
          </p:pic>
          <p:sp>
            <p:nvSpPr>
              <p:cNvPr id="164" name="Rectangle 163">
                <a:extLst>
                  <a:ext uri="{FF2B5EF4-FFF2-40B4-BE49-F238E27FC236}">
                    <a16:creationId xmlns:a16="http://schemas.microsoft.com/office/drawing/2014/main" id="{982D01F6-B28F-FB84-3576-4E7AC2D56621}"/>
                  </a:ext>
                </a:extLst>
              </p:cNvPr>
              <p:cNvSpPr/>
              <p:nvPr/>
            </p:nvSpPr>
            <p:spPr>
              <a:xfrm>
                <a:off x="1241425" y="3963512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grpSp>
          <p:nvGrpSpPr>
            <p:cNvPr id="138" name="Groupe 137">
              <a:extLst>
                <a:ext uri="{FF2B5EF4-FFF2-40B4-BE49-F238E27FC236}">
                  <a16:creationId xmlns:a16="http://schemas.microsoft.com/office/drawing/2014/main" id="{A5D36D86-26D7-DFC9-F1DB-DD3354F070B1}"/>
                </a:ext>
              </a:extLst>
            </p:cNvPr>
            <p:cNvGrpSpPr/>
            <p:nvPr/>
          </p:nvGrpSpPr>
          <p:grpSpPr>
            <a:xfrm>
              <a:off x="928922" y="5171426"/>
              <a:ext cx="450000" cy="450000"/>
              <a:chOff x="1653504" y="3792696"/>
              <a:chExt cx="450000" cy="450000"/>
            </a:xfrm>
          </p:grpSpPr>
          <p:sp>
            <p:nvSpPr>
              <p:cNvPr id="160" name="Rectangle 159">
                <a:extLst>
                  <a:ext uri="{FF2B5EF4-FFF2-40B4-BE49-F238E27FC236}">
                    <a16:creationId xmlns:a16="http://schemas.microsoft.com/office/drawing/2014/main" id="{EA9233BC-5605-CDC7-EFE0-1E4D52A91324}"/>
                  </a:ext>
                </a:extLst>
              </p:cNvPr>
              <p:cNvSpPr/>
              <p:nvPr/>
            </p:nvSpPr>
            <p:spPr>
              <a:xfrm>
                <a:off x="1653504" y="3792696"/>
                <a:ext cx="450000" cy="450000"/>
              </a:xfrm>
              <a:prstGeom prst="rect">
                <a:avLst/>
              </a:prstGeom>
              <a:blipFill>
                <a:blip r:embed="rId5"/>
                <a:tile tx="0" ty="0" sx="100000" sy="100000" flip="none" algn="tl"/>
              </a:blip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61" name="Rectangle 160">
                <a:extLst>
                  <a:ext uri="{FF2B5EF4-FFF2-40B4-BE49-F238E27FC236}">
                    <a16:creationId xmlns:a16="http://schemas.microsoft.com/office/drawing/2014/main" id="{E4F37946-F6EA-8B6F-0E2A-1FBBF435E726}"/>
                  </a:ext>
                </a:extLst>
              </p:cNvPr>
              <p:cNvSpPr/>
              <p:nvPr/>
            </p:nvSpPr>
            <p:spPr>
              <a:xfrm>
                <a:off x="1821354" y="3961934"/>
                <a:ext cx="114300" cy="177935"/>
              </a:xfrm>
              <a:prstGeom prst="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</p:grpSp>
        <p:sp>
          <p:nvSpPr>
            <p:cNvPr id="139" name="Rectangle 138">
              <a:extLst>
                <a:ext uri="{FF2B5EF4-FFF2-40B4-BE49-F238E27FC236}">
                  <a16:creationId xmlns:a16="http://schemas.microsoft.com/office/drawing/2014/main" id="{9536C00B-FC46-F5B1-B4F0-AF5D1B30AAAD}"/>
                </a:ext>
              </a:extLst>
            </p:cNvPr>
            <p:cNvSpPr/>
            <p:nvPr/>
          </p:nvSpPr>
          <p:spPr>
            <a:xfrm>
              <a:off x="935905" y="486826"/>
              <a:ext cx="1251146" cy="45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36000" tIns="36000" rIns="36000" bIns="36000" rtlCol="0" anchor="ctr"/>
            <a:lstStyle/>
            <a:p>
              <a:pPr algn="ctr"/>
              <a:r>
                <a:rPr lang="fr-FR" sz="14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+</a:t>
              </a:r>
              <a:r>
                <a:rPr lang="fr-FR" sz="14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rPr>
                <a:t> Couleurs </a:t>
              </a:r>
              <a:r>
                <a:rPr lang="fr-FR" sz="1400" b="1" dirty="0">
                  <a:solidFill>
                    <a:srgbClr val="FF0000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≠</a:t>
              </a:r>
              <a:endParaRPr lang="fr-FR" sz="1400" b="1" dirty="0">
                <a:solidFill>
                  <a:srgbClr val="FF0000"/>
                </a:solidFill>
                <a:latin typeface="Segoe UI" panose="020B0502040204020203" pitchFamily="34" charset="0"/>
                <a:ea typeface="Segoe UI Black" panose="020B0A02040204020203" pitchFamily="34" charset="0"/>
                <a:cs typeface="Segoe UI" panose="020B0502040204020203" pitchFamily="34" charset="0"/>
              </a:endParaRPr>
            </a:p>
          </p:txBody>
        </p:sp>
        <p:grpSp>
          <p:nvGrpSpPr>
            <p:cNvPr id="140" name="Groupe 139">
              <a:extLst>
                <a:ext uri="{FF2B5EF4-FFF2-40B4-BE49-F238E27FC236}">
                  <a16:creationId xmlns:a16="http://schemas.microsoft.com/office/drawing/2014/main" id="{A0B82D4A-84EA-7FD7-4A2E-E0CFD4EA7514}"/>
                </a:ext>
              </a:extLst>
            </p:cNvPr>
            <p:cNvGrpSpPr/>
            <p:nvPr/>
          </p:nvGrpSpPr>
          <p:grpSpPr>
            <a:xfrm>
              <a:off x="2379046" y="1244476"/>
              <a:ext cx="1859282" cy="1647889"/>
              <a:chOff x="5298122" y="1719159"/>
              <a:chExt cx="1859282" cy="1647889"/>
            </a:xfrm>
          </p:grpSpPr>
          <p:sp>
            <p:nvSpPr>
              <p:cNvPr id="142" name="Rectangle 141">
                <a:extLst>
                  <a:ext uri="{FF2B5EF4-FFF2-40B4-BE49-F238E27FC236}">
                    <a16:creationId xmlns:a16="http://schemas.microsoft.com/office/drawing/2014/main" id="{1827C46D-8C01-8A92-2B4D-925A00988289}"/>
                  </a:ext>
                </a:extLst>
              </p:cNvPr>
              <p:cNvSpPr/>
              <p:nvPr/>
            </p:nvSpPr>
            <p:spPr>
              <a:xfrm>
                <a:off x="5298122" y="1719159"/>
                <a:ext cx="797878" cy="848559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Action sur Fief</a:t>
                </a:r>
              </a:p>
            </p:txBody>
          </p:sp>
          <p:sp>
            <p:nvSpPr>
              <p:cNvPr id="143" name="Rectangle 142">
                <a:extLst>
                  <a:ext uri="{FF2B5EF4-FFF2-40B4-BE49-F238E27FC236}">
                    <a16:creationId xmlns:a16="http://schemas.microsoft.com/office/drawing/2014/main" id="{0A21B033-838A-6136-E1A4-4A78E6777996}"/>
                  </a:ext>
                </a:extLst>
              </p:cNvPr>
              <p:cNvSpPr/>
              <p:nvPr/>
            </p:nvSpPr>
            <p:spPr>
              <a:xfrm>
                <a:off x="6096000" y="1719159"/>
                <a:ext cx="1061404" cy="216364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Compagnies</a:t>
                </a:r>
              </a:p>
            </p:txBody>
          </p:sp>
          <p:sp>
            <p:nvSpPr>
              <p:cNvPr id="144" name="Rectangle 143">
                <a:extLst>
                  <a:ext uri="{FF2B5EF4-FFF2-40B4-BE49-F238E27FC236}">
                    <a16:creationId xmlns:a16="http://schemas.microsoft.com/office/drawing/2014/main" id="{0F9FC6F4-11A4-688C-D3AC-B0FDD11A8CC7}"/>
                  </a:ext>
                </a:extLst>
              </p:cNvPr>
              <p:cNvSpPr/>
              <p:nvPr/>
            </p:nvSpPr>
            <p:spPr>
              <a:xfrm>
                <a:off x="5298122" y="2567718"/>
                <a:ext cx="797878" cy="26780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Construire</a:t>
                </a:r>
              </a:p>
            </p:txBody>
          </p:sp>
          <p:sp>
            <p:nvSpPr>
              <p:cNvPr id="145" name="Rectangle 144">
                <a:extLst>
                  <a:ext uri="{FF2B5EF4-FFF2-40B4-BE49-F238E27FC236}">
                    <a16:creationId xmlns:a16="http://schemas.microsoft.com/office/drawing/2014/main" id="{B1E12024-E905-8EAA-D35D-EAF81507BC4F}"/>
                  </a:ext>
                </a:extLst>
              </p:cNvPr>
              <p:cNvSpPr/>
              <p:nvPr/>
            </p:nvSpPr>
            <p:spPr>
              <a:xfrm>
                <a:off x="5298122" y="2835523"/>
                <a:ext cx="797878" cy="264669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Ruiner</a:t>
                </a:r>
              </a:p>
            </p:txBody>
          </p:sp>
          <p:sp>
            <p:nvSpPr>
              <p:cNvPr id="146" name="Rectangle 145">
                <a:extLst>
                  <a:ext uri="{FF2B5EF4-FFF2-40B4-BE49-F238E27FC236}">
                    <a16:creationId xmlns:a16="http://schemas.microsoft.com/office/drawing/2014/main" id="{848BE626-8682-D445-479C-85FFEC727A75}"/>
                  </a:ext>
                </a:extLst>
              </p:cNvPr>
              <p:cNvSpPr/>
              <p:nvPr/>
            </p:nvSpPr>
            <p:spPr>
              <a:xfrm>
                <a:off x="5298122" y="3100193"/>
                <a:ext cx="797878" cy="266855"/>
              </a:xfrm>
              <a:prstGeom prst="rect">
                <a:avLst/>
              </a:prstGeom>
              <a:solidFill>
                <a:schemeClr val="bg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Annexer</a:t>
                </a:r>
              </a:p>
            </p:txBody>
          </p:sp>
          <p:sp>
            <p:nvSpPr>
              <p:cNvPr id="147" name="Rectangle 146">
                <a:extLst>
                  <a:ext uri="{FF2B5EF4-FFF2-40B4-BE49-F238E27FC236}">
                    <a16:creationId xmlns:a16="http://schemas.microsoft.com/office/drawing/2014/main" id="{5803C55F-0607-3E66-9021-A8A772BBA7B5}"/>
                  </a:ext>
                </a:extLst>
              </p:cNvPr>
              <p:cNvSpPr/>
              <p:nvPr/>
            </p:nvSpPr>
            <p:spPr>
              <a:xfrm>
                <a:off x="6096000" y="1935524"/>
                <a:ext cx="268288" cy="632195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Tuile</a:t>
                </a:r>
              </a:p>
            </p:txBody>
          </p:sp>
          <p:sp>
            <p:nvSpPr>
              <p:cNvPr id="148" name="Rectangle 147">
                <a:extLst>
                  <a:ext uri="{FF2B5EF4-FFF2-40B4-BE49-F238E27FC236}">
                    <a16:creationId xmlns:a16="http://schemas.microsoft.com/office/drawing/2014/main" id="{2DF439C1-39AC-0B09-F4D1-5A64811AF113}"/>
                  </a:ext>
                </a:extLst>
              </p:cNvPr>
              <p:cNvSpPr/>
              <p:nvPr/>
            </p:nvSpPr>
            <p:spPr>
              <a:xfrm>
                <a:off x="6620990" y="1935524"/>
                <a:ext cx="268288" cy="632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Retraite</a:t>
                </a:r>
              </a:p>
            </p:txBody>
          </p:sp>
          <p:sp>
            <p:nvSpPr>
              <p:cNvPr id="149" name="Rectangle 148">
                <a:extLst>
                  <a:ext uri="{FF2B5EF4-FFF2-40B4-BE49-F238E27FC236}">
                    <a16:creationId xmlns:a16="http://schemas.microsoft.com/office/drawing/2014/main" id="{1A372AEE-88D8-F907-322F-23B1EF877768}"/>
                  </a:ext>
                </a:extLst>
              </p:cNvPr>
              <p:cNvSpPr/>
              <p:nvPr/>
            </p:nvSpPr>
            <p:spPr>
              <a:xfrm>
                <a:off x="6889116" y="1935524"/>
                <a:ext cx="268288" cy="63219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vert270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Réserve</a:t>
                </a:r>
              </a:p>
            </p:txBody>
          </p:sp>
          <p:sp>
            <p:nvSpPr>
              <p:cNvPr id="150" name="Rectangle 149">
                <a:extLst>
                  <a:ext uri="{FF2B5EF4-FFF2-40B4-BE49-F238E27FC236}">
                    <a16:creationId xmlns:a16="http://schemas.microsoft.com/office/drawing/2014/main" id="{0334A1EF-7CAD-351D-A7FB-6700B6F73B24}"/>
                  </a:ext>
                </a:extLst>
              </p:cNvPr>
              <p:cNvSpPr/>
              <p:nvPr/>
            </p:nvSpPr>
            <p:spPr>
              <a:xfrm>
                <a:off x="6369686" y="1935524"/>
                <a:ext cx="246704" cy="1429338"/>
              </a:xfrm>
              <a:prstGeom prst="rect">
                <a:avLst/>
              </a:prstGeom>
              <a:solidFill>
                <a:srgbClr val="92D05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  <a:sym typeface="Wingdings" panose="05000000000000000000" pitchFamily="2" charset="2"/>
                  </a:rPr>
                  <a:t></a:t>
                </a:r>
                <a:endParaRPr lang="fr-FR" sz="1000" b="1" dirty="0">
                  <a:solidFill>
                    <a:schemeClr val="tx1"/>
                  </a:solidFill>
                  <a:latin typeface="Segoe UI" panose="020B0502040204020203" pitchFamily="34" charset="0"/>
                  <a:ea typeface="Segoe UI Black" panose="020B0A02040204020203" pitchFamily="34" charset="0"/>
                  <a:cs typeface="Segoe UI" panose="020B0502040204020203" pitchFamily="34" charset="0"/>
                </a:endParaRPr>
              </a:p>
            </p:txBody>
          </p:sp>
          <p:sp>
            <p:nvSpPr>
              <p:cNvPr id="151" name="Rectangle 150">
                <a:extLst>
                  <a:ext uri="{FF2B5EF4-FFF2-40B4-BE49-F238E27FC236}">
                    <a16:creationId xmlns:a16="http://schemas.microsoft.com/office/drawing/2014/main" id="{EACE6982-3351-938B-96DD-65F7AF763663}"/>
                  </a:ext>
                </a:extLst>
              </p:cNvPr>
              <p:cNvSpPr/>
              <p:nvPr/>
            </p:nvSpPr>
            <p:spPr>
              <a:xfrm>
                <a:off x="6096000" y="2567718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2" name="Rectangle 151">
                <a:extLst>
                  <a:ext uri="{FF2B5EF4-FFF2-40B4-BE49-F238E27FC236}">
                    <a16:creationId xmlns:a16="http://schemas.microsoft.com/office/drawing/2014/main" id="{076B6B54-90F7-81F6-7B43-073E5232EB7A}"/>
                  </a:ext>
                </a:extLst>
              </p:cNvPr>
              <p:cNvSpPr/>
              <p:nvPr/>
            </p:nvSpPr>
            <p:spPr>
              <a:xfrm>
                <a:off x="6096000" y="2835523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3" name="Rectangle 152">
                <a:extLst>
                  <a:ext uri="{FF2B5EF4-FFF2-40B4-BE49-F238E27FC236}">
                    <a16:creationId xmlns:a16="http://schemas.microsoft.com/office/drawing/2014/main" id="{E9357653-7124-770C-EC09-C7F8ED8B7C80}"/>
                  </a:ext>
                </a:extLst>
              </p:cNvPr>
              <p:cNvSpPr/>
              <p:nvPr/>
            </p:nvSpPr>
            <p:spPr>
              <a:xfrm>
                <a:off x="6096000" y="3100193"/>
                <a:ext cx="268288" cy="26466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9</a:t>
                </a:r>
              </a:p>
            </p:txBody>
          </p:sp>
          <p:sp>
            <p:nvSpPr>
              <p:cNvPr id="154" name="Rectangle 153">
                <a:extLst>
                  <a:ext uri="{FF2B5EF4-FFF2-40B4-BE49-F238E27FC236}">
                    <a16:creationId xmlns:a16="http://schemas.microsoft.com/office/drawing/2014/main" id="{973B7758-D503-B1BC-2594-9D0FD2CA7CAD}"/>
                  </a:ext>
                </a:extLst>
              </p:cNvPr>
              <p:cNvSpPr/>
              <p:nvPr/>
            </p:nvSpPr>
            <p:spPr>
              <a:xfrm>
                <a:off x="6620990" y="2567718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5" name="Rectangle 154">
                <a:extLst>
                  <a:ext uri="{FF2B5EF4-FFF2-40B4-BE49-F238E27FC236}">
                    <a16:creationId xmlns:a16="http://schemas.microsoft.com/office/drawing/2014/main" id="{12F4E3D5-ECB6-F129-CFD9-F74C5FE12D24}"/>
                  </a:ext>
                </a:extLst>
              </p:cNvPr>
              <p:cNvSpPr/>
              <p:nvPr/>
            </p:nvSpPr>
            <p:spPr>
              <a:xfrm>
                <a:off x="6889116" y="2835523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6" name="Rectangle 155">
                <a:extLst>
                  <a:ext uri="{FF2B5EF4-FFF2-40B4-BE49-F238E27FC236}">
                    <a16:creationId xmlns:a16="http://schemas.microsoft.com/office/drawing/2014/main" id="{91CB23FE-19A2-3744-7DE4-B94A3963A048}"/>
                  </a:ext>
                </a:extLst>
              </p:cNvPr>
              <p:cNvSpPr/>
              <p:nvPr/>
            </p:nvSpPr>
            <p:spPr>
              <a:xfrm>
                <a:off x="6620990" y="3100193"/>
                <a:ext cx="268288" cy="26466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3</a:t>
                </a:r>
              </a:p>
            </p:txBody>
          </p:sp>
          <p:sp>
            <p:nvSpPr>
              <p:cNvPr id="157" name="Rectangle 156">
                <a:extLst>
                  <a:ext uri="{FF2B5EF4-FFF2-40B4-BE49-F238E27FC236}">
                    <a16:creationId xmlns:a16="http://schemas.microsoft.com/office/drawing/2014/main" id="{9A8B363A-FA46-B651-5733-02B24A0D7E43}"/>
                  </a:ext>
                </a:extLst>
              </p:cNvPr>
              <p:cNvSpPr/>
              <p:nvPr/>
            </p:nvSpPr>
            <p:spPr>
              <a:xfrm>
                <a:off x="6889116" y="3100193"/>
                <a:ext cx="268288" cy="264669"/>
              </a:xfrm>
              <a:prstGeom prst="rect">
                <a:avLst/>
              </a:prstGeom>
              <a:solidFill>
                <a:srgbClr val="FFC0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6</a:t>
                </a:r>
              </a:p>
            </p:txBody>
          </p:sp>
          <p:sp>
            <p:nvSpPr>
              <p:cNvPr id="158" name="Rectangle 157">
                <a:extLst>
                  <a:ext uri="{FF2B5EF4-FFF2-40B4-BE49-F238E27FC236}">
                    <a16:creationId xmlns:a16="http://schemas.microsoft.com/office/drawing/2014/main" id="{D012E91C-A7F3-268A-B0AE-23EF69B097F9}"/>
                  </a:ext>
                </a:extLst>
              </p:cNvPr>
              <p:cNvSpPr/>
              <p:nvPr/>
            </p:nvSpPr>
            <p:spPr>
              <a:xfrm>
                <a:off x="6620990" y="2835523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-</a:t>
                </a:r>
              </a:p>
            </p:txBody>
          </p:sp>
          <p:sp>
            <p:nvSpPr>
              <p:cNvPr id="159" name="Rectangle 158">
                <a:extLst>
                  <a:ext uri="{FF2B5EF4-FFF2-40B4-BE49-F238E27FC236}">
                    <a16:creationId xmlns:a16="http://schemas.microsoft.com/office/drawing/2014/main" id="{762E24A4-B38A-C699-8959-3605466A955E}"/>
                  </a:ext>
                </a:extLst>
              </p:cNvPr>
              <p:cNvSpPr/>
              <p:nvPr/>
            </p:nvSpPr>
            <p:spPr>
              <a:xfrm>
                <a:off x="6889116" y="2567718"/>
                <a:ext cx="268288" cy="264669"/>
              </a:xfrm>
              <a:prstGeom prst="rect">
                <a:avLst/>
              </a:prstGeom>
              <a:solidFill>
                <a:srgbClr val="FFFF00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vert="horz" lIns="36000" tIns="36000" rIns="36000" bIns="36000" rtlCol="0" anchor="ctr"/>
              <a:lstStyle/>
              <a:p>
                <a:pPr algn="ctr"/>
                <a:r>
                  <a:rPr lang="fr-FR" sz="1000" b="1" dirty="0">
                    <a:solidFill>
                      <a:schemeClr val="tx1"/>
                    </a:solidFill>
                    <a:latin typeface="Segoe UI" panose="020B0502040204020203" pitchFamily="34" charset="0"/>
                    <a:ea typeface="Segoe UI Black" panose="020B0A02040204020203" pitchFamily="34" charset="0"/>
                    <a:cs typeface="Segoe UI" panose="020B0502040204020203" pitchFamily="34" charset="0"/>
                  </a:rPr>
                  <a:t>-</a:t>
                </a:r>
              </a:p>
            </p:txBody>
          </p:sp>
        </p:grpSp>
        <p:sp>
          <p:nvSpPr>
            <p:cNvPr id="141" name="Rectangle 140">
              <a:extLst>
                <a:ext uri="{FF2B5EF4-FFF2-40B4-BE49-F238E27FC236}">
                  <a16:creationId xmlns:a16="http://schemas.microsoft.com/office/drawing/2014/main" id="{AAEE8FE3-067A-1650-C71F-258FB01E52A5}"/>
                </a:ext>
              </a:extLst>
            </p:cNvPr>
            <p:cNvSpPr/>
            <p:nvPr/>
          </p:nvSpPr>
          <p:spPr>
            <a:xfrm rot="16200000">
              <a:off x="832744" y="2058341"/>
              <a:ext cx="2026920" cy="615553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fr-FR" sz="2000" dirty="0">
                  <a:solidFill>
                    <a:schemeClr val="tx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Les Marches : Escarmouche</a:t>
              </a:r>
            </a:p>
          </p:txBody>
        </p:sp>
      </p:grpSp>
      <p:grpSp>
        <p:nvGrpSpPr>
          <p:cNvPr id="3" name="Groupe 2">
            <a:extLst>
              <a:ext uri="{FF2B5EF4-FFF2-40B4-BE49-F238E27FC236}">
                <a16:creationId xmlns:a16="http://schemas.microsoft.com/office/drawing/2014/main" id="{6CA267D3-8476-760E-33A3-02C9350B351D}"/>
              </a:ext>
            </a:extLst>
          </p:cNvPr>
          <p:cNvGrpSpPr/>
          <p:nvPr/>
        </p:nvGrpSpPr>
        <p:grpSpPr>
          <a:xfrm>
            <a:off x="4902240" y="736984"/>
            <a:ext cx="1080000" cy="1080000"/>
            <a:chOff x="4902240" y="729000"/>
            <a:chExt cx="1080000" cy="1080000"/>
          </a:xfrm>
        </p:grpSpPr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E6FCA6A-A119-5C82-325E-8D10F3538714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3</a:t>
              </a:r>
            </a:p>
          </p:txBody>
        </p:sp>
        <p:sp>
          <p:nvSpPr>
            <p:cNvPr id="12" name="Cercle : creux 11">
              <a:extLst>
                <a:ext uri="{FF2B5EF4-FFF2-40B4-BE49-F238E27FC236}">
                  <a16:creationId xmlns:a16="http://schemas.microsoft.com/office/drawing/2014/main" id="{89EE3EF2-30A0-C895-C954-9B67D6241025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16" name="Groupe 15">
            <a:extLst>
              <a:ext uri="{FF2B5EF4-FFF2-40B4-BE49-F238E27FC236}">
                <a16:creationId xmlns:a16="http://schemas.microsoft.com/office/drawing/2014/main" id="{36597A02-8CAD-6A77-AB0F-EAA65A108939}"/>
              </a:ext>
            </a:extLst>
          </p:cNvPr>
          <p:cNvGrpSpPr/>
          <p:nvPr/>
        </p:nvGrpSpPr>
        <p:grpSpPr>
          <a:xfrm>
            <a:off x="6454121" y="727731"/>
            <a:ext cx="1080000" cy="1080000"/>
            <a:chOff x="4902240" y="729000"/>
            <a:chExt cx="1080000" cy="1080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68EBFF6-420C-65D4-687E-C245D7E92C9D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3</a:t>
              </a:r>
            </a:p>
          </p:txBody>
        </p:sp>
        <p:sp>
          <p:nvSpPr>
            <p:cNvPr id="21" name="Cercle : creux 20">
              <a:extLst>
                <a:ext uri="{FF2B5EF4-FFF2-40B4-BE49-F238E27FC236}">
                  <a16:creationId xmlns:a16="http://schemas.microsoft.com/office/drawing/2014/main" id="{25A9308F-29DF-B066-34CC-107C4CA1DE6B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3" name="Groupe 22">
            <a:extLst>
              <a:ext uri="{FF2B5EF4-FFF2-40B4-BE49-F238E27FC236}">
                <a16:creationId xmlns:a16="http://schemas.microsoft.com/office/drawing/2014/main" id="{6A9ADA8F-4FFA-A312-E750-0B5112D290D3}"/>
              </a:ext>
            </a:extLst>
          </p:cNvPr>
          <p:cNvGrpSpPr/>
          <p:nvPr/>
        </p:nvGrpSpPr>
        <p:grpSpPr>
          <a:xfrm>
            <a:off x="7944791" y="736984"/>
            <a:ext cx="1080000" cy="1080000"/>
            <a:chOff x="4902240" y="729000"/>
            <a:chExt cx="1080000" cy="10800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AF22AFD3-DEDF-5A30-6411-B407AA3C1A18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3</a:t>
              </a:r>
            </a:p>
          </p:txBody>
        </p:sp>
        <p:sp>
          <p:nvSpPr>
            <p:cNvPr id="26" name="Cercle : creux 25">
              <a:extLst>
                <a:ext uri="{FF2B5EF4-FFF2-40B4-BE49-F238E27FC236}">
                  <a16:creationId xmlns:a16="http://schemas.microsoft.com/office/drawing/2014/main" id="{8970F59D-1DA1-C075-AEF9-D597AB1BF8ED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27" name="Groupe 26">
            <a:extLst>
              <a:ext uri="{FF2B5EF4-FFF2-40B4-BE49-F238E27FC236}">
                <a16:creationId xmlns:a16="http://schemas.microsoft.com/office/drawing/2014/main" id="{E31027A6-4735-D92D-C30A-D931A28143EC}"/>
              </a:ext>
            </a:extLst>
          </p:cNvPr>
          <p:cNvGrpSpPr/>
          <p:nvPr/>
        </p:nvGrpSpPr>
        <p:grpSpPr>
          <a:xfrm>
            <a:off x="4902240" y="2349001"/>
            <a:ext cx="1080000" cy="1080000"/>
            <a:chOff x="4902240" y="729000"/>
            <a:chExt cx="1080000" cy="1080000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A9979EBA-4688-68F2-720C-CB27537A0BFB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2</a:t>
              </a:r>
            </a:p>
          </p:txBody>
        </p:sp>
        <p:sp>
          <p:nvSpPr>
            <p:cNvPr id="29" name="Cercle : creux 28">
              <a:extLst>
                <a:ext uri="{FF2B5EF4-FFF2-40B4-BE49-F238E27FC236}">
                  <a16:creationId xmlns:a16="http://schemas.microsoft.com/office/drawing/2014/main" id="{AC6B1469-E165-F12E-2CA1-B24429168C7A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31" name="Groupe 30">
            <a:extLst>
              <a:ext uri="{FF2B5EF4-FFF2-40B4-BE49-F238E27FC236}">
                <a16:creationId xmlns:a16="http://schemas.microsoft.com/office/drawing/2014/main" id="{AEFD47C2-B91E-8B97-AEC4-DDDFC91F5D79}"/>
              </a:ext>
            </a:extLst>
          </p:cNvPr>
          <p:cNvGrpSpPr/>
          <p:nvPr/>
        </p:nvGrpSpPr>
        <p:grpSpPr>
          <a:xfrm>
            <a:off x="6454121" y="2339747"/>
            <a:ext cx="1080000" cy="1080000"/>
            <a:chOff x="4902240" y="729000"/>
            <a:chExt cx="1080000" cy="1080000"/>
          </a:xfrm>
        </p:grpSpPr>
        <p:sp>
          <p:nvSpPr>
            <p:cNvPr id="35" name="Rectangle 34">
              <a:extLst>
                <a:ext uri="{FF2B5EF4-FFF2-40B4-BE49-F238E27FC236}">
                  <a16:creationId xmlns:a16="http://schemas.microsoft.com/office/drawing/2014/main" id="{F86969BD-5CB0-A202-D855-0D86A674D956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2</a:t>
              </a:r>
            </a:p>
          </p:txBody>
        </p:sp>
        <p:sp>
          <p:nvSpPr>
            <p:cNvPr id="39" name="Cercle : creux 38">
              <a:extLst>
                <a:ext uri="{FF2B5EF4-FFF2-40B4-BE49-F238E27FC236}">
                  <a16:creationId xmlns:a16="http://schemas.microsoft.com/office/drawing/2014/main" id="{A5276A7A-0BBA-5DCC-D016-6E5D2E8508F9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57" name="Groupe 56">
            <a:extLst>
              <a:ext uri="{FF2B5EF4-FFF2-40B4-BE49-F238E27FC236}">
                <a16:creationId xmlns:a16="http://schemas.microsoft.com/office/drawing/2014/main" id="{6526A046-1174-4C36-7015-34FF12E8B9E8}"/>
              </a:ext>
            </a:extLst>
          </p:cNvPr>
          <p:cNvGrpSpPr/>
          <p:nvPr/>
        </p:nvGrpSpPr>
        <p:grpSpPr>
          <a:xfrm>
            <a:off x="7944791" y="2349000"/>
            <a:ext cx="1080000" cy="1080000"/>
            <a:chOff x="4902240" y="729000"/>
            <a:chExt cx="1080000" cy="1080000"/>
          </a:xfrm>
        </p:grpSpPr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73C0EE41-DC82-6463-EC97-BEF5218EAA89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2</a:t>
              </a:r>
            </a:p>
          </p:txBody>
        </p:sp>
        <p:sp>
          <p:nvSpPr>
            <p:cNvPr id="66" name="Cercle : creux 65">
              <a:extLst>
                <a:ext uri="{FF2B5EF4-FFF2-40B4-BE49-F238E27FC236}">
                  <a16:creationId xmlns:a16="http://schemas.microsoft.com/office/drawing/2014/main" id="{F0BE4FA2-189B-0CC8-030E-2EA78A3D56CD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70" name="Groupe 69">
            <a:extLst>
              <a:ext uri="{FF2B5EF4-FFF2-40B4-BE49-F238E27FC236}">
                <a16:creationId xmlns:a16="http://schemas.microsoft.com/office/drawing/2014/main" id="{EFAFF7F3-7392-4F93-E1AF-E20B2F227450}"/>
              </a:ext>
            </a:extLst>
          </p:cNvPr>
          <p:cNvGrpSpPr/>
          <p:nvPr/>
        </p:nvGrpSpPr>
        <p:grpSpPr>
          <a:xfrm>
            <a:off x="9461875" y="2339747"/>
            <a:ext cx="1080000" cy="1080000"/>
            <a:chOff x="4902240" y="729000"/>
            <a:chExt cx="1080000" cy="1080000"/>
          </a:xfrm>
        </p:grpSpPr>
        <p:sp>
          <p:nvSpPr>
            <p:cNvPr id="72" name="Rectangle 71">
              <a:extLst>
                <a:ext uri="{FF2B5EF4-FFF2-40B4-BE49-F238E27FC236}">
                  <a16:creationId xmlns:a16="http://schemas.microsoft.com/office/drawing/2014/main" id="{ABE7B5B1-5DBA-D79D-DE4D-10FAE62A407D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2</a:t>
              </a:r>
            </a:p>
          </p:txBody>
        </p:sp>
        <p:sp>
          <p:nvSpPr>
            <p:cNvPr id="101" name="Cercle : creux 100">
              <a:extLst>
                <a:ext uri="{FF2B5EF4-FFF2-40B4-BE49-F238E27FC236}">
                  <a16:creationId xmlns:a16="http://schemas.microsoft.com/office/drawing/2014/main" id="{6311F6D0-E3F1-0106-1A04-AB0E0B0D86CE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103" name="Groupe 102">
            <a:extLst>
              <a:ext uri="{FF2B5EF4-FFF2-40B4-BE49-F238E27FC236}">
                <a16:creationId xmlns:a16="http://schemas.microsoft.com/office/drawing/2014/main" id="{C483EE41-5295-4C4A-44A5-E9768AB09152}"/>
              </a:ext>
            </a:extLst>
          </p:cNvPr>
          <p:cNvGrpSpPr/>
          <p:nvPr/>
        </p:nvGrpSpPr>
        <p:grpSpPr>
          <a:xfrm>
            <a:off x="4902240" y="3961017"/>
            <a:ext cx="1080000" cy="1080000"/>
            <a:chOff x="4902240" y="729000"/>
            <a:chExt cx="1080000" cy="1080000"/>
          </a:xfrm>
        </p:grpSpPr>
        <p:sp>
          <p:nvSpPr>
            <p:cNvPr id="105" name="Rectangle 104">
              <a:extLst>
                <a:ext uri="{FF2B5EF4-FFF2-40B4-BE49-F238E27FC236}">
                  <a16:creationId xmlns:a16="http://schemas.microsoft.com/office/drawing/2014/main" id="{6F144B56-FB10-3DF4-5634-E883057F0FD0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1</a:t>
              </a:r>
            </a:p>
          </p:txBody>
        </p:sp>
        <p:sp>
          <p:nvSpPr>
            <p:cNvPr id="107" name="Cercle : creux 106">
              <a:extLst>
                <a:ext uri="{FF2B5EF4-FFF2-40B4-BE49-F238E27FC236}">
                  <a16:creationId xmlns:a16="http://schemas.microsoft.com/office/drawing/2014/main" id="{F31A106F-8D5E-1ADD-E24F-CCA9C2B5C6D5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  <p:grpSp>
        <p:nvGrpSpPr>
          <p:cNvPr id="109" name="Groupe 108">
            <a:extLst>
              <a:ext uri="{FF2B5EF4-FFF2-40B4-BE49-F238E27FC236}">
                <a16:creationId xmlns:a16="http://schemas.microsoft.com/office/drawing/2014/main" id="{D18AD72D-305E-AA27-E1A4-8FFC572D6F0F}"/>
              </a:ext>
            </a:extLst>
          </p:cNvPr>
          <p:cNvGrpSpPr/>
          <p:nvPr/>
        </p:nvGrpSpPr>
        <p:grpSpPr>
          <a:xfrm>
            <a:off x="6454121" y="3951764"/>
            <a:ext cx="1080000" cy="1080000"/>
            <a:chOff x="4902240" y="729000"/>
            <a:chExt cx="1080000" cy="1080000"/>
          </a:xfrm>
        </p:grpSpPr>
        <p:sp>
          <p:nvSpPr>
            <p:cNvPr id="111" name="Rectangle 110">
              <a:extLst>
                <a:ext uri="{FF2B5EF4-FFF2-40B4-BE49-F238E27FC236}">
                  <a16:creationId xmlns:a16="http://schemas.microsoft.com/office/drawing/2014/main" id="{43EDC5F1-0155-FD14-AEC0-11E5891C61BF}"/>
                </a:ext>
              </a:extLst>
            </p:cNvPr>
            <p:cNvSpPr/>
            <p:nvPr/>
          </p:nvSpPr>
          <p:spPr>
            <a:xfrm>
              <a:off x="4902240" y="729000"/>
              <a:ext cx="1080000" cy="1080000"/>
            </a:xfrm>
            <a:prstGeom prst="rect">
              <a:avLst/>
            </a:prstGeom>
            <a:blipFill>
              <a:blip r:embed="rId2">
                <a:duotone>
                  <a:schemeClr val="accent2">
                    <a:shade val="45000"/>
                    <a:satMod val="135000"/>
                  </a:schemeClr>
                  <a:prstClr val="white"/>
                </a:duotone>
              </a:blip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fr-FR" sz="3200" dirty="0">
                  <a:solidFill>
                    <a:schemeClr val="tx1"/>
                  </a:solidFill>
                  <a:latin typeface="Segoe UI Black" panose="020B0A02040204020203" pitchFamily="34" charset="0"/>
                  <a:ea typeface="Segoe UI Black" panose="020B0A02040204020203" pitchFamily="34" charset="0"/>
                </a:rPr>
                <a:t>1</a:t>
              </a:r>
            </a:p>
          </p:txBody>
        </p:sp>
        <p:sp>
          <p:nvSpPr>
            <p:cNvPr id="112" name="Cercle : creux 111">
              <a:extLst>
                <a:ext uri="{FF2B5EF4-FFF2-40B4-BE49-F238E27FC236}">
                  <a16:creationId xmlns:a16="http://schemas.microsoft.com/office/drawing/2014/main" id="{148FD57C-492C-4AD0-1E3D-65A07DEFBA15}"/>
                </a:ext>
              </a:extLst>
            </p:cNvPr>
            <p:cNvSpPr/>
            <p:nvPr/>
          </p:nvSpPr>
          <p:spPr>
            <a:xfrm>
              <a:off x="4971837" y="798597"/>
              <a:ext cx="940806" cy="940806"/>
            </a:xfrm>
            <a:prstGeom prst="donut">
              <a:avLst>
                <a:gd name="adj" fmla="val 23534"/>
              </a:avLst>
            </a:prstGeom>
            <a:blipFill>
              <a:blip r:embed="rId4"/>
              <a:tile tx="0" ty="0" sx="100000" sy="100000" flip="none" algn="tl"/>
            </a:blipFill>
            <a:ln>
              <a:noFill/>
            </a:ln>
            <a:effectLst>
              <a:outerShdw blurRad="44450" dist="27940" dir="5400000" algn="ctr">
                <a:srgbClr val="000000">
                  <a:alpha val="32000"/>
                </a:srgbClr>
              </a:outerShdw>
            </a:effectLst>
            <a:scene3d>
              <a:camera prst="orthographicFront">
                <a:rot lat="0" lon="0" rev="0"/>
              </a:camera>
              <a:lightRig rig="balanced" dir="t">
                <a:rot lat="0" lon="0" rev="8700000"/>
              </a:lightRig>
            </a:scene3d>
            <a:sp3d>
              <a:bevelT w="190500" h="38100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30522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4F15F5-0B09-027E-838E-99ED697384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e 2">
            <a:extLst>
              <a:ext uri="{FF2B5EF4-FFF2-40B4-BE49-F238E27FC236}">
                <a16:creationId xmlns:a16="http://schemas.microsoft.com/office/drawing/2014/main" id="{48587C45-9097-4BB0-6016-728D8D920B4E}"/>
              </a:ext>
            </a:extLst>
          </p:cNvPr>
          <p:cNvGrpSpPr/>
          <p:nvPr/>
        </p:nvGrpSpPr>
        <p:grpSpPr>
          <a:xfrm>
            <a:off x="672690" y="739887"/>
            <a:ext cx="2160000" cy="2160000"/>
            <a:chOff x="297876" y="703083"/>
            <a:chExt cx="1800000" cy="1800000"/>
          </a:xfrm>
        </p:grpSpPr>
        <p:pic>
          <p:nvPicPr>
            <p:cNvPr id="20" name="Image 19">
              <a:extLst>
                <a:ext uri="{FF2B5EF4-FFF2-40B4-BE49-F238E27FC236}">
                  <a16:creationId xmlns:a16="http://schemas.microsoft.com/office/drawing/2014/main" id="{BB934136-FA7F-583F-7EDF-A1856EECA04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F5F5F5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876" y="703083"/>
              <a:ext cx="1800000" cy="180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2" name="Ellipse 71">
              <a:extLst>
                <a:ext uri="{FF2B5EF4-FFF2-40B4-BE49-F238E27FC236}">
                  <a16:creationId xmlns:a16="http://schemas.microsoft.com/office/drawing/2014/main" id="{1461958D-003C-9778-6EA5-1A02C1FB256F}"/>
                </a:ext>
              </a:extLst>
            </p:cNvPr>
            <p:cNvSpPr/>
            <p:nvPr/>
          </p:nvSpPr>
          <p:spPr>
            <a:xfrm>
              <a:off x="1146291" y="2343841"/>
              <a:ext cx="108000" cy="108000"/>
            </a:xfrm>
            <a:prstGeom prst="ellipse">
              <a:avLst/>
            </a:prstGeom>
            <a:ln>
              <a:solidFill>
                <a:srgbClr val="F5F5F5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07" name="Ellipse 106">
              <a:extLst>
                <a:ext uri="{FF2B5EF4-FFF2-40B4-BE49-F238E27FC236}">
                  <a16:creationId xmlns:a16="http://schemas.microsoft.com/office/drawing/2014/main" id="{BCB7AAA6-BC81-F486-6C9D-A3BC3A44352D}"/>
                </a:ext>
              </a:extLst>
            </p:cNvPr>
            <p:cNvSpPr/>
            <p:nvPr/>
          </p:nvSpPr>
          <p:spPr>
            <a:xfrm>
              <a:off x="1143876" y="748590"/>
              <a:ext cx="108000" cy="108000"/>
            </a:xfrm>
            <a:prstGeom prst="ellipse">
              <a:avLst/>
            </a:prstGeom>
            <a:ln>
              <a:solidFill>
                <a:srgbClr val="F5F5F5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4" name="Groupe 3">
            <a:extLst>
              <a:ext uri="{FF2B5EF4-FFF2-40B4-BE49-F238E27FC236}">
                <a16:creationId xmlns:a16="http://schemas.microsoft.com/office/drawing/2014/main" id="{7031D788-213B-6777-3C61-CCEF6011BC83}"/>
              </a:ext>
            </a:extLst>
          </p:cNvPr>
          <p:cNvGrpSpPr>
            <a:grpSpLocks noChangeAspect="1"/>
          </p:cNvGrpSpPr>
          <p:nvPr/>
        </p:nvGrpSpPr>
        <p:grpSpPr>
          <a:xfrm>
            <a:off x="3532628" y="739887"/>
            <a:ext cx="2160000" cy="2160000"/>
            <a:chOff x="2943876" y="703083"/>
            <a:chExt cx="1800000" cy="1800000"/>
          </a:xfrm>
        </p:grpSpPr>
        <p:pic>
          <p:nvPicPr>
            <p:cNvPr id="23" name="Image 22">
              <a:extLst>
                <a:ext uri="{FF2B5EF4-FFF2-40B4-BE49-F238E27FC236}">
                  <a16:creationId xmlns:a16="http://schemas.microsoft.com/office/drawing/2014/main" id="{2D6CF4AD-9A43-F331-844F-CDA12B8695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C8E6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3876" y="703083"/>
              <a:ext cx="1800000" cy="180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111" name="Ellipse 110">
              <a:extLst>
                <a:ext uri="{FF2B5EF4-FFF2-40B4-BE49-F238E27FC236}">
                  <a16:creationId xmlns:a16="http://schemas.microsoft.com/office/drawing/2014/main" id="{B42904EB-9575-C0B8-AFBA-86E676F228EA}"/>
                </a:ext>
              </a:extLst>
            </p:cNvPr>
            <p:cNvSpPr/>
            <p:nvPr/>
          </p:nvSpPr>
          <p:spPr>
            <a:xfrm>
              <a:off x="3735017" y="748590"/>
              <a:ext cx="108000" cy="108000"/>
            </a:xfrm>
            <a:prstGeom prst="ellipse">
              <a:avLst/>
            </a:prstGeom>
            <a:ln>
              <a:solidFill>
                <a:srgbClr val="C8E6C9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6" name="Ellipse 115">
              <a:extLst>
                <a:ext uri="{FF2B5EF4-FFF2-40B4-BE49-F238E27FC236}">
                  <a16:creationId xmlns:a16="http://schemas.microsoft.com/office/drawing/2014/main" id="{629D82BA-D8F7-A939-26F2-109F5057D4ED}"/>
                </a:ext>
              </a:extLst>
            </p:cNvPr>
            <p:cNvSpPr/>
            <p:nvPr/>
          </p:nvSpPr>
          <p:spPr>
            <a:xfrm>
              <a:off x="3861916" y="748590"/>
              <a:ext cx="108000" cy="108000"/>
            </a:xfrm>
            <a:prstGeom prst="ellipse">
              <a:avLst/>
            </a:prstGeom>
            <a:ln>
              <a:solidFill>
                <a:srgbClr val="C8E6C9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18" name="Ellipse 117">
              <a:extLst>
                <a:ext uri="{FF2B5EF4-FFF2-40B4-BE49-F238E27FC236}">
                  <a16:creationId xmlns:a16="http://schemas.microsoft.com/office/drawing/2014/main" id="{031EDA4D-84C7-6061-00F7-B8D9C08E2613}"/>
                </a:ext>
              </a:extLst>
            </p:cNvPr>
            <p:cNvSpPr/>
            <p:nvPr/>
          </p:nvSpPr>
          <p:spPr>
            <a:xfrm>
              <a:off x="3735017" y="2343841"/>
              <a:ext cx="108000" cy="108000"/>
            </a:xfrm>
            <a:prstGeom prst="ellipse">
              <a:avLst/>
            </a:prstGeom>
            <a:ln>
              <a:solidFill>
                <a:srgbClr val="C8E6C9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120" name="Ellipse 119">
              <a:extLst>
                <a:ext uri="{FF2B5EF4-FFF2-40B4-BE49-F238E27FC236}">
                  <a16:creationId xmlns:a16="http://schemas.microsoft.com/office/drawing/2014/main" id="{E31514CC-075C-C67D-95EB-B2DABD3ACDE1}"/>
                </a:ext>
              </a:extLst>
            </p:cNvPr>
            <p:cNvSpPr/>
            <p:nvPr/>
          </p:nvSpPr>
          <p:spPr>
            <a:xfrm>
              <a:off x="3864384" y="2343841"/>
              <a:ext cx="108000" cy="108000"/>
            </a:xfrm>
            <a:prstGeom prst="ellipse">
              <a:avLst/>
            </a:prstGeom>
            <a:ln>
              <a:solidFill>
                <a:srgbClr val="C8E6C9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B1B6472A-A435-178A-5F4C-D9E9B25EE971}"/>
              </a:ext>
            </a:extLst>
          </p:cNvPr>
          <p:cNvGrpSpPr>
            <a:grpSpLocks noChangeAspect="1"/>
          </p:cNvGrpSpPr>
          <p:nvPr/>
        </p:nvGrpSpPr>
        <p:grpSpPr>
          <a:xfrm>
            <a:off x="6382159" y="739887"/>
            <a:ext cx="2160000" cy="2160000"/>
            <a:chOff x="5345364" y="703083"/>
            <a:chExt cx="1800000" cy="1800000"/>
          </a:xfrm>
        </p:grpSpPr>
        <p:pic>
          <p:nvPicPr>
            <p:cNvPr id="26" name="Image 25">
              <a:extLst>
                <a:ext uri="{FF2B5EF4-FFF2-40B4-BE49-F238E27FC236}">
                  <a16:creationId xmlns:a16="http://schemas.microsoft.com/office/drawing/2014/main" id="{58061A44-DBA3-A458-9289-0C74186FE2D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rgbClr val="B3E5FC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5364" y="703083"/>
              <a:ext cx="1800000" cy="180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58" name="Ellipse 257">
              <a:extLst>
                <a:ext uri="{FF2B5EF4-FFF2-40B4-BE49-F238E27FC236}">
                  <a16:creationId xmlns:a16="http://schemas.microsoft.com/office/drawing/2014/main" id="{74E3CAEE-EF18-6F06-6956-EB092FB7FAF9}"/>
                </a:ext>
              </a:extLst>
            </p:cNvPr>
            <p:cNvSpPr/>
            <p:nvPr/>
          </p:nvSpPr>
          <p:spPr>
            <a:xfrm>
              <a:off x="6060031" y="748590"/>
              <a:ext cx="108000" cy="108000"/>
            </a:xfrm>
            <a:prstGeom prst="ellipse">
              <a:avLst/>
            </a:prstGeom>
            <a:ln>
              <a:solidFill>
                <a:srgbClr val="B3E5F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0" name="Ellipse 259">
              <a:extLst>
                <a:ext uri="{FF2B5EF4-FFF2-40B4-BE49-F238E27FC236}">
                  <a16:creationId xmlns:a16="http://schemas.microsoft.com/office/drawing/2014/main" id="{FE29B6CD-7539-C4B1-779D-E517E01D3441}"/>
                </a:ext>
              </a:extLst>
            </p:cNvPr>
            <p:cNvSpPr/>
            <p:nvPr/>
          </p:nvSpPr>
          <p:spPr>
            <a:xfrm>
              <a:off x="6191364" y="748590"/>
              <a:ext cx="108000" cy="108000"/>
            </a:xfrm>
            <a:prstGeom prst="ellipse">
              <a:avLst/>
            </a:prstGeom>
            <a:ln>
              <a:solidFill>
                <a:srgbClr val="B3E5F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2" name="Ellipse 261">
              <a:extLst>
                <a:ext uri="{FF2B5EF4-FFF2-40B4-BE49-F238E27FC236}">
                  <a16:creationId xmlns:a16="http://schemas.microsoft.com/office/drawing/2014/main" id="{5F833950-9ED9-D033-113B-4C18619988D1}"/>
                </a:ext>
              </a:extLst>
            </p:cNvPr>
            <p:cNvSpPr/>
            <p:nvPr/>
          </p:nvSpPr>
          <p:spPr>
            <a:xfrm>
              <a:off x="6322352" y="748590"/>
              <a:ext cx="108000" cy="108000"/>
            </a:xfrm>
            <a:prstGeom prst="ellipse">
              <a:avLst/>
            </a:prstGeom>
            <a:ln>
              <a:solidFill>
                <a:srgbClr val="B3E5F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4" name="Ellipse 263">
              <a:extLst>
                <a:ext uri="{FF2B5EF4-FFF2-40B4-BE49-F238E27FC236}">
                  <a16:creationId xmlns:a16="http://schemas.microsoft.com/office/drawing/2014/main" id="{9220914B-1B19-05C7-2C44-46A5077EA4AF}"/>
                </a:ext>
              </a:extLst>
            </p:cNvPr>
            <p:cNvSpPr/>
            <p:nvPr/>
          </p:nvSpPr>
          <p:spPr>
            <a:xfrm>
              <a:off x="6062744" y="2343841"/>
              <a:ext cx="108000" cy="108000"/>
            </a:xfrm>
            <a:prstGeom prst="ellipse">
              <a:avLst/>
            </a:prstGeom>
            <a:ln>
              <a:solidFill>
                <a:srgbClr val="B3E5F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66" name="Ellipse 265">
              <a:extLst>
                <a:ext uri="{FF2B5EF4-FFF2-40B4-BE49-F238E27FC236}">
                  <a16:creationId xmlns:a16="http://schemas.microsoft.com/office/drawing/2014/main" id="{1669BC5A-26C9-906F-66A3-DA383B5EBE3B}"/>
                </a:ext>
              </a:extLst>
            </p:cNvPr>
            <p:cNvSpPr/>
            <p:nvPr/>
          </p:nvSpPr>
          <p:spPr>
            <a:xfrm>
              <a:off x="6191364" y="2343841"/>
              <a:ext cx="108000" cy="108000"/>
            </a:xfrm>
            <a:prstGeom prst="ellipse">
              <a:avLst/>
            </a:prstGeom>
            <a:ln>
              <a:solidFill>
                <a:srgbClr val="B3E5F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76" name="Ellipse 275">
              <a:extLst>
                <a:ext uri="{FF2B5EF4-FFF2-40B4-BE49-F238E27FC236}">
                  <a16:creationId xmlns:a16="http://schemas.microsoft.com/office/drawing/2014/main" id="{96C9A757-EDFE-49B0-3F87-96B29723C8A8}"/>
                </a:ext>
              </a:extLst>
            </p:cNvPr>
            <p:cNvSpPr/>
            <p:nvPr/>
          </p:nvSpPr>
          <p:spPr>
            <a:xfrm>
              <a:off x="6319979" y="2343841"/>
              <a:ext cx="108000" cy="108000"/>
            </a:xfrm>
            <a:prstGeom prst="ellipse">
              <a:avLst/>
            </a:prstGeom>
            <a:ln>
              <a:solidFill>
                <a:srgbClr val="B3E5F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6" name="Groupe 5">
            <a:extLst>
              <a:ext uri="{FF2B5EF4-FFF2-40B4-BE49-F238E27FC236}">
                <a16:creationId xmlns:a16="http://schemas.microsoft.com/office/drawing/2014/main" id="{C31722F5-60D7-1A31-9D0C-643F4A8BDC4A}"/>
              </a:ext>
            </a:extLst>
          </p:cNvPr>
          <p:cNvGrpSpPr>
            <a:grpSpLocks noChangeAspect="1"/>
          </p:cNvGrpSpPr>
          <p:nvPr/>
        </p:nvGrpSpPr>
        <p:grpSpPr>
          <a:xfrm>
            <a:off x="9215232" y="739887"/>
            <a:ext cx="2160000" cy="2160000"/>
            <a:chOff x="7991364" y="703083"/>
            <a:chExt cx="1800000" cy="1800000"/>
          </a:xfrm>
        </p:grpSpPr>
        <p:pic>
          <p:nvPicPr>
            <p:cNvPr id="28" name="Image 27">
              <a:extLst>
                <a:ext uri="{FF2B5EF4-FFF2-40B4-BE49-F238E27FC236}">
                  <a16:creationId xmlns:a16="http://schemas.microsoft.com/office/drawing/2014/main" id="{035241CE-C686-5347-B703-001D6C409C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FFF9C4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91364" y="703083"/>
              <a:ext cx="1800000" cy="180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278" name="Ellipse 277">
              <a:extLst>
                <a:ext uri="{FF2B5EF4-FFF2-40B4-BE49-F238E27FC236}">
                  <a16:creationId xmlns:a16="http://schemas.microsoft.com/office/drawing/2014/main" id="{11033BEE-533F-57B0-B05E-D96EEAE1C56E}"/>
                </a:ext>
              </a:extLst>
            </p:cNvPr>
            <p:cNvSpPr/>
            <p:nvPr/>
          </p:nvSpPr>
          <p:spPr>
            <a:xfrm>
              <a:off x="8657133" y="748590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0" name="Ellipse 279">
              <a:extLst>
                <a:ext uri="{FF2B5EF4-FFF2-40B4-BE49-F238E27FC236}">
                  <a16:creationId xmlns:a16="http://schemas.microsoft.com/office/drawing/2014/main" id="{59071B5C-AABD-F337-87FE-7CCB50906B25}"/>
                </a:ext>
              </a:extLst>
            </p:cNvPr>
            <p:cNvSpPr/>
            <p:nvPr/>
          </p:nvSpPr>
          <p:spPr>
            <a:xfrm>
              <a:off x="8785809" y="748590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282" name="Ellipse 281">
              <a:extLst>
                <a:ext uri="{FF2B5EF4-FFF2-40B4-BE49-F238E27FC236}">
                  <a16:creationId xmlns:a16="http://schemas.microsoft.com/office/drawing/2014/main" id="{D08BCD71-1916-35BD-E716-106DF583B7EA}"/>
                </a:ext>
              </a:extLst>
            </p:cNvPr>
            <p:cNvSpPr/>
            <p:nvPr/>
          </p:nvSpPr>
          <p:spPr>
            <a:xfrm>
              <a:off x="8908135" y="748590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2" name="Ellipse 301">
              <a:extLst>
                <a:ext uri="{FF2B5EF4-FFF2-40B4-BE49-F238E27FC236}">
                  <a16:creationId xmlns:a16="http://schemas.microsoft.com/office/drawing/2014/main" id="{98D91819-D2B8-C0A2-26DC-A7A30B5504FA}"/>
                </a:ext>
              </a:extLst>
            </p:cNvPr>
            <p:cNvSpPr/>
            <p:nvPr/>
          </p:nvSpPr>
          <p:spPr>
            <a:xfrm>
              <a:off x="9037134" y="748590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4" name="Ellipse 303">
              <a:extLst>
                <a:ext uri="{FF2B5EF4-FFF2-40B4-BE49-F238E27FC236}">
                  <a16:creationId xmlns:a16="http://schemas.microsoft.com/office/drawing/2014/main" id="{A70C2E8E-2F1C-5C29-7F50-6C4ABBE68CEE}"/>
                </a:ext>
              </a:extLst>
            </p:cNvPr>
            <p:cNvSpPr/>
            <p:nvPr/>
          </p:nvSpPr>
          <p:spPr>
            <a:xfrm>
              <a:off x="8654086" y="2343841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6" name="Ellipse 305">
              <a:extLst>
                <a:ext uri="{FF2B5EF4-FFF2-40B4-BE49-F238E27FC236}">
                  <a16:creationId xmlns:a16="http://schemas.microsoft.com/office/drawing/2014/main" id="{6EC72352-ECA0-E23F-5F90-1D6BF86047A1}"/>
                </a:ext>
              </a:extLst>
            </p:cNvPr>
            <p:cNvSpPr/>
            <p:nvPr/>
          </p:nvSpPr>
          <p:spPr>
            <a:xfrm>
              <a:off x="8782505" y="2343841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08" name="Ellipse 307">
              <a:extLst>
                <a:ext uri="{FF2B5EF4-FFF2-40B4-BE49-F238E27FC236}">
                  <a16:creationId xmlns:a16="http://schemas.microsoft.com/office/drawing/2014/main" id="{EF7A9121-ED47-1EAA-C387-F113E4BF64F3}"/>
                </a:ext>
              </a:extLst>
            </p:cNvPr>
            <p:cNvSpPr/>
            <p:nvPr/>
          </p:nvSpPr>
          <p:spPr>
            <a:xfrm>
              <a:off x="8910924" y="2343841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310" name="Ellipse 309">
              <a:extLst>
                <a:ext uri="{FF2B5EF4-FFF2-40B4-BE49-F238E27FC236}">
                  <a16:creationId xmlns:a16="http://schemas.microsoft.com/office/drawing/2014/main" id="{045F0346-0F67-7458-1B76-735222F2B1DC}"/>
                </a:ext>
              </a:extLst>
            </p:cNvPr>
            <p:cNvSpPr/>
            <p:nvPr/>
          </p:nvSpPr>
          <p:spPr>
            <a:xfrm>
              <a:off x="9037134" y="2343841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22E7F5E1-E19A-F02D-2675-6A647F8CEF0E}"/>
              </a:ext>
            </a:extLst>
          </p:cNvPr>
          <p:cNvGrpSpPr/>
          <p:nvPr/>
        </p:nvGrpSpPr>
        <p:grpSpPr>
          <a:xfrm>
            <a:off x="672690" y="3758356"/>
            <a:ext cx="2160000" cy="2160000"/>
            <a:chOff x="297876" y="703083"/>
            <a:chExt cx="1800000" cy="1800000"/>
          </a:xfrm>
        </p:grpSpPr>
        <p:pic>
          <p:nvPicPr>
            <p:cNvPr id="68" name="Image 67">
              <a:extLst>
                <a:ext uri="{FF2B5EF4-FFF2-40B4-BE49-F238E27FC236}">
                  <a16:creationId xmlns:a16="http://schemas.microsoft.com/office/drawing/2014/main" id="{368FFA14-2B4D-80F3-0C16-36A092EA9C6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duotone>
                <a:prstClr val="black"/>
                <a:srgbClr val="F5F5F5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7876" y="703083"/>
              <a:ext cx="1800000" cy="180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69" name="Ellipse 68">
              <a:extLst>
                <a:ext uri="{FF2B5EF4-FFF2-40B4-BE49-F238E27FC236}">
                  <a16:creationId xmlns:a16="http://schemas.microsoft.com/office/drawing/2014/main" id="{6F96AC09-F416-279F-03F9-BCEF8339FED3}"/>
                </a:ext>
              </a:extLst>
            </p:cNvPr>
            <p:cNvSpPr/>
            <p:nvPr/>
          </p:nvSpPr>
          <p:spPr>
            <a:xfrm>
              <a:off x="1146291" y="2343841"/>
              <a:ext cx="108000" cy="108000"/>
            </a:xfrm>
            <a:prstGeom prst="ellipse">
              <a:avLst/>
            </a:prstGeom>
            <a:ln>
              <a:solidFill>
                <a:srgbClr val="F5F5F5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0" name="Ellipse 69">
              <a:extLst>
                <a:ext uri="{FF2B5EF4-FFF2-40B4-BE49-F238E27FC236}">
                  <a16:creationId xmlns:a16="http://schemas.microsoft.com/office/drawing/2014/main" id="{9A4C6EC7-B76A-E0BF-D3B8-B420300DA1F9}"/>
                </a:ext>
              </a:extLst>
            </p:cNvPr>
            <p:cNvSpPr/>
            <p:nvPr/>
          </p:nvSpPr>
          <p:spPr>
            <a:xfrm>
              <a:off x="1143876" y="748590"/>
              <a:ext cx="108000" cy="108000"/>
            </a:xfrm>
            <a:prstGeom prst="ellipse">
              <a:avLst/>
            </a:prstGeom>
            <a:ln>
              <a:solidFill>
                <a:srgbClr val="F5F5F5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1" name="Groupe 70">
            <a:extLst>
              <a:ext uri="{FF2B5EF4-FFF2-40B4-BE49-F238E27FC236}">
                <a16:creationId xmlns:a16="http://schemas.microsoft.com/office/drawing/2014/main" id="{3FC846F9-0F85-722F-5151-C414A615B379}"/>
              </a:ext>
            </a:extLst>
          </p:cNvPr>
          <p:cNvGrpSpPr>
            <a:grpSpLocks noChangeAspect="1"/>
          </p:cNvGrpSpPr>
          <p:nvPr/>
        </p:nvGrpSpPr>
        <p:grpSpPr>
          <a:xfrm>
            <a:off x="3532628" y="3758356"/>
            <a:ext cx="2160000" cy="2160000"/>
            <a:chOff x="2943876" y="703083"/>
            <a:chExt cx="1800000" cy="1800000"/>
          </a:xfrm>
        </p:grpSpPr>
        <p:pic>
          <p:nvPicPr>
            <p:cNvPr id="73" name="Image 72">
              <a:extLst>
                <a:ext uri="{FF2B5EF4-FFF2-40B4-BE49-F238E27FC236}">
                  <a16:creationId xmlns:a16="http://schemas.microsoft.com/office/drawing/2014/main" id="{007C7B6D-74B3-8CDA-58AB-945887F1F91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duotone>
                <a:prstClr val="black"/>
                <a:srgbClr val="C8E6C9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943876" y="703083"/>
              <a:ext cx="1800000" cy="180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74" name="Ellipse 73">
              <a:extLst>
                <a:ext uri="{FF2B5EF4-FFF2-40B4-BE49-F238E27FC236}">
                  <a16:creationId xmlns:a16="http://schemas.microsoft.com/office/drawing/2014/main" id="{73262978-DE7A-62F3-86F4-8CC15245204D}"/>
                </a:ext>
              </a:extLst>
            </p:cNvPr>
            <p:cNvSpPr/>
            <p:nvPr/>
          </p:nvSpPr>
          <p:spPr>
            <a:xfrm>
              <a:off x="3735017" y="748590"/>
              <a:ext cx="108000" cy="108000"/>
            </a:xfrm>
            <a:prstGeom prst="ellipse">
              <a:avLst/>
            </a:prstGeom>
            <a:ln>
              <a:solidFill>
                <a:srgbClr val="C8E6C9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5" name="Ellipse 74">
              <a:extLst>
                <a:ext uri="{FF2B5EF4-FFF2-40B4-BE49-F238E27FC236}">
                  <a16:creationId xmlns:a16="http://schemas.microsoft.com/office/drawing/2014/main" id="{C76F0372-DC4D-E934-37EB-953EF746C4FF}"/>
                </a:ext>
              </a:extLst>
            </p:cNvPr>
            <p:cNvSpPr/>
            <p:nvPr/>
          </p:nvSpPr>
          <p:spPr>
            <a:xfrm>
              <a:off x="3861916" y="748590"/>
              <a:ext cx="108000" cy="108000"/>
            </a:xfrm>
            <a:prstGeom prst="ellipse">
              <a:avLst/>
            </a:prstGeom>
            <a:ln>
              <a:solidFill>
                <a:srgbClr val="C8E6C9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6" name="Ellipse 75">
              <a:extLst>
                <a:ext uri="{FF2B5EF4-FFF2-40B4-BE49-F238E27FC236}">
                  <a16:creationId xmlns:a16="http://schemas.microsoft.com/office/drawing/2014/main" id="{A67543F5-8695-6725-D5EF-4738EA878C31}"/>
                </a:ext>
              </a:extLst>
            </p:cNvPr>
            <p:cNvSpPr/>
            <p:nvPr/>
          </p:nvSpPr>
          <p:spPr>
            <a:xfrm>
              <a:off x="3735017" y="2343841"/>
              <a:ext cx="108000" cy="108000"/>
            </a:xfrm>
            <a:prstGeom prst="ellipse">
              <a:avLst/>
            </a:prstGeom>
            <a:ln>
              <a:solidFill>
                <a:srgbClr val="C8E6C9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77" name="Ellipse 76">
              <a:extLst>
                <a:ext uri="{FF2B5EF4-FFF2-40B4-BE49-F238E27FC236}">
                  <a16:creationId xmlns:a16="http://schemas.microsoft.com/office/drawing/2014/main" id="{97ABF646-DCFE-5EA1-F46D-D21590FBBA80}"/>
                </a:ext>
              </a:extLst>
            </p:cNvPr>
            <p:cNvSpPr/>
            <p:nvPr/>
          </p:nvSpPr>
          <p:spPr>
            <a:xfrm>
              <a:off x="3864384" y="2343841"/>
              <a:ext cx="108000" cy="108000"/>
            </a:xfrm>
            <a:prstGeom prst="ellipse">
              <a:avLst/>
            </a:prstGeom>
            <a:ln>
              <a:solidFill>
                <a:srgbClr val="C8E6C9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78" name="Groupe 77">
            <a:extLst>
              <a:ext uri="{FF2B5EF4-FFF2-40B4-BE49-F238E27FC236}">
                <a16:creationId xmlns:a16="http://schemas.microsoft.com/office/drawing/2014/main" id="{A7C4ABB4-89AD-C5CC-D2EC-461D8EBB4BB9}"/>
              </a:ext>
            </a:extLst>
          </p:cNvPr>
          <p:cNvGrpSpPr>
            <a:grpSpLocks noChangeAspect="1"/>
          </p:cNvGrpSpPr>
          <p:nvPr/>
        </p:nvGrpSpPr>
        <p:grpSpPr>
          <a:xfrm>
            <a:off x="6382159" y="3758356"/>
            <a:ext cx="2160000" cy="2160000"/>
            <a:chOff x="5345364" y="703083"/>
            <a:chExt cx="1800000" cy="1800000"/>
          </a:xfrm>
        </p:grpSpPr>
        <p:pic>
          <p:nvPicPr>
            <p:cNvPr id="79" name="Image 78">
              <a:extLst>
                <a:ext uri="{FF2B5EF4-FFF2-40B4-BE49-F238E27FC236}">
                  <a16:creationId xmlns:a16="http://schemas.microsoft.com/office/drawing/2014/main" id="{D33F065B-1B98-D1C3-34E4-1A02F8B477F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duotone>
                <a:prstClr val="black"/>
                <a:srgbClr val="B3E5FC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5345364" y="703083"/>
              <a:ext cx="1800000" cy="180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0" name="Ellipse 79">
              <a:extLst>
                <a:ext uri="{FF2B5EF4-FFF2-40B4-BE49-F238E27FC236}">
                  <a16:creationId xmlns:a16="http://schemas.microsoft.com/office/drawing/2014/main" id="{75668429-80C1-CFF8-4B0D-B6B92C5F44CB}"/>
                </a:ext>
              </a:extLst>
            </p:cNvPr>
            <p:cNvSpPr/>
            <p:nvPr/>
          </p:nvSpPr>
          <p:spPr>
            <a:xfrm>
              <a:off x="6060031" y="748590"/>
              <a:ext cx="108000" cy="108000"/>
            </a:xfrm>
            <a:prstGeom prst="ellipse">
              <a:avLst/>
            </a:prstGeom>
            <a:ln>
              <a:solidFill>
                <a:srgbClr val="B3E5F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1" name="Ellipse 80">
              <a:extLst>
                <a:ext uri="{FF2B5EF4-FFF2-40B4-BE49-F238E27FC236}">
                  <a16:creationId xmlns:a16="http://schemas.microsoft.com/office/drawing/2014/main" id="{0CFD628E-1528-6F8F-8E96-42E4F2E93C8A}"/>
                </a:ext>
              </a:extLst>
            </p:cNvPr>
            <p:cNvSpPr/>
            <p:nvPr/>
          </p:nvSpPr>
          <p:spPr>
            <a:xfrm>
              <a:off x="6191364" y="748590"/>
              <a:ext cx="108000" cy="108000"/>
            </a:xfrm>
            <a:prstGeom prst="ellipse">
              <a:avLst/>
            </a:prstGeom>
            <a:ln>
              <a:solidFill>
                <a:srgbClr val="B3E5F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2" name="Ellipse 81">
              <a:extLst>
                <a:ext uri="{FF2B5EF4-FFF2-40B4-BE49-F238E27FC236}">
                  <a16:creationId xmlns:a16="http://schemas.microsoft.com/office/drawing/2014/main" id="{0BC2584D-53CD-60F7-A856-79A29972B8F6}"/>
                </a:ext>
              </a:extLst>
            </p:cNvPr>
            <p:cNvSpPr/>
            <p:nvPr/>
          </p:nvSpPr>
          <p:spPr>
            <a:xfrm>
              <a:off x="6322352" y="748590"/>
              <a:ext cx="108000" cy="108000"/>
            </a:xfrm>
            <a:prstGeom prst="ellipse">
              <a:avLst/>
            </a:prstGeom>
            <a:ln>
              <a:solidFill>
                <a:srgbClr val="B3E5F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3" name="Ellipse 82">
              <a:extLst>
                <a:ext uri="{FF2B5EF4-FFF2-40B4-BE49-F238E27FC236}">
                  <a16:creationId xmlns:a16="http://schemas.microsoft.com/office/drawing/2014/main" id="{4F68BEB9-0A41-1F19-3DAE-9D078C0DB0F3}"/>
                </a:ext>
              </a:extLst>
            </p:cNvPr>
            <p:cNvSpPr/>
            <p:nvPr/>
          </p:nvSpPr>
          <p:spPr>
            <a:xfrm>
              <a:off x="6062744" y="2343841"/>
              <a:ext cx="108000" cy="108000"/>
            </a:xfrm>
            <a:prstGeom prst="ellipse">
              <a:avLst/>
            </a:prstGeom>
            <a:ln>
              <a:solidFill>
                <a:srgbClr val="B3E5F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4" name="Ellipse 83">
              <a:extLst>
                <a:ext uri="{FF2B5EF4-FFF2-40B4-BE49-F238E27FC236}">
                  <a16:creationId xmlns:a16="http://schemas.microsoft.com/office/drawing/2014/main" id="{2845C707-CBCE-5014-623E-785A6FF3AABB}"/>
                </a:ext>
              </a:extLst>
            </p:cNvPr>
            <p:cNvSpPr/>
            <p:nvPr/>
          </p:nvSpPr>
          <p:spPr>
            <a:xfrm>
              <a:off x="6191364" y="2343841"/>
              <a:ext cx="108000" cy="108000"/>
            </a:xfrm>
            <a:prstGeom prst="ellipse">
              <a:avLst/>
            </a:prstGeom>
            <a:ln>
              <a:solidFill>
                <a:srgbClr val="B3E5F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5" name="Ellipse 84">
              <a:extLst>
                <a:ext uri="{FF2B5EF4-FFF2-40B4-BE49-F238E27FC236}">
                  <a16:creationId xmlns:a16="http://schemas.microsoft.com/office/drawing/2014/main" id="{2A636C54-4F56-FEB5-1B46-12AD484A6029}"/>
                </a:ext>
              </a:extLst>
            </p:cNvPr>
            <p:cNvSpPr/>
            <p:nvPr/>
          </p:nvSpPr>
          <p:spPr>
            <a:xfrm>
              <a:off x="6319979" y="2343841"/>
              <a:ext cx="108000" cy="108000"/>
            </a:xfrm>
            <a:prstGeom prst="ellipse">
              <a:avLst/>
            </a:prstGeom>
            <a:ln>
              <a:solidFill>
                <a:srgbClr val="B3E5FC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  <p:grpSp>
        <p:nvGrpSpPr>
          <p:cNvPr id="86" name="Groupe 85">
            <a:extLst>
              <a:ext uri="{FF2B5EF4-FFF2-40B4-BE49-F238E27FC236}">
                <a16:creationId xmlns:a16="http://schemas.microsoft.com/office/drawing/2014/main" id="{91CB6BF4-526A-33D3-E321-AA9EF6A2B58B}"/>
              </a:ext>
            </a:extLst>
          </p:cNvPr>
          <p:cNvGrpSpPr>
            <a:grpSpLocks noChangeAspect="1"/>
          </p:cNvGrpSpPr>
          <p:nvPr/>
        </p:nvGrpSpPr>
        <p:grpSpPr>
          <a:xfrm>
            <a:off x="9215232" y="3758356"/>
            <a:ext cx="2160000" cy="2160000"/>
            <a:chOff x="7991364" y="703083"/>
            <a:chExt cx="1800000" cy="1800000"/>
          </a:xfrm>
        </p:grpSpPr>
        <p:pic>
          <p:nvPicPr>
            <p:cNvPr id="87" name="Image 86">
              <a:extLst>
                <a:ext uri="{FF2B5EF4-FFF2-40B4-BE49-F238E27FC236}">
                  <a16:creationId xmlns:a16="http://schemas.microsoft.com/office/drawing/2014/main" id="{AD38A09C-AD18-366D-E9D6-27B4B4319E3A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duotone>
                <a:prstClr val="black"/>
                <a:srgbClr val="FFF9C4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991364" y="703083"/>
              <a:ext cx="1800000" cy="1800000"/>
            </a:xfrm>
            <a:prstGeom prst="rect">
              <a:avLst/>
            </a:prstGeom>
            <a:ln>
              <a:solidFill>
                <a:schemeClr val="tx1"/>
              </a:solidFill>
            </a:ln>
          </p:spPr>
        </p:pic>
        <p:sp>
          <p:nvSpPr>
            <p:cNvPr id="88" name="Ellipse 87">
              <a:extLst>
                <a:ext uri="{FF2B5EF4-FFF2-40B4-BE49-F238E27FC236}">
                  <a16:creationId xmlns:a16="http://schemas.microsoft.com/office/drawing/2014/main" id="{45D1A57E-FCA8-C015-905E-72D7099343C5}"/>
                </a:ext>
              </a:extLst>
            </p:cNvPr>
            <p:cNvSpPr/>
            <p:nvPr/>
          </p:nvSpPr>
          <p:spPr>
            <a:xfrm>
              <a:off x="8657133" y="748590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89" name="Ellipse 88">
              <a:extLst>
                <a:ext uri="{FF2B5EF4-FFF2-40B4-BE49-F238E27FC236}">
                  <a16:creationId xmlns:a16="http://schemas.microsoft.com/office/drawing/2014/main" id="{C90F77A1-6E3F-ABFA-BEB8-23756ADFD557}"/>
                </a:ext>
              </a:extLst>
            </p:cNvPr>
            <p:cNvSpPr/>
            <p:nvPr/>
          </p:nvSpPr>
          <p:spPr>
            <a:xfrm>
              <a:off x="8785809" y="748590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0" name="Ellipse 89">
              <a:extLst>
                <a:ext uri="{FF2B5EF4-FFF2-40B4-BE49-F238E27FC236}">
                  <a16:creationId xmlns:a16="http://schemas.microsoft.com/office/drawing/2014/main" id="{7F47153D-2E5E-6ED6-6E15-3E671BA641F5}"/>
                </a:ext>
              </a:extLst>
            </p:cNvPr>
            <p:cNvSpPr/>
            <p:nvPr/>
          </p:nvSpPr>
          <p:spPr>
            <a:xfrm>
              <a:off x="8908135" y="748590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1" name="Ellipse 90">
              <a:extLst>
                <a:ext uri="{FF2B5EF4-FFF2-40B4-BE49-F238E27FC236}">
                  <a16:creationId xmlns:a16="http://schemas.microsoft.com/office/drawing/2014/main" id="{132ED013-70CB-49EA-2F6D-308EFFE7D150}"/>
                </a:ext>
              </a:extLst>
            </p:cNvPr>
            <p:cNvSpPr/>
            <p:nvPr/>
          </p:nvSpPr>
          <p:spPr>
            <a:xfrm>
              <a:off x="9037134" y="748590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2" name="Ellipse 91">
              <a:extLst>
                <a:ext uri="{FF2B5EF4-FFF2-40B4-BE49-F238E27FC236}">
                  <a16:creationId xmlns:a16="http://schemas.microsoft.com/office/drawing/2014/main" id="{CD904177-721F-49B9-35D3-0D764235C0EA}"/>
                </a:ext>
              </a:extLst>
            </p:cNvPr>
            <p:cNvSpPr/>
            <p:nvPr/>
          </p:nvSpPr>
          <p:spPr>
            <a:xfrm>
              <a:off x="8654086" y="2343841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3" name="Ellipse 92">
              <a:extLst>
                <a:ext uri="{FF2B5EF4-FFF2-40B4-BE49-F238E27FC236}">
                  <a16:creationId xmlns:a16="http://schemas.microsoft.com/office/drawing/2014/main" id="{BC6C6F9E-AA43-AE8D-2BAA-CAD11ED277C4}"/>
                </a:ext>
              </a:extLst>
            </p:cNvPr>
            <p:cNvSpPr/>
            <p:nvPr/>
          </p:nvSpPr>
          <p:spPr>
            <a:xfrm>
              <a:off x="8782505" y="2343841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4" name="Ellipse 93">
              <a:extLst>
                <a:ext uri="{FF2B5EF4-FFF2-40B4-BE49-F238E27FC236}">
                  <a16:creationId xmlns:a16="http://schemas.microsoft.com/office/drawing/2014/main" id="{4027375D-9516-3537-D3DE-3A379FB11CC0}"/>
                </a:ext>
              </a:extLst>
            </p:cNvPr>
            <p:cNvSpPr/>
            <p:nvPr/>
          </p:nvSpPr>
          <p:spPr>
            <a:xfrm>
              <a:off x="8910924" y="2343841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  <p:sp>
          <p:nvSpPr>
            <p:cNvPr id="95" name="Ellipse 94">
              <a:extLst>
                <a:ext uri="{FF2B5EF4-FFF2-40B4-BE49-F238E27FC236}">
                  <a16:creationId xmlns:a16="http://schemas.microsoft.com/office/drawing/2014/main" id="{35CA92D0-ED74-848B-F0A4-C806A3E22966}"/>
                </a:ext>
              </a:extLst>
            </p:cNvPr>
            <p:cNvSpPr/>
            <p:nvPr/>
          </p:nvSpPr>
          <p:spPr>
            <a:xfrm>
              <a:off x="9037134" y="2343841"/>
              <a:ext cx="108000" cy="108000"/>
            </a:xfrm>
            <a:prstGeom prst="ellipse">
              <a:avLst/>
            </a:prstGeom>
            <a:ln>
              <a:solidFill>
                <a:srgbClr val="FFF9C4"/>
              </a:solidFill>
            </a:ln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/>
            </a:p>
          </p:txBody>
        </p:sp>
      </p:grpSp>
    </p:spTree>
    <p:extLst>
      <p:ext uri="{BB962C8B-B14F-4D97-AF65-F5344CB8AC3E}">
        <p14:creationId xmlns:p14="http://schemas.microsoft.com/office/powerpoint/2010/main" val="3337917833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292</TotalTime>
  <Words>148</Words>
  <Application>Microsoft Office PowerPoint</Application>
  <PresentationFormat>Grand écran</PresentationFormat>
  <Paragraphs>96</Paragraphs>
  <Slides>6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6</vt:i4>
      </vt:variant>
    </vt:vector>
  </HeadingPairs>
  <TitlesOfParts>
    <vt:vector size="12" baseType="lpstr">
      <vt:lpstr>Aptos</vt:lpstr>
      <vt:lpstr>Aptos Display</vt:lpstr>
      <vt:lpstr>Arial</vt:lpstr>
      <vt:lpstr>Segoe UI</vt:lpstr>
      <vt:lpstr>Segoe UI Black</vt:lpstr>
      <vt:lpstr>Thème Office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23</cp:revision>
  <cp:lastPrinted>2026-08-31T17:30:06Z</cp:lastPrinted>
  <dcterms:created xsi:type="dcterms:W3CDTF">2026-08-30T09:54:58Z</dcterms:created>
  <dcterms:modified xsi:type="dcterms:W3CDTF">2026-08-31T19:00:58Z</dcterms:modified>
</cp:coreProperties>
</file>