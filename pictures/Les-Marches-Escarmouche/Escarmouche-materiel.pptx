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57" r:id="rId5"/>
    <p:sldId id="258" r:id="rId6"/>
    <p:sldId id="262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9C4"/>
    <a:srgbClr val="B3E5FC"/>
    <a:srgbClr val="C8E6C9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108" y="-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E64702-0A4A-FE3C-A9C4-A4662AD1F0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A0D6FE6-54C5-CA30-669B-A2AF39370C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60FDC4-98D5-EAC0-9632-67E446D3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1312A4-E20C-209D-D1B6-82F2FCDB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B466A3-BFE1-6975-AEE6-57F15E9D1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5960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533B0-DD69-61CB-DA77-7649A831A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74226D-1C87-8612-B550-872E7635C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B885D5F-C467-55F8-6A7A-FDA1DBADD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FF83117-884A-B022-2841-94B05DB27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B2BB68-F4DF-7DA1-941F-069A73B70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3413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6276D4-AE05-065F-F859-9743B7A52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BC589B7-2C7F-5CE6-E554-F5CCE1B18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E5E6CB4-69A4-6599-EFA8-386C57F95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DC41CEF-32C7-4C1C-2180-A1DDBE652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BFE5A3-1437-2A63-9A0B-1396B0768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5976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86A317-7437-FB8A-3DDE-6BE30FBAD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BD465C-71ED-5F6D-F7E8-6D1D73C671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CE2C35A-F09E-06F1-4281-3B720856F6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BA532EC-F5CB-F3C5-1F14-F06BE6D5A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A3A045-01DB-CAC3-7667-E388A1559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0B69B81-F5AD-302A-2FCA-4B7F62B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5587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5778B5-091E-547B-994E-CF859E277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3DEF4F-9C7C-2FEB-6486-BC2CFEE15D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98164DF-7438-E3F7-F6F1-CF3856456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7349FA9-BDF1-C0CD-BBC2-22C5CE93CB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8F50A59-7D87-C141-F6E8-FDF761F097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DFDD5F6-07FE-ABB8-65B8-80EEC7CFA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A7DF59A-A3F1-974A-B7E6-B58FDB524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ED2BA89-5638-DF92-6397-3007D5CD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6429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3A3951-49E9-56A2-9A14-FFDE2593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6A92BD4-DE2F-D549-0A85-70561ED8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895FB44-8BDE-2957-DE7C-D89F4EA4B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3D13C67-D7EB-9785-01FD-B453DF0DF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9065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78C3CB8-C09E-9F4B-F3CF-A4A80EC77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B98EE94-0A31-F3F6-8FE9-326E7F029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BE411D-66D3-6BE3-DA02-798E14A7A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7791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6FFFD2-7376-8B48-9012-4A3301918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A3697C-8821-1265-E135-07EE7285B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CAE3E9E-B661-3885-6824-569CCB7B36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84D89E-E3A8-D90C-6F95-85AF2D28B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A78FB2-5482-4AF9-1900-C64A058DA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1C728BB-5CAA-7D74-7899-E24F7053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4230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378DB1-F43F-4990-4882-2ACADFD48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DF1B6AF-B42D-3211-37DC-1491C08DF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A1E5EEE-2C21-EEAF-BB6A-D66C2D2F0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3A34522-32DF-D1BB-A1B1-69759A6DB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061D0B6-EC28-71F7-BE92-32C862F68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4B60F1-51CC-6EFC-7E3B-43BCF9A56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331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65A4AE-2F2D-FB43-6D72-552FA55B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BA9AA82-3D66-4EEF-1F69-6282F5D87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96619A0-C03A-8905-D4F1-3C4812B73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C91825-74EE-0DFC-E4CD-4A384249C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E82ADD-A8CA-40B3-90E2-4554DF036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5470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9E300F3-32A7-70BF-5BED-735568F1E1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BF3F77E-06E4-4E45-2950-A85B193E6C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E03591-A1B4-CDE1-9CD2-4D2F24177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3D4B7A-8AE3-3D20-9152-2271F5B3D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28307CD-5473-604C-9A85-F1DA8FB6D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659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F023EB5-E6D0-3B9B-F6B2-AD235A72B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3977E0B-2992-126F-77A5-FDC697F7AB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EBDF69-E368-7825-6EFE-DE1B840E2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8EAFD2-16BD-461E-B177-662835B0799B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AF6EA4-274C-A6E2-787B-5F22C74389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AC09D7-ED4B-46CE-01A5-807CB6913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9186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D4FA-82A5-ABA4-8398-D0214F735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DCEE50-A0C3-DA78-A14E-F7AB7C50BC4E}"/>
              </a:ext>
            </a:extLst>
          </p:cNvPr>
          <p:cNvSpPr/>
          <p:nvPr/>
        </p:nvSpPr>
        <p:spPr>
          <a:xfrm rot="5400000">
            <a:off x="2820924" y="-2528316"/>
            <a:ext cx="6528816" cy="11859768"/>
          </a:xfrm>
          <a:prstGeom prst="rect">
            <a:avLst/>
          </a:prstGeom>
          <a:blipFill>
            <a:blip r:embed="rId2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4693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ED9FE-6886-8FAB-1782-ACB8F92A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F6E2167-C7A7-6FE8-4ABA-2F00084C376C}"/>
              </a:ext>
            </a:extLst>
          </p:cNvPr>
          <p:cNvSpPr/>
          <p:nvPr/>
        </p:nvSpPr>
        <p:spPr>
          <a:xfrm rot="5400000">
            <a:off x="2820924" y="-2528316"/>
            <a:ext cx="6528816" cy="11859768"/>
          </a:xfrm>
          <a:prstGeom prst="rect">
            <a:avLst/>
          </a:prstGeom>
          <a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1592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5F93C-B1A5-EFDB-16EF-9BD1E3051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99E4F42-EF96-595B-DA1E-94BBB0038BE8}"/>
              </a:ext>
            </a:extLst>
          </p:cNvPr>
          <p:cNvSpPr/>
          <p:nvPr/>
        </p:nvSpPr>
        <p:spPr>
          <a:xfrm rot="5400000">
            <a:off x="2820924" y="-2528316"/>
            <a:ext cx="6528816" cy="11859768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8864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78CB6-A99E-FABC-5451-540B3313A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" name="Groupe 114">
            <a:extLst>
              <a:ext uri="{FF2B5EF4-FFF2-40B4-BE49-F238E27FC236}">
                <a16:creationId xmlns:a16="http://schemas.microsoft.com/office/drawing/2014/main" id="{C89E1D00-1D68-9AB0-D23B-1BDAB03A5AA6}"/>
              </a:ext>
            </a:extLst>
          </p:cNvPr>
          <p:cNvGrpSpPr/>
          <p:nvPr/>
        </p:nvGrpSpPr>
        <p:grpSpPr>
          <a:xfrm>
            <a:off x="644415" y="729000"/>
            <a:ext cx="3600000" cy="5400000"/>
            <a:chOff x="778381" y="339423"/>
            <a:chExt cx="3600000" cy="5400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5A656C0-2337-8E8E-1F50-2327A8CF5FD5}"/>
                </a:ext>
              </a:extLst>
            </p:cNvPr>
            <p:cNvSpPr/>
            <p:nvPr/>
          </p:nvSpPr>
          <p:spPr>
            <a:xfrm rot="5400000">
              <a:off x="-121619" y="1239423"/>
              <a:ext cx="5400000" cy="360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6AD680F7-1602-42B6-DCA9-0736DB19324E}"/>
                </a:ext>
              </a:extLst>
            </p:cNvPr>
            <p:cNvGrpSpPr/>
            <p:nvPr/>
          </p:nvGrpSpPr>
          <p:grpSpPr>
            <a:xfrm>
              <a:off x="935904" y="1035524"/>
              <a:ext cx="450000" cy="3600000"/>
              <a:chOff x="942178" y="1014661"/>
              <a:chExt cx="450000" cy="360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D090C86-17D5-B1F1-D3BE-76A24D675F54}"/>
                  </a:ext>
                </a:extLst>
              </p:cNvPr>
              <p:cNvSpPr/>
              <p:nvPr/>
            </p:nvSpPr>
            <p:spPr>
              <a:xfrm>
                <a:off x="942178" y="41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1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D1EF6A0-0E3A-C36C-049F-BAF0F3BBF512}"/>
                  </a:ext>
                </a:extLst>
              </p:cNvPr>
              <p:cNvSpPr/>
              <p:nvPr/>
            </p:nvSpPr>
            <p:spPr>
              <a:xfrm>
                <a:off x="942178" y="37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2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BDDC128-CAE9-8F96-15B1-3A1F6695B89D}"/>
                  </a:ext>
                </a:extLst>
              </p:cNvPr>
              <p:cNvSpPr/>
              <p:nvPr/>
            </p:nvSpPr>
            <p:spPr>
              <a:xfrm>
                <a:off x="942178" y="32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F83C19-1640-8277-C05F-B9899F990BAA}"/>
                  </a:ext>
                </a:extLst>
              </p:cNvPr>
              <p:cNvSpPr/>
              <p:nvPr/>
            </p:nvSpPr>
            <p:spPr>
              <a:xfrm>
                <a:off x="942178" y="28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4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608B9A8-5C0C-C58F-111A-F9FECAFA83A8}"/>
                  </a:ext>
                </a:extLst>
              </p:cNvPr>
              <p:cNvSpPr/>
              <p:nvPr/>
            </p:nvSpPr>
            <p:spPr>
              <a:xfrm>
                <a:off x="942178" y="23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5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F65FB68-4171-7C50-8114-1756DB9B9899}"/>
                  </a:ext>
                </a:extLst>
              </p:cNvPr>
              <p:cNvSpPr/>
              <p:nvPr/>
            </p:nvSpPr>
            <p:spPr>
              <a:xfrm>
                <a:off x="942178" y="19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6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9953F55-42BF-5469-A149-C640DFFA1B4D}"/>
                  </a:ext>
                </a:extLst>
              </p:cNvPr>
              <p:cNvSpPr/>
              <p:nvPr/>
            </p:nvSpPr>
            <p:spPr>
              <a:xfrm>
                <a:off x="942178" y="14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7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C57485C-33AD-9AB5-E90D-696EAA6283F2}"/>
                  </a:ext>
                </a:extLst>
              </p:cNvPr>
              <p:cNvSpPr/>
              <p:nvPr/>
            </p:nvSpPr>
            <p:spPr>
              <a:xfrm>
                <a:off x="942178" y="1014661"/>
                <a:ext cx="450000" cy="4500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8</a:t>
                </a:r>
              </a:p>
            </p:txBody>
          </p:sp>
        </p:grp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C8F76B1-F921-52AA-7C7F-68CD874816A7}"/>
                </a:ext>
              </a:extLst>
            </p:cNvPr>
            <p:cNvSpPr/>
            <p:nvPr/>
          </p:nvSpPr>
          <p:spPr>
            <a:xfrm>
              <a:off x="2394902" y="3204000"/>
              <a:ext cx="1342828" cy="450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Déplacer Seigneur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Tuiles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DD569E8-1962-6381-E80E-D934A6543349}"/>
                </a:ext>
              </a:extLst>
            </p:cNvPr>
            <p:cNvSpPr/>
            <p:nvPr/>
          </p:nvSpPr>
          <p:spPr>
            <a:xfrm>
              <a:off x="2394902" y="4187712"/>
              <a:ext cx="1342828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Compagnies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6AB9559-E6D6-B1B4-0B3E-CA46A9F76284}"/>
                </a:ext>
              </a:extLst>
            </p:cNvPr>
            <p:cNvSpPr/>
            <p:nvPr/>
          </p:nvSpPr>
          <p:spPr>
            <a:xfrm>
              <a:off x="2394902" y="4679568"/>
              <a:ext cx="1343940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Disperser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Compagnies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397D550-40F3-BB79-CC32-60FE1228EDD4}"/>
                </a:ext>
              </a:extLst>
            </p:cNvPr>
            <p:cNvSpPr/>
            <p:nvPr/>
          </p:nvSpPr>
          <p:spPr>
            <a:xfrm>
              <a:off x="2394902" y="5171426"/>
              <a:ext cx="1345055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Concentrer Compagnies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45DB6F4-F451-C74C-6CD8-65FA709934B4}"/>
                </a:ext>
              </a:extLst>
            </p:cNvPr>
            <p:cNvSpPr/>
            <p:nvPr/>
          </p:nvSpPr>
          <p:spPr>
            <a:xfrm>
              <a:off x="2394902" y="3695856"/>
              <a:ext cx="1342828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Construire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Fief</a:t>
              </a:r>
            </a:p>
          </p:txBody>
        </p: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F62267B1-81A2-1CCD-0464-A539543F8604}"/>
                </a:ext>
              </a:extLst>
            </p:cNvPr>
            <p:cNvGrpSpPr/>
            <p:nvPr/>
          </p:nvGrpSpPr>
          <p:grpSpPr>
            <a:xfrm>
              <a:off x="3778694" y="3207985"/>
              <a:ext cx="450000" cy="450000"/>
              <a:chOff x="8641028" y="2047192"/>
              <a:chExt cx="450000" cy="45000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6DCCA58-A9BB-D249-098D-DC72827AD704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FF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41" name="Cercle : creux 40">
                <a:extLst>
                  <a:ext uri="{FF2B5EF4-FFF2-40B4-BE49-F238E27FC236}">
                    <a16:creationId xmlns:a16="http://schemas.microsoft.com/office/drawing/2014/main" id="{0BC60074-6510-CA97-0B42-54DB8435ABAC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3340DADB-3908-B2DE-2683-131771E66E20}"/>
                </a:ext>
              </a:extLst>
            </p:cNvPr>
            <p:cNvGrpSpPr/>
            <p:nvPr/>
          </p:nvGrpSpPr>
          <p:grpSpPr>
            <a:xfrm>
              <a:off x="3788328" y="4187712"/>
              <a:ext cx="450000" cy="450000"/>
              <a:chOff x="8641028" y="2047192"/>
              <a:chExt cx="450000" cy="45000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BB75AA4-D574-599F-CC1D-F69E05B05A1A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FF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45" name="Cercle : creux 44">
                <a:extLst>
                  <a:ext uri="{FF2B5EF4-FFF2-40B4-BE49-F238E27FC236}">
                    <a16:creationId xmlns:a16="http://schemas.microsoft.com/office/drawing/2014/main" id="{D77C93A6-0649-12BA-3AA4-3BF9D0FC51CC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C5095CE8-55D5-5F5C-5B7E-16E086318600}"/>
                </a:ext>
              </a:extLst>
            </p:cNvPr>
            <p:cNvGrpSpPr/>
            <p:nvPr/>
          </p:nvGrpSpPr>
          <p:grpSpPr>
            <a:xfrm>
              <a:off x="3778694" y="3695856"/>
              <a:ext cx="450000" cy="450000"/>
              <a:chOff x="8641028" y="2047192"/>
              <a:chExt cx="450000" cy="450000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66287F34-8841-1587-9D36-D76F8745F8EA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48" name="Cercle : creux 47">
                <a:extLst>
                  <a:ext uri="{FF2B5EF4-FFF2-40B4-BE49-F238E27FC236}">
                    <a16:creationId xmlns:a16="http://schemas.microsoft.com/office/drawing/2014/main" id="{D97B6EC6-32D1-4D64-7F93-6D0E47B20BF3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7502B52D-43C8-7B5D-F985-19C74FD69E19}"/>
                </a:ext>
              </a:extLst>
            </p:cNvPr>
            <p:cNvGrpSpPr/>
            <p:nvPr/>
          </p:nvGrpSpPr>
          <p:grpSpPr>
            <a:xfrm>
              <a:off x="3778694" y="5171426"/>
              <a:ext cx="450000" cy="450000"/>
              <a:chOff x="8641028" y="2047192"/>
              <a:chExt cx="450000" cy="450000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CF62261-FD28-D2B4-D9C7-18FD9415CC68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51" name="Cercle : creux 50">
                <a:extLst>
                  <a:ext uri="{FF2B5EF4-FFF2-40B4-BE49-F238E27FC236}">
                    <a16:creationId xmlns:a16="http://schemas.microsoft.com/office/drawing/2014/main" id="{4E370EF0-FA8C-08F2-2357-AA318E02B7A1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2" name="Groupe 51">
              <a:extLst>
                <a:ext uri="{FF2B5EF4-FFF2-40B4-BE49-F238E27FC236}">
                  <a16:creationId xmlns:a16="http://schemas.microsoft.com/office/drawing/2014/main" id="{E3842170-E099-758F-4724-34AE3227CB51}"/>
                </a:ext>
              </a:extLst>
            </p:cNvPr>
            <p:cNvGrpSpPr/>
            <p:nvPr/>
          </p:nvGrpSpPr>
          <p:grpSpPr>
            <a:xfrm>
              <a:off x="3778694" y="4672480"/>
              <a:ext cx="450000" cy="450000"/>
              <a:chOff x="8641028" y="2047192"/>
              <a:chExt cx="450000" cy="450000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F0F20F48-2CE1-EDFF-9DCB-D58B402A66CE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54" name="Cercle : creux 53">
                <a:extLst>
                  <a:ext uri="{FF2B5EF4-FFF2-40B4-BE49-F238E27FC236}">
                    <a16:creationId xmlns:a16="http://schemas.microsoft.com/office/drawing/2014/main" id="{226D8AF4-6DA1-FDDB-A19B-4280E8BC5D6D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C30C7EB-1EF5-1918-22FD-B144C43501A5}"/>
                </a:ext>
              </a:extLst>
            </p:cNvPr>
            <p:cNvSpPr/>
            <p:nvPr/>
          </p:nvSpPr>
          <p:spPr>
            <a:xfrm>
              <a:off x="2239358" y="486826"/>
              <a:ext cx="1998970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1 joueur avec 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0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 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D0D73F26-6314-CF09-562E-619FC82103F8}"/>
                </a:ext>
              </a:extLst>
            </p:cNvPr>
            <p:cNvGrpSpPr/>
            <p:nvPr/>
          </p:nvGrpSpPr>
          <p:grpSpPr>
            <a:xfrm>
              <a:off x="1911696" y="3695855"/>
              <a:ext cx="450000" cy="450000"/>
              <a:chOff x="687092" y="3792696"/>
              <a:chExt cx="450000" cy="45000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F71B5D4-E5C9-CB04-E042-00485BA826F9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1EBDCE2-9F21-DB46-A2B3-6F73F1357E7F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B06319B-7C67-DEA0-B094-CFED991E90C2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0CACC7BF-1D3E-E74F-7321-CD38C3B093E9}"/>
                </a:ext>
              </a:extLst>
            </p:cNvPr>
            <p:cNvGrpSpPr/>
            <p:nvPr/>
          </p:nvGrpSpPr>
          <p:grpSpPr>
            <a:xfrm>
              <a:off x="930292" y="4679568"/>
              <a:ext cx="450000" cy="450000"/>
              <a:chOff x="1653504" y="3792696"/>
              <a:chExt cx="450000" cy="450000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35394B3-1D56-7A14-FA4E-09687873BA18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5184558-3EBE-F5B5-FB39-B92B23499497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7AC6044D-08BB-7917-DC97-FA777F1CAE77}"/>
                </a:ext>
              </a:extLst>
            </p:cNvPr>
            <p:cNvGrpSpPr/>
            <p:nvPr/>
          </p:nvGrpSpPr>
          <p:grpSpPr>
            <a:xfrm>
              <a:off x="1418495" y="4672480"/>
              <a:ext cx="486405" cy="450000"/>
              <a:chOff x="1170298" y="3792696"/>
              <a:chExt cx="486405" cy="45000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12FBE9E9-A13D-926C-AD48-66297DAC4574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B0D79B0A-1ED8-AFEF-890E-1DC86BA731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DA8528ED-A138-5A9D-45E1-59716120C6CA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C175B116-5910-BB55-D7B2-9D15B8292697}"/>
                </a:ext>
              </a:extLst>
            </p:cNvPr>
            <p:cNvGrpSpPr/>
            <p:nvPr/>
          </p:nvGrpSpPr>
          <p:grpSpPr>
            <a:xfrm>
              <a:off x="1911696" y="4187712"/>
              <a:ext cx="450000" cy="450000"/>
              <a:chOff x="687092" y="3792696"/>
              <a:chExt cx="450000" cy="450000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C097C73D-082D-8E78-10F0-27C70094E21C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17404A23-00B0-8A5E-3606-F41BD0A4BAD3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0" name="Ellipse 79">
                <a:extLst>
                  <a:ext uri="{FF2B5EF4-FFF2-40B4-BE49-F238E27FC236}">
                    <a16:creationId xmlns:a16="http://schemas.microsoft.com/office/drawing/2014/main" id="{6AF97329-D92C-F4C7-3575-239E8C2C5F59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81" name="Groupe 80">
              <a:extLst>
                <a:ext uri="{FF2B5EF4-FFF2-40B4-BE49-F238E27FC236}">
                  <a16:creationId xmlns:a16="http://schemas.microsoft.com/office/drawing/2014/main" id="{8358514C-9FFD-E2D1-7572-75F3D3E3A50E}"/>
                </a:ext>
              </a:extLst>
            </p:cNvPr>
            <p:cNvGrpSpPr/>
            <p:nvPr/>
          </p:nvGrpSpPr>
          <p:grpSpPr>
            <a:xfrm>
              <a:off x="1425291" y="4187712"/>
              <a:ext cx="486405" cy="450000"/>
              <a:chOff x="1170298" y="3792696"/>
              <a:chExt cx="486405" cy="450000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22526A62-9631-0AAB-0CDA-39898F3078C5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83" name="Graphique 82" descr="Pion avec un remplissage uni">
                <a:extLst>
                  <a:ext uri="{FF2B5EF4-FFF2-40B4-BE49-F238E27FC236}">
                    <a16:creationId xmlns:a16="http://schemas.microsoft.com/office/drawing/2014/main" id="{C6D86645-C75A-D093-8EE8-390CE74A06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1F066774-51C7-24BC-1EE4-3BADE6781301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85" name="Groupe 84">
              <a:extLst>
                <a:ext uri="{FF2B5EF4-FFF2-40B4-BE49-F238E27FC236}">
                  <a16:creationId xmlns:a16="http://schemas.microsoft.com/office/drawing/2014/main" id="{248EB3E7-D21D-904E-317B-E2BFA1FFA771}"/>
                </a:ext>
              </a:extLst>
            </p:cNvPr>
            <p:cNvGrpSpPr/>
            <p:nvPr/>
          </p:nvGrpSpPr>
          <p:grpSpPr>
            <a:xfrm>
              <a:off x="1904900" y="4672480"/>
              <a:ext cx="450000" cy="450000"/>
              <a:chOff x="687092" y="3792696"/>
              <a:chExt cx="450000" cy="450000"/>
            </a:xfrm>
          </p:grpSpPr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A085880A-9F19-D933-023D-5EA84D9B4D56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4F6B1E7B-8CB6-258A-8E08-25A10A1BAB56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8" name="Ellipse 87">
                <a:extLst>
                  <a:ext uri="{FF2B5EF4-FFF2-40B4-BE49-F238E27FC236}">
                    <a16:creationId xmlns:a16="http://schemas.microsoft.com/office/drawing/2014/main" id="{1A34D01C-87ED-108C-22F8-64B84F29F40E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89" name="Groupe 88">
              <a:extLst>
                <a:ext uri="{FF2B5EF4-FFF2-40B4-BE49-F238E27FC236}">
                  <a16:creationId xmlns:a16="http://schemas.microsoft.com/office/drawing/2014/main" id="{1C148D13-CB54-1833-5EB6-4DC0EBA456F2}"/>
                </a:ext>
              </a:extLst>
            </p:cNvPr>
            <p:cNvGrpSpPr/>
            <p:nvPr/>
          </p:nvGrpSpPr>
          <p:grpSpPr>
            <a:xfrm>
              <a:off x="1904900" y="5171426"/>
              <a:ext cx="450000" cy="450000"/>
              <a:chOff x="687092" y="3792696"/>
              <a:chExt cx="450000" cy="450000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13BAA3C3-A57F-FC8F-5016-F048463A0304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58F03B71-DF08-31F6-AE30-915A8DC9E285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2" name="Ellipse 91">
                <a:extLst>
                  <a:ext uri="{FF2B5EF4-FFF2-40B4-BE49-F238E27FC236}">
                    <a16:creationId xmlns:a16="http://schemas.microsoft.com/office/drawing/2014/main" id="{4965FBDA-56F9-52D2-E5CE-A72B28234F19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93" name="Groupe 92">
              <a:extLst>
                <a:ext uri="{FF2B5EF4-FFF2-40B4-BE49-F238E27FC236}">
                  <a16:creationId xmlns:a16="http://schemas.microsoft.com/office/drawing/2014/main" id="{F1511787-BB87-9CD7-64D7-970701A3042B}"/>
                </a:ext>
              </a:extLst>
            </p:cNvPr>
            <p:cNvGrpSpPr/>
            <p:nvPr/>
          </p:nvGrpSpPr>
          <p:grpSpPr>
            <a:xfrm>
              <a:off x="1418495" y="5174100"/>
              <a:ext cx="486405" cy="450000"/>
              <a:chOff x="1170298" y="3792696"/>
              <a:chExt cx="486405" cy="450000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A9B13EA1-8977-E14F-4D74-98B1DC2414A0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95" name="Graphique 94" descr="Pion avec un remplissage uni">
                <a:extLst>
                  <a:ext uri="{FF2B5EF4-FFF2-40B4-BE49-F238E27FC236}">
                    <a16:creationId xmlns:a16="http://schemas.microsoft.com/office/drawing/2014/main" id="{10A0C70A-7727-4420-C1D4-3BA6ECF022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79274E2B-1D67-3A2D-F104-953A77A1708F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97" name="Groupe 96">
              <a:extLst>
                <a:ext uri="{FF2B5EF4-FFF2-40B4-BE49-F238E27FC236}">
                  <a16:creationId xmlns:a16="http://schemas.microsoft.com/office/drawing/2014/main" id="{4F55E749-CBD4-CECD-13EC-BC331C21BA8D}"/>
                </a:ext>
              </a:extLst>
            </p:cNvPr>
            <p:cNvGrpSpPr/>
            <p:nvPr/>
          </p:nvGrpSpPr>
          <p:grpSpPr>
            <a:xfrm>
              <a:off x="928922" y="5171426"/>
              <a:ext cx="450000" cy="450000"/>
              <a:chOff x="1653504" y="3792696"/>
              <a:chExt cx="450000" cy="45000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457FA059-BFA6-D757-960E-9E9993F59840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738BF61A-217E-9A87-68BB-D762E1693675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273E07D-DBF2-819F-286F-1B0708DE11A6}"/>
                </a:ext>
              </a:extLst>
            </p:cNvPr>
            <p:cNvSpPr/>
            <p:nvPr/>
          </p:nvSpPr>
          <p:spPr>
            <a:xfrm>
              <a:off x="935905" y="486826"/>
              <a:ext cx="1251146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4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+</a:t>
              </a:r>
              <a:r>
                <a:rPr lang="fr-FR" sz="14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Couleurs </a:t>
              </a:r>
              <a:r>
                <a:rPr lang="fr-FR" sz="14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≠</a:t>
              </a:r>
              <a:endParaRPr lang="fr-FR" sz="14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13" name="Groupe 112">
              <a:extLst>
                <a:ext uri="{FF2B5EF4-FFF2-40B4-BE49-F238E27FC236}">
                  <a16:creationId xmlns:a16="http://schemas.microsoft.com/office/drawing/2014/main" id="{B01BF071-2A9F-A702-43E2-1848CDAC97F5}"/>
                </a:ext>
              </a:extLst>
            </p:cNvPr>
            <p:cNvGrpSpPr/>
            <p:nvPr/>
          </p:nvGrpSpPr>
          <p:grpSpPr>
            <a:xfrm>
              <a:off x="2379046" y="1244476"/>
              <a:ext cx="1859282" cy="1647889"/>
              <a:chOff x="5298122" y="1719159"/>
              <a:chExt cx="1859282" cy="1647889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F6CA383-C034-5AF2-5EF6-F73C5B2D87DD}"/>
                  </a:ext>
                </a:extLst>
              </p:cNvPr>
              <p:cNvSpPr/>
              <p:nvPr/>
            </p:nvSpPr>
            <p:spPr>
              <a:xfrm>
                <a:off x="5298122" y="1719159"/>
                <a:ext cx="797878" cy="848559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Action sur Fief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96FF8AF-BAD0-E08D-D38C-9F6A91996640}"/>
                  </a:ext>
                </a:extLst>
              </p:cNvPr>
              <p:cNvSpPr/>
              <p:nvPr/>
            </p:nvSpPr>
            <p:spPr>
              <a:xfrm>
                <a:off x="6096000" y="1719159"/>
                <a:ext cx="1061404" cy="216364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Compagnies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7FB17DD-F1B5-BA93-DA9E-9E83E201389D}"/>
                  </a:ext>
                </a:extLst>
              </p:cNvPr>
              <p:cNvSpPr/>
              <p:nvPr/>
            </p:nvSpPr>
            <p:spPr>
              <a:xfrm>
                <a:off x="5298122" y="2567718"/>
                <a:ext cx="797878" cy="26780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Construire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FCC0DF5-79B8-12B7-D782-73624C3A1A6F}"/>
                  </a:ext>
                </a:extLst>
              </p:cNvPr>
              <p:cNvSpPr/>
              <p:nvPr/>
            </p:nvSpPr>
            <p:spPr>
              <a:xfrm>
                <a:off x="5298122" y="2835523"/>
                <a:ext cx="797878" cy="26466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Ruiner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B2CE8B7-8783-AD36-878B-9356974D4DAD}"/>
                  </a:ext>
                </a:extLst>
              </p:cNvPr>
              <p:cNvSpPr/>
              <p:nvPr/>
            </p:nvSpPr>
            <p:spPr>
              <a:xfrm>
                <a:off x="5298122" y="3100193"/>
                <a:ext cx="797878" cy="26685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Annexer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48CF5A8A-BC22-9BB8-634A-7336EADEAF5B}"/>
                  </a:ext>
                </a:extLst>
              </p:cNvPr>
              <p:cNvSpPr/>
              <p:nvPr/>
            </p:nvSpPr>
            <p:spPr>
              <a:xfrm>
                <a:off x="6096000" y="1935524"/>
                <a:ext cx="268288" cy="6321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Tuile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EEB344E-9774-4FA9-2769-D7BABC901A01}"/>
                  </a:ext>
                </a:extLst>
              </p:cNvPr>
              <p:cNvSpPr/>
              <p:nvPr/>
            </p:nvSpPr>
            <p:spPr>
              <a:xfrm>
                <a:off x="6620990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Retraite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2A00EA87-8B91-D9BE-AFB5-337160830CFA}"/>
                  </a:ext>
                </a:extLst>
              </p:cNvPr>
              <p:cNvSpPr/>
              <p:nvPr/>
            </p:nvSpPr>
            <p:spPr>
              <a:xfrm>
                <a:off x="6889116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Réserve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26A21A45-98A4-A122-0F85-0D4290599A8B}"/>
                  </a:ext>
                </a:extLst>
              </p:cNvPr>
              <p:cNvSpPr/>
              <p:nvPr/>
            </p:nvSpPr>
            <p:spPr>
              <a:xfrm>
                <a:off x="6369686" y="1935524"/>
                <a:ext cx="246704" cy="1429338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  <a:sym typeface="Wingdings" panose="05000000000000000000" pitchFamily="2" charset="2"/>
                  </a:rPr>
                  <a:t></a:t>
                </a:r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0D4CBBE6-9B25-7CFB-040B-F609C2040FBE}"/>
                  </a:ext>
                </a:extLst>
              </p:cNvPr>
              <p:cNvSpPr/>
              <p:nvPr/>
            </p:nvSpPr>
            <p:spPr>
              <a:xfrm>
                <a:off x="6096000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7A199F7-5D2C-0D7F-6F92-E663F92D3275}"/>
                  </a:ext>
                </a:extLst>
              </p:cNvPr>
              <p:cNvSpPr/>
              <p:nvPr/>
            </p:nvSpPr>
            <p:spPr>
              <a:xfrm>
                <a:off x="6096000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0C72DE9-06A3-73C5-D7E2-E6EE9D5E3AA2}"/>
                  </a:ext>
                </a:extLst>
              </p:cNvPr>
              <p:cNvSpPr/>
              <p:nvPr/>
            </p:nvSpPr>
            <p:spPr>
              <a:xfrm>
                <a:off x="6096000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9</a:t>
                </a: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157D19AF-CE7D-E273-CA8E-5CFC056C0451}"/>
                  </a:ext>
                </a:extLst>
              </p:cNvPr>
              <p:cNvSpPr/>
              <p:nvPr/>
            </p:nvSpPr>
            <p:spPr>
              <a:xfrm>
                <a:off x="6620990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BC11C690-A19C-7831-AC1A-755D2DF26BCB}"/>
                  </a:ext>
                </a:extLst>
              </p:cNvPr>
              <p:cNvSpPr/>
              <p:nvPr/>
            </p:nvSpPr>
            <p:spPr>
              <a:xfrm>
                <a:off x="6889116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373D8FEE-39E9-1F06-419F-2BBF17AE4E0C}"/>
                  </a:ext>
                </a:extLst>
              </p:cNvPr>
              <p:cNvSpPr/>
              <p:nvPr/>
            </p:nvSpPr>
            <p:spPr>
              <a:xfrm>
                <a:off x="6620990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94B49814-4209-3749-DC7E-351A0B57A13D}"/>
                  </a:ext>
                </a:extLst>
              </p:cNvPr>
              <p:cNvSpPr/>
              <p:nvPr/>
            </p:nvSpPr>
            <p:spPr>
              <a:xfrm>
                <a:off x="6889116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6</a:t>
                </a: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59EFC812-6CCE-424F-0964-CBC9115C3202}"/>
                  </a:ext>
                </a:extLst>
              </p:cNvPr>
              <p:cNvSpPr/>
              <p:nvPr/>
            </p:nvSpPr>
            <p:spPr>
              <a:xfrm>
                <a:off x="6620990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DAB0AD3C-4796-2A1C-6187-5D338A19EEF0}"/>
                  </a:ext>
                </a:extLst>
              </p:cNvPr>
              <p:cNvSpPr/>
              <p:nvPr/>
            </p:nvSpPr>
            <p:spPr>
              <a:xfrm>
                <a:off x="6889116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22E5A013-57CB-2DA8-7759-369FC595B4E5}"/>
                </a:ext>
              </a:extLst>
            </p:cNvPr>
            <p:cNvSpPr/>
            <p:nvPr/>
          </p:nvSpPr>
          <p:spPr>
            <a:xfrm rot="16200000">
              <a:off x="832744" y="2058341"/>
              <a:ext cx="2026920" cy="6155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Les Marches : Escarmouche</a:t>
              </a:r>
            </a:p>
          </p:txBody>
        </p:sp>
      </p:grpSp>
      <p:grpSp>
        <p:nvGrpSpPr>
          <p:cNvPr id="268" name="Groupe 267">
            <a:extLst>
              <a:ext uri="{FF2B5EF4-FFF2-40B4-BE49-F238E27FC236}">
                <a16:creationId xmlns:a16="http://schemas.microsoft.com/office/drawing/2014/main" id="{2F416277-F721-E2A1-98D9-809D7A78E866}"/>
              </a:ext>
            </a:extLst>
          </p:cNvPr>
          <p:cNvGrpSpPr/>
          <p:nvPr/>
        </p:nvGrpSpPr>
        <p:grpSpPr>
          <a:xfrm>
            <a:off x="4902240" y="736984"/>
            <a:ext cx="1080000" cy="1080000"/>
            <a:chOff x="4902240" y="729000"/>
            <a:chExt cx="1080000" cy="108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37827B6-9AD8-2F69-DEC0-7A8697241236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67" name="Cercle : creux 266">
              <a:extLst>
                <a:ext uri="{FF2B5EF4-FFF2-40B4-BE49-F238E27FC236}">
                  <a16:creationId xmlns:a16="http://schemas.microsoft.com/office/drawing/2014/main" id="{EBBA761C-6DCF-025D-4B10-3FAE962D759B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69" name="Groupe 268">
            <a:extLst>
              <a:ext uri="{FF2B5EF4-FFF2-40B4-BE49-F238E27FC236}">
                <a16:creationId xmlns:a16="http://schemas.microsoft.com/office/drawing/2014/main" id="{B425EEF2-C0EC-A101-4D2C-2327BCC64284}"/>
              </a:ext>
            </a:extLst>
          </p:cNvPr>
          <p:cNvGrpSpPr/>
          <p:nvPr/>
        </p:nvGrpSpPr>
        <p:grpSpPr>
          <a:xfrm>
            <a:off x="6454121" y="727731"/>
            <a:ext cx="1080000" cy="1080000"/>
            <a:chOff x="4902240" y="729000"/>
            <a:chExt cx="1080000" cy="1080000"/>
          </a:xfrm>
        </p:grpSpPr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C3C2DF53-EC82-F5EF-5DB6-9A440E6C3619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71" name="Cercle : creux 270">
              <a:extLst>
                <a:ext uri="{FF2B5EF4-FFF2-40B4-BE49-F238E27FC236}">
                  <a16:creationId xmlns:a16="http://schemas.microsoft.com/office/drawing/2014/main" id="{E1179D7F-B2CB-8196-CF48-990B869997ED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72" name="Groupe 271">
            <a:extLst>
              <a:ext uri="{FF2B5EF4-FFF2-40B4-BE49-F238E27FC236}">
                <a16:creationId xmlns:a16="http://schemas.microsoft.com/office/drawing/2014/main" id="{335CB87C-AE44-D227-2115-328899D069A4}"/>
              </a:ext>
            </a:extLst>
          </p:cNvPr>
          <p:cNvGrpSpPr/>
          <p:nvPr/>
        </p:nvGrpSpPr>
        <p:grpSpPr>
          <a:xfrm>
            <a:off x="7944791" y="736984"/>
            <a:ext cx="1080000" cy="1080000"/>
            <a:chOff x="4902240" y="729000"/>
            <a:chExt cx="1080000" cy="1080000"/>
          </a:xfrm>
        </p:grpSpPr>
        <p:sp>
          <p:nvSpPr>
            <p:cNvPr id="273" name="Rectangle 272">
              <a:extLst>
                <a:ext uri="{FF2B5EF4-FFF2-40B4-BE49-F238E27FC236}">
                  <a16:creationId xmlns:a16="http://schemas.microsoft.com/office/drawing/2014/main" id="{816EF434-307F-819B-D3A3-1E49E09A6796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74" name="Cercle : creux 273">
              <a:extLst>
                <a:ext uri="{FF2B5EF4-FFF2-40B4-BE49-F238E27FC236}">
                  <a16:creationId xmlns:a16="http://schemas.microsoft.com/office/drawing/2014/main" id="{C5F4D23C-9FAF-59E2-3D60-A4A17EA09FD2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84" name="Groupe 283">
            <a:extLst>
              <a:ext uri="{FF2B5EF4-FFF2-40B4-BE49-F238E27FC236}">
                <a16:creationId xmlns:a16="http://schemas.microsoft.com/office/drawing/2014/main" id="{80C7EE08-353B-76A2-7B29-0190371E5C7F}"/>
              </a:ext>
            </a:extLst>
          </p:cNvPr>
          <p:cNvGrpSpPr/>
          <p:nvPr/>
        </p:nvGrpSpPr>
        <p:grpSpPr>
          <a:xfrm>
            <a:off x="4902240" y="2349001"/>
            <a:ext cx="1080000" cy="1080000"/>
            <a:chOff x="4902240" y="729000"/>
            <a:chExt cx="1080000" cy="1080000"/>
          </a:xfrm>
        </p:grpSpPr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8D1A8A2C-7626-42C6-5AA9-2B15622CF6D7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86" name="Cercle : creux 285">
              <a:extLst>
                <a:ext uri="{FF2B5EF4-FFF2-40B4-BE49-F238E27FC236}">
                  <a16:creationId xmlns:a16="http://schemas.microsoft.com/office/drawing/2014/main" id="{9AA02252-E4D7-666B-D913-CF7E9D3BD2C3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87" name="Groupe 286">
            <a:extLst>
              <a:ext uri="{FF2B5EF4-FFF2-40B4-BE49-F238E27FC236}">
                <a16:creationId xmlns:a16="http://schemas.microsoft.com/office/drawing/2014/main" id="{DB1728D1-DDC9-FB49-F4FF-27BAB2BAF849}"/>
              </a:ext>
            </a:extLst>
          </p:cNvPr>
          <p:cNvGrpSpPr/>
          <p:nvPr/>
        </p:nvGrpSpPr>
        <p:grpSpPr>
          <a:xfrm>
            <a:off x="6454121" y="2339747"/>
            <a:ext cx="1080000" cy="1080000"/>
            <a:chOff x="4902240" y="729000"/>
            <a:chExt cx="1080000" cy="1080000"/>
          </a:xfrm>
        </p:grpSpPr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7E415F2D-D842-1DDA-FBC7-D2FABE07995C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89" name="Cercle : creux 288">
              <a:extLst>
                <a:ext uri="{FF2B5EF4-FFF2-40B4-BE49-F238E27FC236}">
                  <a16:creationId xmlns:a16="http://schemas.microsoft.com/office/drawing/2014/main" id="{D55F09F0-F93F-75B8-A8C0-8326B7EBB049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90" name="Groupe 289">
            <a:extLst>
              <a:ext uri="{FF2B5EF4-FFF2-40B4-BE49-F238E27FC236}">
                <a16:creationId xmlns:a16="http://schemas.microsoft.com/office/drawing/2014/main" id="{64631ECF-9309-B4FD-4A0D-2B8849D8C52A}"/>
              </a:ext>
            </a:extLst>
          </p:cNvPr>
          <p:cNvGrpSpPr/>
          <p:nvPr/>
        </p:nvGrpSpPr>
        <p:grpSpPr>
          <a:xfrm>
            <a:off x="7944791" y="2349000"/>
            <a:ext cx="1080000" cy="1080000"/>
            <a:chOff x="4902240" y="729000"/>
            <a:chExt cx="1080000" cy="1080000"/>
          </a:xfrm>
        </p:grpSpPr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27D5C8B7-30C3-78DB-7EE4-B1E7496846D7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92" name="Cercle : creux 291">
              <a:extLst>
                <a:ext uri="{FF2B5EF4-FFF2-40B4-BE49-F238E27FC236}">
                  <a16:creationId xmlns:a16="http://schemas.microsoft.com/office/drawing/2014/main" id="{8E9951BC-A7FB-C049-A82A-D572567DAD2E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93" name="Groupe 292">
            <a:extLst>
              <a:ext uri="{FF2B5EF4-FFF2-40B4-BE49-F238E27FC236}">
                <a16:creationId xmlns:a16="http://schemas.microsoft.com/office/drawing/2014/main" id="{ACA74582-10BD-3081-8428-8B8B3104D320}"/>
              </a:ext>
            </a:extLst>
          </p:cNvPr>
          <p:cNvGrpSpPr/>
          <p:nvPr/>
        </p:nvGrpSpPr>
        <p:grpSpPr>
          <a:xfrm>
            <a:off x="9461875" y="2339747"/>
            <a:ext cx="1080000" cy="1080000"/>
            <a:chOff x="4902240" y="729000"/>
            <a:chExt cx="1080000" cy="1080000"/>
          </a:xfrm>
        </p:grpSpPr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23AA84BA-252F-760E-B748-216BB33D7B71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95" name="Cercle : creux 294">
              <a:extLst>
                <a:ext uri="{FF2B5EF4-FFF2-40B4-BE49-F238E27FC236}">
                  <a16:creationId xmlns:a16="http://schemas.microsoft.com/office/drawing/2014/main" id="{7EB0D597-A016-CB7A-EA3E-C98F5EC347B2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96" name="Groupe 295">
            <a:extLst>
              <a:ext uri="{FF2B5EF4-FFF2-40B4-BE49-F238E27FC236}">
                <a16:creationId xmlns:a16="http://schemas.microsoft.com/office/drawing/2014/main" id="{17BD9C40-958A-D110-6D8F-6C28E10C671C}"/>
              </a:ext>
            </a:extLst>
          </p:cNvPr>
          <p:cNvGrpSpPr/>
          <p:nvPr/>
        </p:nvGrpSpPr>
        <p:grpSpPr>
          <a:xfrm>
            <a:off x="4902240" y="3961017"/>
            <a:ext cx="1080000" cy="1080000"/>
            <a:chOff x="4902240" y="729000"/>
            <a:chExt cx="1080000" cy="1080000"/>
          </a:xfrm>
        </p:grpSpPr>
        <p:sp>
          <p:nvSpPr>
            <p:cNvPr id="297" name="Rectangle 296">
              <a:extLst>
                <a:ext uri="{FF2B5EF4-FFF2-40B4-BE49-F238E27FC236}">
                  <a16:creationId xmlns:a16="http://schemas.microsoft.com/office/drawing/2014/main" id="{BDCB9D08-8693-D258-3E1B-3C4ECCC28457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298" name="Cercle : creux 297">
              <a:extLst>
                <a:ext uri="{FF2B5EF4-FFF2-40B4-BE49-F238E27FC236}">
                  <a16:creationId xmlns:a16="http://schemas.microsoft.com/office/drawing/2014/main" id="{5B7C17A4-E111-D318-D65E-5A6D104D7735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99" name="Groupe 298">
            <a:extLst>
              <a:ext uri="{FF2B5EF4-FFF2-40B4-BE49-F238E27FC236}">
                <a16:creationId xmlns:a16="http://schemas.microsoft.com/office/drawing/2014/main" id="{05B44104-A109-9139-CD49-1F6E91DC0DF1}"/>
              </a:ext>
            </a:extLst>
          </p:cNvPr>
          <p:cNvGrpSpPr/>
          <p:nvPr/>
        </p:nvGrpSpPr>
        <p:grpSpPr>
          <a:xfrm>
            <a:off x="6454121" y="3951764"/>
            <a:ext cx="1080000" cy="1080000"/>
            <a:chOff x="4902240" y="729000"/>
            <a:chExt cx="1080000" cy="1080000"/>
          </a:xfrm>
        </p:grpSpPr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7B3D1776-B40A-0C8C-BD94-6B49D0BA519A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301" name="Cercle : creux 300">
              <a:extLst>
                <a:ext uri="{FF2B5EF4-FFF2-40B4-BE49-F238E27FC236}">
                  <a16:creationId xmlns:a16="http://schemas.microsoft.com/office/drawing/2014/main" id="{0BD71F6D-F6E5-7A9F-A43E-20A7467C932C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376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45176-1206-B893-ECD7-C9A54622C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roupe 115">
            <a:extLst>
              <a:ext uri="{FF2B5EF4-FFF2-40B4-BE49-F238E27FC236}">
                <a16:creationId xmlns:a16="http://schemas.microsoft.com/office/drawing/2014/main" id="{82E7A8EF-0929-9841-8851-BC75263B0E6E}"/>
              </a:ext>
            </a:extLst>
          </p:cNvPr>
          <p:cNvGrpSpPr/>
          <p:nvPr/>
        </p:nvGrpSpPr>
        <p:grpSpPr>
          <a:xfrm>
            <a:off x="648260" y="634844"/>
            <a:ext cx="3600000" cy="5400000"/>
            <a:chOff x="778381" y="339423"/>
            <a:chExt cx="3600000" cy="5400000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FE25C964-1C77-A7C5-1BAC-B2D80988DE96}"/>
                </a:ext>
              </a:extLst>
            </p:cNvPr>
            <p:cNvSpPr/>
            <p:nvPr/>
          </p:nvSpPr>
          <p:spPr>
            <a:xfrm rot="5400000">
              <a:off x="-121619" y="1239423"/>
              <a:ext cx="5400000" cy="360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118" name="Groupe 117">
              <a:extLst>
                <a:ext uri="{FF2B5EF4-FFF2-40B4-BE49-F238E27FC236}">
                  <a16:creationId xmlns:a16="http://schemas.microsoft.com/office/drawing/2014/main" id="{F921884D-EAD2-2FFA-AAA4-DEDE1FAA14C3}"/>
                </a:ext>
              </a:extLst>
            </p:cNvPr>
            <p:cNvGrpSpPr/>
            <p:nvPr/>
          </p:nvGrpSpPr>
          <p:grpSpPr>
            <a:xfrm>
              <a:off x="935904" y="1035524"/>
              <a:ext cx="450000" cy="3600000"/>
              <a:chOff x="942178" y="1014661"/>
              <a:chExt cx="450000" cy="3600000"/>
            </a:xfrm>
          </p:grpSpPr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296596CC-5EC1-50E7-4112-721420DCF7D8}"/>
                  </a:ext>
                </a:extLst>
              </p:cNvPr>
              <p:cNvSpPr/>
              <p:nvPr/>
            </p:nvSpPr>
            <p:spPr>
              <a:xfrm>
                <a:off x="942178" y="41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1</a:t>
                </a: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11D9DD5F-6571-F9E6-54EE-66A9D2E38884}"/>
                  </a:ext>
                </a:extLst>
              </p:cNvPr>
              <p:cNvSpPr/>
              <p:nvPr/>
            </p:nvSpPr>
            <p:spPr>
              <a:xfrm>
                <a:off x="942178" y="37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2</a:t>
                </a: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0DB77E29-551B-5267-75FE-97E491B3F212}"/>
                  </a:ext>
                </a:extLst>
              </p:cNvPr>
              <p:cNvSpPr/>
              <p:nvPr/>
            </p:nvSpPr>
            <p:spPr>
              <a:xfrm>
                <a:off x="942178" y="32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3</a:t>
                </a: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2F1066B1-A016-2177-FAB0-AC8C1261BA48}"/>
                  </a:ext>
                </a:extLst>
              </p:cNvPr>
              <p:cNvSpPr/>
              <p:nvPr/>
            </p:nvSpPr>
            <p:spPr>
              <a:xfrm>
                <a:off x="942178" y="28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4</a:t>
                </a: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5B758C0D-99BA-62A2-F37D-B7BE1FEDA02E}"/>
                  </a:ext>
                </a:extLst>
              </p:cNvPr>
              <p:cNvSpPr/>
              <p:nvPr/>
            </p:nvSpPr>
            <p:spPr>
              <a:xfrm>
                <a:off x="942178" y="23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5</a:t>
                </a: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4DD5E158-2D45-35E4-CF15-17E26825EA5B}"/>
                  </a:ext>
                </a:extLst>
              </p:cNvPr>
              <p:cNvSpPr/>
              <p:nvPr/>
            </p:nvSpPr>
            <p:spPr>
              <a:xfrm>
                <a:off x="942178" y="19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6</a:t>
                </a: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36FFA508-F716-1259-A798-D9E1B44CD84F}"/>
                  </a:ext>
                </a:extLst>
              </p:cNvPr>
              <p:cNvSpPr/>
              <p:nvPr/>
            </p:nvSpPr>
            <p:spPr>
              <a:xfrm>
                <a:off x="942178" y="14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7</a:t>
                </a: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F4910E68-B432-0752-FCF7-8A5DD0614AE1}"/>
                  </a:ext>
                </a:extLst>
              </p:cNvPr>
              <p:cNvSpPr/>
              <p:nvPr/>
            </p:nvSpPr>
            <p:spPr>
              <a:xfrm>
                <a:off x="942178" y="1014661"/>
                <a:ext cx="450000" cy="4500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8</a:t>
                </a:r>
              </a:p>
            </p:txBody>
          </p:sp>
        </p:grp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FD235B3B-D63F-7DF9-A558-BEC05DD94802}"/>
                </a:ext>
              </a:extLst>
            </p:cNvPr>
            <p:cNvSpPr/>
            <p:nvPr/>
          </p:nvSpPr>
          <p:spPr>
            <a:xfrm>
              <a:off x="2394902" y="3204000"/>
              <a:ext cx="1342828" cy="450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Déplacer Seigneur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Tuiles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A4905EDE-050A-B7BB-E29C-BF796449AAC4}"/>
                </a:ext>
              </a:extLst>
            </p:cNvPr>
            <p:cNvSpPr/>
            <p:nvPr/>
          </p:nvSpPr>
          <p:spPr>
            <a:xfrm>
              <a:off x="2394902" y="4187712"/>
              <a:ext cx="1342828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Compagnies</a:t>
              </a: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43DA7D41-B2D7-510B-9315-617349E33A2B}"/>
                </a:ext>
              </a:extLst>
            </p:cNvPr>
            <p:cNvSpPr/>
            <p:nvPr/>
          </p:nvSpPr>
          <p:spPr>
            <a:xfrm>
              <a:off x="2394902" y="4679568"/>
              <a:ext cx="1343940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Disperser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Compagnies</a:t>
              </a: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FA50AF29-E758-6BCC-94AE-A5DAEE536ADE}"/>
                </a:ext>
              </a:extLst>
            </p:cNvPr>
            <p:cNvSpPr/>
            <p:nvPr/>
          </p:nvSpPr>
          <p:spPr>
            <a:xfrm>
              <a:off x="2394902" y="5171426"/>
              <a:ext cx="1345055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Concentrer Compagnies</a:t>
              </a: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EC8A265A-1B87-87B5-D9F4-707B9361960C}"/>
                </a:ext>
              </a:extLst>
            </p:cNvPr>
            <p:cNvSpPr/>
            <p:nvPr/>
          </p:nvSpPr>
          <p:spPr>
            <a:xfrm>
              <a:off x="2394902" y="3695856"/>
              <a:ext cx="1342828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Construire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Fief</a:t>
              </a:r>
            </a:p>
          </p:txBody>
        </p:sp>
        <p:grpSp>
          <p:nvGrpSpPr>
            <p:cNvPr id="124" name="Groupe 123">
              <a:extLst>
                <a:ext uri="{FF2B5EF4-FFF2-40B4-BE49-F238E27FC236}">
                  <a16:creationId xmlns:a16="http://schemas.microsoft.com/office/drawing/2014/main" id="{36B31A59-AEDF-1FEB-7093-92780B0BE1CE}"/>
                </a:ext>
              </a:extLst>
            </p:cNvPr>
            <p:cNvGrpSpPr/>
            <p:nvPr/>
          </p:nvGrpSpPr>
          <p:grpSpPr>
            <a:xfrm>
              <a:off x="3778694" y="3207985"/>
              <a:ext cx="450000" cy="450000"/>
              <a:chOff x="8641028" y="2047192"/>
              <a:chExt cx="450000" cy="45000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39D1D8E2-BB22-8E02-ED7D-EDDFA1A1A39F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FF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194" name="Cercle : creux 193">
                <a:extLst>
                  <a:ext uri="{FF2B5EF4-FFF2-40B4-BE49-F238E27FC236}">
                    <a16:creationId xmlns:a16="http://schemas.microsoft.com/office/drawing/2014/main" id="{5AA821F1-CA74-6562-4F67-5B8036445869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5" name="Groupe 124">
              <a:extLst>
                <a:ext uri="{FF2B5EF4-FFF2-40B4-BE49-F238E27FC236}">
                  <a16:creationId xmlns:a16="http://schemas.microsoft.com/office/drawing/2014/main" id="{5323A80B-4E68-FC76-EA37-787CCF182E0F}"/>
                </a:ext>
              </a:extLst>
            </p:cNvPr>
            <p:cNvGrpSpPr/>
            <p:nvPr/>
          </p:nvGrpSpPr>
          <p:grpSpPr>
            <a:xfrm>
              <a:off x="3788328" y="4187712"/>
              <a:ext cx="450000" cy="450000"/>
              <a:chOff x="8641028" y="2047192"/>
              <a:chExt cx="450000" cy="450000"/>
            </a:xfrm>
          </p:grpSpPr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DB0C4B71-3ED7-BC23-7C30-CEAB1D1B8703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FF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192" name="Cercle : creux 191">
                <a:extLst>
                  <a:ext uri="{FF2B5EF4-FFF2-40B4-BE49-F238E27FC236}">
                    <a16:creationId xmlns:a16="http://schemas.microsoft.com/office/drawing/2014/main" id="{2CEE9299-17D1-9D35-8550-A314D7858D1F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6" name="Groupe 125">
              <a:extLst>
                <a:ext uri="{FF2B5EF4-FFF2-40B4-BE49-F238E27FC236}">
                  <a16:creationId xmlns:a16="http://schemas.microsoft.com/office/drawing/2014/main" id="{0AFD4DA3-32AF-A2A2-0176-46B37A776C2A}"/>
                </a:ext>
              </a:extLst>
            </p:cNvPr>
            <p:cNvGrpSpPr/>
            <p:nvPr/>
          </p:nvGrpSpPr>
          <p:grpSpPr>
            <a:xfrm>
              <a:off x="3778694" y="3695856"/>
              <a:ext cx="450000" cy="450000"/>
              <a:chOff x="8641028" y="2047192"/>
              <a:chExt cx="450000" cy="450000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C1C7199C-5603-30DE-589A-2D1756895779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90" name="Cercle : creux 189">
                <a:extLst>
                  <a:ext uri="{FF2B5EF4-FFF2-40B4-BE49-F238E27FC236}">
                    <a16:creationId xmlns:a16="http://schemas.microsoft.com/office/drawing/2014/main" id="{8AF0E2D8-9DFB-6B75-EB9E-05E8DF78811B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7" name="Groupe 126">
              <a:extLst>
                <a:ext uri="{FF2B5EF4-FFF2-40B4-BE49-F238E27FC236}">
                  <a16:creationId xmlns:a16="http://schemas.microsoft.com/office/drawing/2014/main" id="{7F8EAA8D-093D-586F-9103-52179E37A35A}"/>
                </a:ext>
              </a:extLst>
            </p:cNvPr>
            <p:cNvGrpSpPr/>
            <p:nvPr/>
          </p:nvGrpSpPr>
          <p:grpSpPr>
            <a:xfrm>
              <a:off x="3778694" y="5171426"/>
              <a:ext cx="450000" cy="450000"/>
              <a:chOff x="8641028" y="2047192"/>
              <a:chExt cx="450000" cy="450000"/>
            </a:xfrm>
          </p:grpSpPr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7BD6C299-C3DD-C725-3584-7D2A82C04C5F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188" name="Cercle : creux 187">
                <a:extLst>
                  <a:ext uri="{FF2B5EF4-FFF2-40B4-BE49-F238E27FC236}">
                    <a16:creationId xmlns:a16="http://schemas.microsoft.com/office/drawing/2014/main" id="{2283BFE8-9D30-7361-A76A-D5F40C823F33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8" name="Groupe 127">
              <a:extLst>
                <a:ext uri="{FF2B5EF4-FFF2-40B4-BE49-F238E27FC236}">
                  <a16:creationId xmlns:a16="http://schemas.microsoft.com/office/drawing/2014/main" id="{9FAD04EE-61FB-1A6C-C8AF-7A429E0A5C15}"/>
                </a:ext>
              </a:extLst>
            </p:cNvPr>
            <p:cNvGrpSpPr/>
            <p:nvPr/>
          </p:nvGrpSpPr>
          <p:grpSpPr>
            <a:xfrm>
              <a:off x="3778694" y="4672480"/>
              <a:ext cx="450000" cy="450000"/>
              <a:chOff x="8641028" y="2047192"/>
              <a:chExt cx="450000" cy="45000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AE5B77E8-25C6-8761-05CC-8314D9BECF9C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186" name="Cercle : creux 185">
                <a:extLst>
                  <a:ext uri="{FF2B5EF4-FFF2-40B4-BE49-F238E27FC236}">
                    <a16:creationId xmlns:a16="http://schemas.microsoft.com/office/drawing/2014/main" id="{28EE57EF-6CB7-2DD8-FEFE-813A482922EA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7C08FF84-5CD9-E338-D3A4-429FCD7B2B6F}"/>
                </a:ext>
              </a:extLst>
            </p:cNvPr>
            <p:cNvSpPr/>
            <p:nvPr/>
          </p:nvSpPr>
          <p:spPr>
            <a:xfrm>
              <a:off x="2239358" y="486826"/>
              <a:ext cx="1998970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1 joueur avec 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0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 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30" name="Groupe 129">
              <a:extLst>
                <a:ext uri="{FF2B5EF4-FFF2-40B4-BE49-F238E27FC236}">
                  <a16:creationId xmlns:a16="http://schemas.microsoft.com/office/drawing/2014/main" id="{DEDE37B5-545F-BFAB-B093-A973F5D01B46}"/>
                </a:ext>
              </a:extLst>
            </p:cNvPr>
            <p:cNvGrpSpPr/>
            <p:nvPr/>
          </p:nvGrpSpPr>
          <p:grpSpPr>
            <a:xfrm>
              <a:off x="1911696" y="3695855"/>
              <a:ext cx="450000" cy="450000"/>
              <a:chOff x="687092" y="3792696"/>
              <a:chExt cx="450000" cy="450000"/>
            </a:xfrm>
          </p:grpSpPr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3BB114F6-D0E7-DDC9-9E7F-5028D2A9A2F2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BC6472EC-BA10-8B13-03E8-819F6F058F46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4" name="Ellipse 183">
                <a:extLst>
                  <a:ext uri="{FF2B5EF4-FFF2-40B4-BE49-F238E27FC236}">
                    <a16:creationId xmlns:a16="http://schemas.microsoft.com/office/drawing/2014/main" id="{9F84299D-055F-22AF-E504-67400A4DD64D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1" name="Groupe 130">
              <a:extLst>
                <a:ext uri="{FF2B5EF4-FFF2-40B4-BE49-F238E27FC236}">
                  <a16:creationId xmlns:a16="http://schemas.microsoft.com/office/drawing/2014/main" id="{94AE5CA7-8A6D-C762-2C3A-4066859EBF73}"/>
                </a:ext>
              </a:extLst>
            </p:cNvPr>
            <p:cNvGrpSpPr/>
            <p:nvPr/>
          </p:nvGrpSpPr>
          <p:grpSpPr>
            <a:xfrm>
              <a:off x="930292" y="4679568"/>
              <a:ext cx="450000" cy="450000"/>
              <a:chOff x="1653504" y="3792696"/>
              <a:chExt cx="450000" cy="450000"/>
            </a:xfrm>
          </p:grpSpPr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2C8291E-8699-5AE7-4E8E-D73B0FDC867D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F83C29D6-E325-6F67-A5D9-173460048616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2" name="Groupe 131">
              <a:extLst>
                <a:ext uri="{FF2B5EF4-FFF2-40B4-BE49-F238E27FC236}">
                  <a16:creationId xmlns:a16="http://schemas.microsoft.com/office/drawing/2014/main" id="{11BAA3CD-2D66-82B9-A946-FB733CDC20A1}"/>
                </a:ext>
              </a:extLst>
            </p:cNvPr>
            <p:cNvGrpSpPr/>
            <p:nvPr/>
          </p:nvGrpSpPr>
          <p:grpSpPr>
            <a:xfrm>
              <a:off x="1418495" y="4672480"/>
              <a:ext cx="486405" cy="450000"/>
              <a:chOff x="1170298" y="3792696"/>
              <a:chExt cx="486405" cy="45000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D6AB359C-6DEA-0515-4C02-9236DF6B60D8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78" name="Graphique 177" descr="Pion avec un remplissage uni">
                <a:extLst>
                  <a:ext uri="{FF2B5EF4-FFF2-40B4-BE49-F238E27FC236}">
                    <a16:creationId xmlns:a16="http://schemas.microsoft.com/office/drawing/2014/main" id="{D01976E9-41A9-E38F-31DD-74E38181E3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32D8154F-E718-BE6C-BE66-E5946EC6E0CC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3" name="Groupe 132">
              <a:extLst>
                <a:ext uri="{FF2B5EF4-FFF2-40B4-BE49-F238E27FC236}">
                  <a16:creationId xmlns:a16="http://schemas.microsoft.com/office/drawing/2014/main" id="{4754B3DD-8560-5276-041D-75485E1DBC3D}"/>
                </a:ext>
              </a:extLst>
            </p:cNvPr>
            <p:cNvGrpSpPr/>
            <p:nvPr/>
          </p:nvGrpSpPr>
          <p:grpSpPr>
            <a:xfrm>
              <a:off x="1911696" y="4187712"/>
              <a:ext cx="450000" cy="450000"/>
              <a:chOff x="687092" y="3792696"/>
              <a:chExt cx="450000" cy="450000"/>
            </a:xfrm>
          </p:grpSpPr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EA0D3637-7B57-B267-533F-5BFC7805A272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19F374BA-0214-930E-0F33-09C16FE3E740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6" name="Ellipse 175">
                <a:extLst>
                  <a:ext uri="{FF2B5EF4-FFF2-40B4-BE49-F238E27FC236}">
                    <a16:creationId xmlns:a16="http://schemas.microsoft.com/office/drawing/2014/main" id="{EC3F2890-3345-BA63-434A-0CCD33DB6286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91B9A2B2-8D48-3B91-66D2-EE32334C6BBF}"/>
                </a:ext>
              </a:extLst>
            </p:cNvPr>
            <p:cNvGrpSpPr/>
            <p:nvPr/>
          </p:nvGrpSpPr>
          <p:grpSpPr>
            <a:xfrm>
              <a:off x="1425291" y="4187712"/>
              <a:ext cx="486405" cy="450000"/>
              <a:chOff x="1170298" y="3792696"/>
              <a:chExt cx="486405" cy="45000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D357152B-5964-A917-399D-86A38FD6F794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72" name="Graphique 171" descr="Pion avec un remplissage uni">
                <a:extLst>
                  <a:ext uri="{FF2B5EF4-FFF2-40B4-BE49-F238E27FC236}">
                    <a16:creationId xmlns:a16="http://schemas.microsoft.com/office/drawing/2014/main" id="{0061D64D-467E-03D7-2833-5C9EDEBB41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56B9D13F-AA87-0C38-FE2A-C4C63C74DC15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5" name="Groupe 134">
              <a:extLst>
                <a:ext uri="{FF2B5EF4-FFF2-40B4-BE49-F238E27FC236}">
                  <a16:creationId xmlns:a16="http://schemas.microsoft.com/office/drawing/2014/main" id="{1A6658BB-BD19-DE87-CEE3-053F05208487}"/>
                </a:ext>
              </a:extLst>
            </p:cNvPr>
            <p:cNvGrpSpPr/>
            <p:nvPr/>
          </p:nvGrpSpPr>
          <p:grpSpPr>
            <a:xfrm>
              <a:off x="1904900" y="4672480"/>
              <a:ext cx="450000" cy="450000"/>
              <a:chOff x="687092" y="3792696"/>
              <a:chExt cx="450000" cy="45000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F22B39C7-F8F8-25F4-90EE-C68832C0D2CC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8CA29AAB-ACB7-63AD-1F0B-C20A6E01A544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0" name="Ellipse 169">
                <a:extLst>
                  <a:ext uri="{FF2B5EF4-FFF2-40B4-BE49-F238E27FC236}">
                    <a16:creationId xmlns:a16="http://schemas.microsoft.com/office/drawing/2014/main" id="{A6C0CAC9-BB01-57CD-68FF-05FECCA8D242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6" name="Groupe 135">
              <a:extLst>
                <a:ext uri="{FF2B5EF4-FFF2-40B4-BE49-F238E27FC236}">
                  <a16:creationId xmlns:a16="http://schemas.microsoft.com/office/drawing/2014/main" id="{47A85F2B-573F-939E-3539-FD59CEB81941}"/>
                </a:ext>
              </a:extLst>
            </p:cNvPr>
            <p:cNvGrpSpPr/>
            <p:nvPr/>
          </p:nvGrpSpPr>
          <p:grpSpPr>
            <a:xfrm>
              <a:off x="1904900" y="5171426"/>
              <a:ext cx="450000" cy="450000"/>
              <a:chOff x="687092" y="3792696"/>
              <a:chExt cx="450000" cy="450000"/>
            </a:xfrm>
          </p:grpSpPr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D19729D0-4E04-547C-7171-F36251F956F6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EA2BBDF6-E37C-8B48-63BA-5B9FDA4C7EE4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7" name="Ellipse 166">
                <a:extLst>
                  <a:ext uri="{FF2B5EF4-FFF2-40B4-BE49-F238E27FC236}">
                    <a16:creationId xmlns:a16="http://schemas.microsoft.com/office/drawing/2014/main" id="{978B42E1-059B-8DF4-C403-C3E0B81BBAA0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7" name="Groupe 136">
              <a:extLst>
                <a:ext uri="{FF2B5EF4-FFF2-40B4-BE49-F238E27FC236}">
                  <a16:creationId xmlns:a16="http://schemas.microsoft.com/office/drawing/2014/main" id="{586CD44C-0EE6-95E0-D57C-46DCFC33B65F}"/>
                </a:ext>
              </a:extLst>
            </p:cNvPr>
            <p:cNvGrpSpPr/>
            <p:nvPr/>
          </p:nvGrpSpPr>
          <p:grpSpPr>
            <a:xfrm>
              <a:off x="1418495" y="5174100"/>
              <a:ext cx="486405" cy="450000"/>
              <a:chOff x="1170298" y="3792696"/>
              <a:chExt cx="486405" cy="45000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2BA15216-1C7B-B86A-6F65-BC6A68B59BD7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63" name="Graphique 162" descr="Pion avec un remplissage uni">
                <a:extLst>
                  <a:ext uri="{FF2B5EF4-FFF2-40B4-BE49-F238E27FC236}">
                    <a16:creationId xmlns:a16="http://schemas.microsoft.com/office/drawing/2014/main" id="{D6E4ADB4-F13B-1795-3FE5-222C37F422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982D01F6-B28F-FB84-3576-4E7AC2D56621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8" name="Groupe 137">
              <a:extLst>
                <a:ext uri="{FF2B5EF4-FFF2-40B4-BE49-F238E27FC236}">
                  <a16:creationId xmlns:a16="http://schemas.microsoft.com/office/drawing/2014/main" id="{A5D36D86-26D7-DFC9-F1DB-DD3354F070B1}"/>
                </a:ext>
              </a:extLst>
            </p:cNvPr>
            <p:cNvGrpSpPr/>
            <p:nvPr/>
          </p:nvGrpSpPr>
          <p:grpSpPr>
            <a:xfrm>
              <a:off x="928922" y="5171426"/>
              <a:ext cx="450000" cy="450000"/>
              <a:chOff x="1653504" y="3792696"/>
              <a:chExt cx="450000" cy="450000"/>
            </a:xfrm>
          </p:grpSpPr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EA9233BC-5605-CDC7-EFE0-1E4D52A91324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E4F37946-F6EA-8B6F-0E2A-1FBBF435E726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9536C00B-FC46-F5B1-B4F0-AF5D1B30AAAD}"/>
                </a:ext>
              </a:extLst>
            </p:cNvPr>
            <p:cNvSpPr/>
            <p:nvPr/>
          </p:nvSpPr>
          <p:spPr>
            <a:xfrm>
              <a:off x="935905" y="486826"/>
              <a:ext cx="1251146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4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+</a:t>
              </a:r>
              <a:r>
                <a:rPr lang="fr-FR" sz="14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Couleurs </a:t>
              </a:r>
              <a:r>
                <a:rPr lang="fr-FR" sz="14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≠</a:t>
              </a:r>
              <a:endParaRPr lang="fr-FR" sz="14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40" name="Groupe 139">
              <a:extLst>
                <a:ext uri="{FF2B5EF4-FFF2-40B4-BE49-F238E27FC236}">
                  <a16:creationId xmlns:a16="http://schemas.microsoft.com/office/drawing/2014/main" id="{A0B82D4A-84EA-7FD7-4A2E-E0CFD4EA7514}"/>
                </a:ext>
              </a:extLst>
            </p:cNvPr>
            <p:cNvGrpSpPr/>
            <p:nvPr/>
          </p:nvGrpSpPr>
          <p:grpSpPr>
            <a:xfrm>
              <a:off x="2379046" y="1244476"/>
              <a:ext cx="1859282" cy="1647889"/>
              <a:chOff x="5298122" y="1719159"/>
              <a:chExt cx="1859282" cy="1647889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1827C46D-8C01-8A92-2B4D-925A00988289}"/>
                  </a:ext>
                </a:extLst>
              </p:cNvPr>
              <p:cNvSpPr/>
              <p:nvPr/>
            </p:nvSpPr>
            <p:spPr>
              <a:xfrm>
                <a:off x="5298122" y="1719159"/>
                <a:ext cx="797878" cy="848559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Action sur Fief</a:t>
                </a: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0A21B033-838A-6136-E1A4-4A78E6777996}"/>
                  </a:ext>
                </a:extLst>
              </p:cNvPr>
              <p:cNvSpPr/>
              <p:nvPr/>
            </p:nvSpPr>
            <p:spPr>
              <a:xfrm>
                <a:off x="6096000" y="1719159"/>
                <a:ext cx="1061404" cy="216364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Compagnies</a:t>
                </a: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0F9FC6F4-11A4-688C-D3AC-B0FDD11A8CC7}"/>
                  </a:ext>
                </a:extLst>
              </p:cNvPr>
              <p:cNvSpPr/>
              <p:nvPr/>
            </p:nvSpPr>
            <p:spPr>
              <a:xfrm>
                <a:off x="5298122" y="2567718"/>
                <a:ext cx="797878" cy="26780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Construire</a:t>
                </a: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B1E12024-E905-8EAA-D35D-EAF81507BC4F}"/>
                  </a:ext>
                </a:extLst>
              </p:cNvPr>
              <p:cNvSpPr/>
              <p:nvPr/>
            </p:nvSpPr>
            <p:spPr>
              <a:xfrm>
                <a:off x="5298122" y="2835523"/>
                <a:ext cx="797878" cy="26466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Ruiner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848BE626-8682-D445-479C-85FFEC727A75}"/>
                  </a:ext>
                </a:extLst>
              </p:cNvPr>
              <p:cNvSpPr/>
              <p:nvPr/>
            </p:nvSpPr>
            <p:spPr>
              <a:xfrm>
                <a:off x="5298122" y="3100193"/>
                <a:ext cx="797878" cy="26685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Annexer</a:t>
                </a: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5803C55F-0607-3E66-9021-A8A772BBA7B5}"/>
                  </a:ext>
                </a:extLst>
              </p:cNvPr>
              <p:cNvSpPr/>
              <p:nvPr/>
            </p:nvSpPr>
            <p:spPr>
              <a:xfrm>
                <a:off x="6096000" y="1935524"/>
                <a:ext cx="268288" cy="6321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Tuile</a:t>
                </a: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2DF439C1-39AC-0B09-F4D1-5A64811AF113}"/>
                  </a:ext>
                </a:extLst>
              </p:cNvPr>
              <p:cNvSpPr/>
              <p:nvPr/>
            </p:nvSpPr>
            <p:spPr>
              <a:xfrm>
                <a:off x="6620990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Retraite</a:t>
                </a: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1A372AEE-88D8-F907-322F-23B1EF877768}"/>
                  </a:ext>
                </a:extLst>
              </p:cNvPr>
              <p:cNvSpPr/>
              <p:nvPr/>
            </p:nvSpPr>
            <p:spPr>
              <a:xfrm>
                <a:off x="6889116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Réserve</a:t>
                </a: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334A1EF-7CAD-351D-A7FB-6700B6F73B24}"/>
                  </a:ext>
                </a:extLst>
              </p:cNvPr>
              <p:cNvSpPr/>
              <p:nvPr/>
            </p:nvSpPr>
            <p:spPr>
              <a:xfrm>
                <a:off x="6369686" y="1935524"/>
                <a:ext cx="246704" cy="1429338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  <a:sym typeface="Wingdings" panose="05000000000000000000" pitchFamily="2" charset="2"/>
                  </a:rPr>
                  <a:t></a:t>
                </a:r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EACE6982-3351-938B-96DD-65F7AF763663}"/>
                  </a:ext>
                </a:extLst>
              </p:cNvPr>
              <p:cNvSpPr/>
              <p:nvPr/>
            </p:nvSpPr>
            <p:spPr>
              <a:xfrm>
                <a:off x="6096000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076B6B54-90F7-81F6-7B43-073E5232EB7A}"/>
                  </a:ext>
                </a:extLst>
              </p:cNvPr>
              <p:cNvSpPr/>
              <p:nvPr/>
            </p:nvSpPr>
            <p:spPr>
              <a:xfrm>
                <a:off x="6096000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E9357653-7124-770C-EC09-C7F8ED8B7C80}"/>
                  </a:ext>
                </a:extLst>
              </p:cNvPr>
              <p:cNvSpPr/>
              <p:nvPr/>
            </p:nvSpPr>
            <p:spPr>
              <a:xfrm>
                <a:off x="6096000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9</a:t>
                </a: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973B7758-D503-B1BC-2594-9D0FD2CA7CAD}"/>
                  </a:ext>
                </a:extLst>
              </p:cNvPr>
              <p:cNvSpPr/>
              <p:nvPr/>
            </p:nvSpPr>
            <p:spPr>
              <a:xfrm>
                <a:off x="6620990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12F4E3D5-ECB6-F129-CFD9-F74C5FE12D24}"/>
                  </a:ext>
                </a:extLst>
              </p:cNvPr>
              <p:cNvSpPr/>
              <p:nvPr/>
            </p:nvSpPr>
            <p:spPr>
              <a:xfrm>
                <a:off x="6889116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91CB23FE-19A2-3744-7DE4-B94A3963A048}"/>
                  </a:ext>
                </a:extLst>
              </p:cNvPr>
              <p:cNvSpPr/>
              <p:nvPr/>
            </p:nvSpPr>
            <p:spPr>
              <a:xfrm>
                <a:off x="6620990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9A8B363A-FA46-B651-5733-02B24A0D7E43}"/>
                  </a:ext>
                </a:extLst>
              </p:cNvPr>
              <p:cNvSpPr/>
              <p:nvPr/>
            </p:nvSpPr>
            <p:spPr>
              <a:xfrm>
                <a:off x="6889116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6</a:t>
                </a: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D012E91C-A7F3-268A-B0AE-23EF69B097F9}"/>
                  </a:ext>
                </a:extLst>
              </p:cNvPr>
              <p:cNvSpPr/>
              <p:nvPr/>
            </p:nvSpPr>
            <p:spPr>
              <a:xfrm>
                <a:off x="6620990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762E24A4-B38A-C699-8959-3605466A955E}"/>
                  </a:ext>
                </a:extLst>
              </p:cNvPr>
              <p:cNvSpPr/>
              <p:nvPr/>
            </p:nvSpPr>
            <p:spPr>
              <a:xfrm>
                <a:off x="6889116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</p:grp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AAEE8FE3-067A-1650-C71F-258FB01E52A5}"/>
                </a:ext>
              </a:extLst>
            </p:cNvPr>
            <p:cNvSpPr/>
            <p:nvPr/>
          </p:nvSpPr>
          <p:spPr>
            <a:xfrm rot="16200000">
              <a:off x="832744" y="2058341"/>
              <a:ext cx="2026920" cy="6155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Les Marches : Escarmouche</a:t>
              </a:r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6CA267D3-8476-760E-33A3-02C9350B351D}"/>
              </a:ext>
            </a:extLst>
          </p:cNvPr>
          <p:cNvGrpSpPr/>
          <p:nvPr/>
        </p:nvGrpSpPr>
        <p:grpSpPr>
          <a:xfrm>
            <a:off x="4902240" y="736984"/>
            <a:ext cx="1080000" cy="1080000"/>
            <a:chOff x="4902240" y="729000"/>
            <a:chExt cx="1080000" cy="108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6FCA6A-A119-5C82-325E-8D10F3538714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EE3EF2-30A0-C895-C954-9B67D6241025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6597A02-8CAD-6A77-AB0F-EAA65A108939}"/>
              </a:ext>
            </a:extLst>
          </p:cNvPr>
          <p:cNvGrpSpPr/>
          <p:nvPr/>
        </p:nvGrpSpPr>
        <p:grpSpPr>
          <a:xfrm>
            <a:off x="6454121" y="727731"/>
            <a:ext cx="1080000" cy="1080000"/>
            <a:chOff x="4902240" y="729000"/>
            <a:chExt cx="108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68EBFF6-420C-65D4-687E-C245D7E92C9D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1" name="Cercle : creux 20">
              <a:extLst>
                <a:ext uri="{FF2B5EF4-FFF2-40B4-BE49-F238E27FC236}">
                  <a16:creationId xmlns:a16="http://schemas.microsoft.com/office/drawing/2014/main" id="{25A9308F-29DF-B066-34CC-107C4CA1DE6B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6A9ADA8F-4FFA-A312-E750-0B5112D290D3}"/>
              </a:ext>
            </a:extLst>
          </p:cNvPr>
          <p:cNvGrpSpPr/>
          <p:nvPr/>
        </p:nvGrpSpPr>
        <p:grpSpPr>
          <a:xfrm>
            <a:off x="7944791" y="736984"/>
            <a:ext cx="1080000" cy="1080000"/>
            <a:chOff x="4902240" y="729000"/>
            <a:chExt cx="1080000" cy="10800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F22AFD3-DEDF-5A30-6411-B407AA3C1A18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6" name="Cercle : creux 25">
              <a:extLst>
                <a:ext uri="{FF2B5EF4-FFF2-40B4-BE49-F238E27FC236}">
                  <a16:creationId xmlns:a16="http://schemas.microsoft.com/office/drawing/2014/main" id="{8970F59D-1DA1-C075-AEF9-D597AB1BF8ED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E31027A6-4735-D92D-C30A-D931A28143EC}"/>
              </a:ext>
            </a:extLst>
          </p:cNvPr>
          <p:cNvGrpSpPr/>
          <p:nvPr/>
        </p:nvGrpSpPr>
        <p:grpSpPr>
          <a:xfrm>
            <a:off x="4902240" y="2349001"/>
            <a:ext cx="1080000" cy="1080000"/>
            <a:chOff x="4902240" y="729000"/>
            <a:chExt cx="1080000" cy="108000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9979EBA-4688-68F2-720C-CB27537A0BFB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9" name="Cercle : creux 28">
              <a:extLst>
                <a:ext uri="{FF2B5EF4-FFF2-40B4-BE49-F238E27FC236}">
                  <a16:creationId xmlns:a16="http://schemas.microsoft.com/office/drawing/2014/main" id="{AC6B1469-E165-F12E-2CA1-B24429168C7A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AEFD47C2-B91E-8B97-AEC4-DDDFC91F5D79}"/>
              </a:ext>
            </a:extLst>
          </p:cNvPr>
          <p:cNvGrpSpPr/>
          <p:nvPr/>
        </p:nvGrpSpPr>
        <p:grpSpPr>
          <a:xfrm>
            <a:off x="6454121" y="2339747"/>
            <a:ext cx="1080000" cy="1080000"/>
            <a:chOff x="4902240" y="729000"/>
            <a:chExt cx="1080000" cy="10800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86969BD-5CB0-A202-D855-0D86A674D956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39" name="Cercle : creux 38">
              <a:extLst>
                <a:ext uri="{FF2B5EF4-FFF2-40B4-BE49-F238E27FC236}">
                  <a16:creationId xmlns:a16="http://schemas.microsoft.com/office/drawing/2014/main" id="{A5276A7A-0BBA-5DCC-D016-6E5D2E8508F9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6526A046-1174-4C36-7015-34FF12E8B9E8}"/>
              </a:ext>
            </a:extLst>
          </p:cNvPr>
          <p:cNvGrpSpPr/>
          <p:nvPr/>
        </p:nvGrpSpPr>
        <p:grpSpPr>
          <a:xfrm>
            <a:off x="7944791" y="2349000"/>
            <a:ext cx="1080000" cy="1080000"/>
            <a:chOff x="4902240" y="729000"/>
            <a:chExt cx="1080000" cy="1080000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3C0EE41-DC82-6463-EC97-BEF5218EAA89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66" name="Cercle : creux 65">
              <a:extLst>
                <a:ext uri="{FF2B5EF4-FFF2-40B4-BE49-F238E27FC236}">
                  <a16:creationId xmlns:a16="http://schemas.microsoft.com/office/drawing/2014/main" id="{F0BE4FA2-189B-0CC8-030E-2EA78A3D56CD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70" name="Groupe 69">
            <a:extLst>
              <a:ext uri="{FF2B5EF4-FFF2-40B4-BE49-F238E27FC236}">
                <a16:creationId xmlns:a16="http://schemas.microsoft.com/office/drawing/2014/main" id="{EFAFF7F3-7392-4F93-E1AF-E20B2F227450}"/>
              </a:ext>
            </a:extLst>
          </p:cNvPr>
          <p:cNvGrpSpPr/>
          <p:nvPr/>
        </p:nvGrpSpPr>
        <p:grpSpPr>
          <a:xfrm>
            <a:off x="9461875" y="2339747"/>
            <a:ext cx="1080000" cy="1080000"/>
            <a:chOff x="4902240" y="729000"/>
            <a:chExt cx="1080000" cy="10800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BE7B5B1-5DBA-D79D-DE4D-10FAE62A407D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101" name="Cercle : creux 100">
              <a:extLst>
                <a:ext uri="{FF2B5EF4-FFF2-40B4-BE49-F238E27FC236}">
                  <a16:creationId xmlns:a16="http://schemas.microsoft.com/office/drawing/2014/main" id="{6311F6D0-E3F1-0106-1A04-AB0E0B0D86CE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C483EE41-5295-4C4A-44A5-E9768AB09152}"/>
              </a:ext>
            </a:extLst>
          </p:cNvPr>
          <p:cNvGrpSpPr/>
          <p:nvPr/>
        </p:nvGrpSpPr>
        <p:grpSpPr>
          <a:xfrm>
            <a:off x="4902240" y="3961017"/>
            <a:ext cx="1080000" cy="1080000"/>
            <a:chOff x="4902240" y="729000"/>
            <a:chExt cx="1080000" cy="1080000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6F144B56-FB10-3DF4-5634-E883057F0FD0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107" name="Cercle : creux 106">
              <a:extLst>
                <a:ext uri="{FF2B5EF4-FFF2-40B4-BE49-F238E27FC236}">
                  <a16:creationId xmlns:a16="http://schemas.microsoft.com/office/drawing/2014/main" id="{F31A106F-8D5E-1ADD-E24F-CCA9C2B5C6D5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109" name="Groupe 108">
            <a:extLst>
              <a:ext uri="{FF2B5EF4-FFF2-40B4-BE49-F238E27FC236}">
                <a16:creationId xmlns:a16="http://schemas.microsoft.com/office/drawing/2014/main" id="{D18AD72D-305E-AA27-E1A4-8FFC572D6F0F}"/>
              </a:ext>
            </a:extLst>
          </p:cNvPr>
          <p:cNvGrpSpPr/>
          <p:nvPr/>
        </p:nvGrpSpPr>
        <p:grpSpPr>
          <a:xfrm>
            <a:off x="6454121" y="3951764"/>
            <a:ext cx="1080000" cy="1080000"/>
            <a:chOff x="4902240" y="729000"/>
            <a:chExt cx="1080000" cy="1080000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43EDC5F1-0155-FD14-AEC0-11E5891C61BF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112" name="Cercle : creux 111">
              <a:extLst>
                <a:ext uri="{FF2B5EF4-FFF2-40B4-BE49-F238E27FC236}">
                  <a16:creationId xmlns:a16="http://schemas.microsoft.com/office/drawing/2014/main" id="{148FD57C-492C-4AD0-1E3D-65A07DEFBA15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43052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F15F5-0B09-027E-838E-99ED69738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19">
            <a:extLst>
              <a:ext uri="{FF2B5EF4-FFF2-40B4-BE49-F238E27FC236}">
                <a16:creationId xmlns:a16="http://schemas.microsoft.com/office/drawing/2014/main" id="{BB934136-FA7F-583F-7EDF-A1856EECA04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5F5F5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876" y="736264"/>
            <a:ext cx="1800000" cy="180000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2D6CF4AD-9A43-F331-844F-CDA12B86958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C8E6C9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4329" y="691264"/>
            <a:ext cx="1800000" cy="1800000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58061A44-DBA3-A458-9289-0C74186FE2D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B3E5FC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876" y="3049264"/>
            <a:ext cx="1800000" cy="1800000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035241CE-C686-5347-B703-001D6C409C1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FF9C4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4329" y="3049264"/>
            <a:ext cx="1800000" cy="1800000"/>
          </a:xfrm>
          <a:prstGeom prst="rect">
            <a:avLst/>
          </a:prstGeom>
        </p:spPr>
      </p:pic>
      <p:sp>
        <p:nvSpPr>
          <p:cNvPr id="72" name="Ellipse 71">
            <a:extLst>
              <a:ext uri="{FF2B5EF4-FFF2-40B4-BE49-F238E27FC236}">
                <a16:creationId xmlns:a16="http://schemas.microsoft.com/office/drawing/2014/main" id="{1461958D-003C-9778-6EA5-1A02C1FB256F}"/>
              </a:ext>
            </a:extLst>
          </p:cNvPr>
          <p:cNvSpPr/>
          <p:nvPr/>
        </p:nvSpPr>
        <p:spPr>
          <a:xfrm>
            <a:off x="2043876" y="2311264"/>
            <a:ext cx="108000" cy="108000"/>
          </a:xfrm>
          <a:prstGeom prst="ellipse">
            <a:avLst/>
          </a:prstGeom>
          <a:ln>
            <a:solidFill>
              <a:srgbClr val="F5F5F5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7" name="Ellipse 106">
            <a:extLst>
              <a:ext uri="{FF2B5EF4-FFF2-40B4-BE49-F238E27FC236}">
                <a16:creationId xmlns:a16="http://schemas.microsoft.com/office/drawing/2014/main" id="{BCB7AAA6-BC81-F486-6C9D-A3BC3A44352D}"/>
              </a:ext>
            </a:extLst>
          </p:cNvPr>
          <p:cNvSpPr/>
          <p:nvPr/>
        </p:nvSpPr>
        <p:spPr>
          <a:xfrm>
            <a:off x="2043876" y="781264"/>
            <a:ext cx="108000" cy="108000"/>
          </a:xfrm>
          <a:prstGeom prst="ellipse">
            <a:avLst/>
          </a:prstGeom>
          <a:ln>
            <a:solidFill>
              <a:srgbClr val="F5F5F5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1" name="Ellipse 110">
            <a:extLst>
              <a:ext uri="{FF2B5EF4-FFF2-40B4-BE49-F238E27FC236}">
                <a16:creationId xmlns:a16="http://schemas.microsoft.com/office/drawing/2014/main" id="{B42904EB-9575-C0B8-AFBA-86E676F228EA}"/>
              </a:ext>
            </a:extLst>
          </p:cNvPr>
          <p:cNvSpPr/>
          <p:nvPr/>
        </p:nvSpPr>
        <p:spPr>
          <a:xfrm>
            <a:off x="4396554" y="736264"/>
            <a:ext cx="108000" cy="108000"/>
          </a:xfrm>
          <a:prstGeom prst="ellipse">
            <a:avLst/>
          </a:prstGeom>
          <a:ln>
            <a:solidFill>
              <a:srgbClr val="C8E6C9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6" name="Ellipse 115">
            <a:extLst>
              <a:ext uri="{FF2B5EF4-FFF2-40B4-BE49-F238E27FC236}">
                <a16:creationId xmlns:a16="http://schemas.microsoft.com/office/drawing/2014/main" id="{629D82BA-D8F7-A939-26F2-109F5057D4ED}"/>
              </a:ext>
            </a:extLst>
          </p:cNvPr>
          <p:cNvSpPr/>
          <p:nvPr/>
        </p:nvSpPr>
        <p:spPr>
          <a:xfrm>
            <a:off x="4572554" y="736264"/>
            <a:ext cx="108000" cy="108000"/>
          </a:xfrm>
          <a:prstGeom prst="ellipse">
            <a:avLst/>
          </a:prstGeom>
          <a:ln>
            <a:solidFill>
              <a:srgbClr val="C8E6C9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031EDA4D-84C7-6061-00F7-B8D9C08E2613}"/>
              </a:ext>
            </a:extLst>
          </p:cNvPr>
          <p:cNvSpPr/>
          <p:nvPr/>
        </p:nvSpPr>
        <p:spPr>
          <a:xfrm>
            <a:off x="4387208" y="2324928"/>
            <a:ext cx="108000" cy="108000"/>
          </a:xfrm>
          <a:prstGeom prst="ellipse">
            <a:avLst/>
          </a:prstGeom>
          <a:ln>
            <a:solidFill>
              <a:srgbClr val="C8E6C9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E31514CC-075C-C67D-95EB-B2DABD3ACDE1}"/>
              </a:ext>
            </a:extLst>
          </p:cNvPr>
          <p:cNvSpPr/>
          <p:nvPr/>
        </p:nvSpPr>
        <p:spPr>
          <a:xfrm>
            <a:off x="4574958" y="2324928"/>
            <a:ext cx="108000" cy="108000"/>
          </a:xfrm>
          <a:prstGeom prst="ellipse">
            <a:avLst/>
          </a:prstGeom>
          <a:ln>
            <a:solidFill>
              <a:srgbClr val="C8E6C9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8" name="Ellipse 257">
            <a:extLst>
              <a:ext uri="{FF2B5EF4-FFF2-40B4-BE49-F238E27FC236}">
                <a16:creationId xmlns:a16="http://schemas.microsoft.com/office/drawing/2014/main" id="{74E3CAEE-EF18-6F06-6956-EB092FB7FAF9}"/>
              </a:ext>
            </a:extLst>
          </p:cNvPr>
          <p:cNvSpPr/>
          <p:nvPr/>
        </p:nvSpPr>
        <p:spPr>
          <a:xfrm>
            <a:off x="1869853" y="3101948"/>
            <a:ext cx="108000" cy="108000"/>
          </a:xfrm>
          <a:prstGeom prst="ellipse">
            <a:avLst/>
          </a:prstGeom>
          <a:ln>
            <a:solidFill>
              <a:srgbClr val="B3E5FC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0" name="Ellipse 259">
            <a:extLst>
              <a:ext uri="{FF2B5EF4-FFF2-40B4-BE49-F238E27FC236}">
                <a16:creationId xmlns:a16="http://schemas.microsoft.com/office/drawing/2014/main" id="{FE29B6CD-7539-C4B1-779D-E517E01D3441}"/>
              </a:ext>
            </a:extLst>
          </p:cNvPr>
          <p:cNvSpPr/>
          <p:nvPr/>
        </p:nvSpPr>
        <p:spPr>
          <a:xfrm>
            <a:off x="2046291" y="3101948"/>
            <a:ext cx="108000" cy="108000"/>
          </a:xfrm>
          <a:prstGeom prst="ellipse">
            <a:avLst/>
          </a:prstGeom>
          <a:ln>
            <a:solidFill>
              <a:srgbClr val="B3E5FC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2" name="Ellipse 261">
            <a:extLst>
              <a:ext uri="{FF2B5EF4-FFF2-40B4-BE49-F238E27FC236}">
                <a16:creationId xmlns:a16="http://schemas.microsoft.com/office/drawing/2014/main" id="{5F833950-9ED9-D033-113B-4C18619988D1}"/>
              </a:ext>
            </a:extLst>
          </p:cNvPr>
          <p:cNvSpPr/>
          <p:nvPr/>
        </p:nvSpPr>
        <p:spPr>
          <a:xfrm>
            <a:off x="2220024" y="3093474"/>
            <a:ext cx="108000" cy="108000"/>
          </a:xfrm>
          <a:prstGeom prst="ellipse">
            <a:avLst/>
          </a:prstGeom>
          <a:ln>
            <a:solidFill>
              <a:srgbClr val="B3E5FC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4" name="Ellipse 263">
            <a:extLst>
              <a:ext uri="{FF2B5EF4-FFF2-40B4-BE49-F238E27FC236}">
                <a16:creationId xmlns:a16="http://schemas.microsoft.com/office/drawing/2014/main" id="{9220914B-1B19-05C7-2C44-46A5077EA4AF}"/>
              </a:ext>
            </a:extLst>
          </p:cNvPr>
          <p:cNvSpPr/>
          <p:nvPr/>
        </p:nvSpPr>
        <p:spPr>
          <a:xfrm>
            <a:off x="1869853" y="4677872"/>
            <a:ext cx="108000" cy="108000"/>
          </a:xfrm>
          <a:prstGeom prst="ellipse">
            <a:avLst/>
          </a:prstGeom>
          <a:ln>
            <a:solidFill>
              <a:srgbClr val="B3E5FC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6" name="Ellipse 265">
            <a:extLst>
              <a:ext uri="{FF2B5EF4-FFF2-40B4-BE49-F238E27FC236}">
                <a16:creationId xmlns:a16="http://schemas.microsoft.com/office/drawing/2014/main" id="{1669BC5A-26C9-906F-66A3-DA383B5EBE3B}"/>
              </a:ext>
            </a:extLst>
          </p:cNvPr>
          <p:cNvSpPr/>
          <p:nvPr/>
        </p:nvSpPr>
        <p:spPr>
          <a:xfrm>
            <a:off x="2038720" y="4678198"/>
            <a:ext cx="108000" cy="108000"/>
          </a:xfrm>
          <a:prstGeom prst="ellipse">
            <a:avLst/>
          </a:prstGeom>
          <a:ln>
            <a:solidFill>
              <a:srgbClr val="B3E5FC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6" name="Ellipse 275">
            <a:extLst>
              <a:ext uri="{FF2B5EF4-FFF2-40B4-BE49-F238E27FC236}">
                <a16:creationId xmlns:a16="http://schemas.microsoft.com/office/drawing/2014/main" id="{96C9A757-EDFE-49B0-3F87-96B29723C8A8}"/>
              </a:ext>
            </a:extLst>
          </p:cNvPr>
          <p:cNvSpPr/>
          <p:nvPr/>
        </p:nvSpPr>
        <p:spPr>
          <a:xfrm>
            <a:off x="2202639" y="4689124"/>
            <a:ext cx="108000" cy="108000"/>
          </a:xfrm>
          <a:prstGeom prst="ellipse">
            <a:avLst/>
          </a:prstGeom>
          <a:ln>
            <a:solidFill>
              <a:srgbClr val="B3E5FC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8" name="Ellipse 277">
            <a:extLst>
              <a:ext uri="{FF2B5EF4-FFF2-40B4-BE49-F238E27FC236}">
                <a16:creationId xmlns:a16="http://schemas.microsoft.com/office/drawing/2014/main" id="{11033BEE-533F-57B0-B05E-D96EEAE1C56E}"/>
              </a:ext>
            </a:extLst>
          </p:cNvPr>
          <p:cNvSpPr/>
          <p:nvPr/>
        </p:nvSpPr>
        <p:spPr>
          <a:xfrm>
            <a:off x="4301104" y="3101948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0" name="Ellipse 279">
            <a:extLst>
              <a:ext uri="{FF2B5EF4-FFF2-40B4-BE49-F238E27FC236}">
                <a16:creationId xmlns:a16="http://schemas.microsoft.com/office/drawing/2014/main" id="{59071B5C-AABD-F337-87FE-7CCB50906B25}"/>
              </a:ext>
            </a:extLst>
          </p:cNvPr>
          <p:cNvSpPr/>
          <p:nvPr/>
        </p:nvSpPr>
        <p:spPr>
          <a:xfrm>
            <a:off x="4458412" y="3101948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2" name="Ellipse 281">
            <a:extLst>
              <a:ext uri="{FF2B5EF4-FFF2-40B4-BE49-F238E27FC236}">
                <a16:creationId xmlns:a16="http://schemas.microsoft.com/office/drawing/2014/main" id="{D08BCD71-1916-35BD-E716-106DF583B7EA}"/>
              </a:ext>
            </a:extLst>
          </p:cNvPr>
          <p:cNvSpPr/>
          <p:nvPr/>
        </p:nvSpPr>
        <p:spPr>
          <a:xfrm>
            <a:off x="4638490" y="3092398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2" name="Ellipse 301">
            <a:extLst>
              <a:ext uri="{FF2B5EF4-FFF2-40B4-BE49-F238E27FC236}">
                <a16:creationId xmlns:a16="http://schemas.microsoft.com/office/drawing/2014/main" id="{98D91819-D2B8-C0A2-26DC-A7A30B5504FA}"/>
              </a:ext>
            </a:extLst>
          </p:cNvPr>
          <p:cNvSpPr/>
          <p:nvPr/>
        </p:nvSpPr>
        <p:spPr>
          <a:xfrm>
            <a:off x="4812331" y="3101948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4" name="Ellipse 303">
            <a:extLst>
              <a:ext uri="{FF2B5EF4-FFF2-40B4-BE49-F238E27FC236}">
                <a16:creationId xmlns:a16="http://schemas.microsoft.com/office/drawing/2014/main" id="{A70C2E8E-2F1C-5C29-7F50-6C4ABBE68CEE}"/>
              </a:ext>
            </a:extLst>
          </p:cNvPr>
          <p:cNvSpPr/>
          <p:nvPr/>
        </p:nvSpPr>
        <p:spPr>
          <a:xfrm>
            <a:off x="4300093" y="4690246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6" name="Ellipse 305">
            <a:extLst>
              <a:ext uri="{FF2B5EF4-FFF2-40B4-BE49-F238E27FC236}">
                <a16:creationId xmlns:a16="http://schemas.microsoft.com/office/drawing/2014/main" id="{6EC72352-ECA0-E23F-5F90-1D6BF86047A1}"/>
              </a:ext>
            </a:extLst>
          </p:cNvPr>
          <p:cNvSpPr/>
          <p:nvPr/>
        </p:nvSpPr>
        <p:spPr>
          <a:xfrm>
            <a:off x="4446329" y="4683896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8" name="Ellipse 307">
            <a:extLst>
              <a:ext uri="{FF2B5EF4-FFF2-40B4-BE49-F238E27FC236}">
                <a16:creationId xmlns:a16="http://schemas.microsoft.com/office/drawing/2014/main" id="{EF7A9121-ED47-1EAA-C387-F113E4BF64F3}"/>
              </a:ext>
            </a:extLst>
          </p:cNvPr>
          <p:cNvSpPr/>
          <p:nvPr/>
        </p:nvSpPr>
        <p:spPr>
          <a:xfrm>
            <a:off x="4638490" y="4677872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0" name="Ellipse 309">
            <a:extLst>
              <a:ext uri="{FF2B5EF4-FFF2-40B4-BE49-F238E27FC236}">
                <a16:creationId xmlns:a16="http://schemas.microsoft.com/office/drawing/2014/main" id="{045F0346-0F67-7458-1B76-735222F2B1DC}"/>
              </a:ext>
            </a:extLst>
          </p:cNvPr>
          <p:cNvSpPr/>
          <p:nvPr/>
        </p:nvSpPr>
        <p:spPr>
          <a:xfrm>
            <a:off x="4812331" y="4677872"/>
            <a:ext cx="108000" cy="108000"/>
          </a:xfrm>
          <a:prstGeom prst="ellipse">
            <a:avLst/>
          </a:prstGeom>
          <a:ln>
            <a:solidFill>
              <a:srgbClr val="FFF9C4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791783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148</Words>
  <Application>Microsoft Office PowerPoint</Application>
  <PresentationFormat>Grand écran</PresentationFormat>
  <Paragraphs>96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Segoe UI Black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19</cp:revision>
  <dcterms:created xsi:type="dcterms:W3CDTF">2026-08-30T09:54:58Z</dcterms:created>
  <dcterms:modified xsi:type="dcterms:W3CDTF">2026-08-31T06:12:29Z</dcterms:modified>
</cp:coreProperties>
</file>