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64702-0A4A-FE3C-A9C4-A4662AD1F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0D6FE6-54C5-CA30-669B-A2AF39370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60FDC4-98D5-EAC0-9632-67E446D3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1312A4-E20C-209D-D1B6-82F2FCDB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B466A3-BFE1-6975-AEE6-57F15E9D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96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533B0-DD69-61CB-DA77-7649A831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74226D-1C87-8612-B550-872E7635C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885D5F-C467-55F8-6A7A-FDA1DBAD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83117-884A-B022-2841-94B05DB2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B2BB68-F4DF-7DA1-941F-069A73B7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41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276D4-AE05-065F-F859-9743B7A5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C589B7-2C7F-5CE6-E554-F5CCE1B18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5E6CB4-69A4-6599-EFA8-386C57F9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C41CEF-32C7-4C1C-2180-A1DDBE65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FE5A3-1437-2A63-9A0B-1396B076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97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6A317-7437-FB8A-3DDE-6BE30FBA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BD465C-71ED-5F6D-F7E8-6D1D73C6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E2C35A-F09E-06F1-4281-3B720856F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A532EC-F5CB-F3C5-1F14-F06BE6D5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A3A045-01DB-CAC3-7667-E388A155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B69B81-F5AD-302A-2FCA-4B7F62B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58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778B5-091E-547B-994E-CF859E27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3DEF4F-9C7C-2FEB-6486-BC2CFEE15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8164DF-7438-E3F7-F6F1-CF3856456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349FA9-BDF1-C0CD-BBC2-22C5CE93C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F50A59-7D87-C141-F6E8-FDF761F09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DFDD5F6-07FE-ABB8-65B8-80EEC7CF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7DF59A-A3F1-974A-B7E6-B58FDB52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ED2BA89-5638-DF92-6397-3007D5CD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4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3A3951-49E9-56A2-9A14-FFDE2593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A92BD4-DE2F-D549-0A85-70561ED8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95FB44-8BDE-2957-DE7C-D89F4EA4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D13C67-D7EB-9785-01FD-B453DF0D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06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8C3CB8-C09E-9F4B-F3CF-A4A80EC7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98EE94-0A31-F3F6-8FE9-326E7F02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BE411D-66D3-6BE3-DA02-798E14A7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79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FFFD2-7376-8B48-9012-4A330191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3697C-8821-1265-E135-07EE7285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AE3E9E-B661-3885-6824-569CCB7B3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84D89E-E3A8-D90C-6F95-85AF2D28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A78FB2-5482-4AF9-1900-C64A058D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C728BB-5CAA-7D74-7899-E24F7053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23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78DB1-F43F-4990-4882-2ACADFD4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F1B6AF-B42D-3211-37DC-1491C08DF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1E5EEE-2C21-EEAF-BB6A-D66C2D2F0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A34522-32DF-D1BB-A1B1-69759A6D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61D0B6-EC28-71F7-BE92-32C862F6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4B60F1-51CC-6EFC-7E3B-43BCF9A5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33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65A4AE-2F2D-FB43-6D72-552FA55B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A9AA82-3D66-4EEF-1F69-6282F5D87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6619A0-C03A-8905-D4F1-3C4812B7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C91825-74EE-0DFC-E4CD-4A384249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E82ADD-A8CA-40B3-90E2-4554DF03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47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9E300F3-32A7-70BF-5BED-735568F1E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F3F77E-06E4-4E45-2950-A85B193E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E03591-A1B4-CDE1-9CD2-4D2F2417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3D4B7A-8AE3-3D20-9152-2271F5B3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8307CD-5473-604C-9A85-F1DA8FB6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65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023EB5-E6D0-3B9B-F6B2-AD235A72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977E0B-2992-126F-77A5-FDC697F7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EBDF69-E368-7825-6EFE-DE1B840E2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EAFD2-16BD-461E-B177-662835B0799B}" type="datetimeFigureOut">
              <a:rPr lang="fr-FR" smtClean="0"/>
              <a:t>30/08/2026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AF6EA4-274C-A6E2-787B-5F22C7438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AC09D7-ED4B-46CE-01A5-807CB6913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18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8CB6-A99E-FABC-5451-540B3313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C89E1D00-1D68-9AB0-D23B-1BDAB03A5AA6}"/>
              </a:ext>
            </a:extLst>
          </p:cNvPr>
          <p:cNvGrpSpPr/>
          <p:nvPr/>
        </p:nvGrpSpPr>
        <p:grpSpPr>
          <a:xfrm>
            <a:off x="1357647" y="381625"/>
            <a:ext cx="3600000" cy="5400000"/>
            <a:chOff x="778381" y="339423"/>
            <a:chExt cx="3600000" cy="540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A656C0-2337-8E8E-1F50-2327A8CF5FD5}"/>
                </a:ext>
              </a:extLst>
            </p:cNvPr>
            <p:cNvSpPr/>
            <p:nvPr/>
          </p:nvSpPr>
          <p:spPr>
            <a:xfrm rot="5400000">
              <a:off x="-121619" y="1239423"/>
              <a:ext cx="5400000" cy="3600000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6AD680F7-1602-42B6-DCA9-0736DB19324E}"/>
                </a:ext>
              </a:extLst>
            </p:cNvPr>
            <p:cNvGrpSpPr/>
            <p:nvPr/>
          </p:nvGrpSpPr>
          <p:grpSpPr>
            <a:xfrm>
              <a:off x="935904" y="1035524"/>
              <a:ext cx="450000" cy="3600000"/>
              <a:chOff x="942178" y="1014661"/>
              <a:chExt cx="450000" cy="360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D090C86-17D5-B1F1-D3BE-76A24D675F54}"/>
                  </a:ext>
                </a:extLst>
              </p:cNvPr>
              <p:cNvSpPr/>
              <p:nvPr/>
            </p:nvSpPr>
            <p:spPr>
              <a:xfrm>
                <a:off x="942178" y="41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D1EF6A0-0E3A-C36C-049F-BAF0F3BBF512}"/>
                  </a:ext>
                </a:extLst>
              </p:cNvPr>
              <p:cNvSpPr/>
              <p:nvPr/>
            </p:nvSpPr>
            <p:spPr>
              <a:xfrm>
                <a:off x="942178" y="37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2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DDC128-CAE9-8F96-15B1-3A1F6695B89D}"/>
                  </a:ext>
                </a:extLst>
              </p:cNvPr>
              <p:cNvSpPr/>
              <p:nvPr/>
            </p:nvSpPr>
            <p:spPr>
              <a:xfrm>
                <a:off x="942178" y="32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F83C19-1640-8277-C05F-B9899F990BAA}"/>
                  </a:ext>
                </a:extLst>
              </p:cNvPr>
              <p:cNvSpPr/>
              <p:nvPr/>
            </p:nvSpPr>
            <p:spPr>
              <a:xfrm>
                <a:off x="942178" y="28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4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608B9A8-5C0C-C58F-111A-F9FECAFA83A8}"/>
                  </a:ext>
                </a:extLst>
              </p:cNvPr>
              <p:cNvSpPr/>
              <p:nvPr/>
            </p:nvSpPr>
            <p:spPr>
              <a:xfrm>
                <a:off x="942178" y="23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5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F65FB68-4171-7C50-8114-1756DB9B9899}"/>
                  </a:ext>
                </a:extLst>
              </p:cNvPr>
              <p:cNvSpPr/>
              <p:nvPr/>
            </p:nvSpPr>
            <p:spPr>
              <a:xfrm>
                <a:off x="942178" y="19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953F55-42BF-5469-A149-C640DFFA1B4D}"/>
                  </a:ext>
                </a:extLst>
              </p:cNvPr>
              <p:cNvSpPr/>
              <p:nvPr/>
            </p:nvSpPr>
            <p:spPr>
              <a:xfrm>
                <a:off x="942178" y="14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7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C57485C-33AD-9AB5-E90D-696EAA6283F2}"/>
                  </a:ext>
                </a:extLst>
              </p:cNvPr>
              <p:cNvSpPr/>
              <p:nvPr/>
            </p:nvSpPr>
            <p:spPr>
              <a:xfrm>
                <a:off x="942178" y="1014661"/>
                <a:ext cx="450000" cy="450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8</a:t>
                </a: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C8F76B1-F921-52AA-7C7F-68CD874816A7}"/>
                </a:ext>
              </a:extLst>
            </p:cNvPr>
            <p:cNvSpPr/>
            <p:nvPr/>
          </p:nvSpPr>
          <p:spPr>
            <a:xfrm>
              <a:off x="2394902" y="3204000"/>
              <a:ext cx="1342828" cy="45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Déplacer Seigneur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x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Tuiles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D569E8-1962-6381-E80E-D934A6543349}"/>
                </a:ext>
              </a:extLst>
            </p:cNvPr>
            <p:cNvSpPr/>
            <p:nvPr/>
          </p:nvSpPr>
          <p:spPr>
            <a:xfrm>
              <a:off x="2394902" y="4187712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x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AB9559-E6D6-B1B4-0B3E-CA46A9F76284}"/>
                </a:ext>
              </a:extLst>
            </p:cNvPr>
            <p:cNvSpPr/>
            <p:nvPr/>
          </p:nvSpPr>
          <p:spPr>
            <a:xfrm>
              <a:off x="2394902" y="4679568"/>
              <a:ext cx="1343940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Disperser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Compagnies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397D550-40F3-BB79-CC32-60FE1228EDD4}"/>
                </a:ext>
              </a:extLst>
            </p:cNvPr>
            <p:cNvSpPr/>
            <p:nvPr/>
          </p:nvSpPr>
          <p:spPr>
            <a:xfrm>
              <a:off x="2394902" y="5171426"/>
              <a:ext cx="1345055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Concentrer Compagnies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45DB6F4-F451-C74C-6CD8-65FA709934B4}"/>
                </a:ext>
              </a:extLst>
            </p:cNvPr>
            <p:cNvSpPr/>
            <p:nvPr/>
          </p:nvSpPr>
          <p:spPr>
            <a:xfrm>
              <a:off x="2394902" y="3695856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Construire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Fief</a:t>
              </a:r>
            </a:p>
          </p:txBody>
        </p: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F62267B1-81A2-1CCD-0464-A539543F8604}"/>
                </a:ext>
              </a:extLst>
            </p:cNvPr>
            <p:cNvGrpSpPr/>
            <p:nvPr/>
          </p:nvGrpSpPr>
          <p:grpSpPr>
            <a:xfrm>
              <a:off x="3778694" y="3207985"/>
              <a:ext cx="450000" cy="450000"/>
              <a:chOff x="8641028" y="2047192"/>
              <a:chExt cx="450000" cy="4500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6DCCA58-A9BB-D249-098D-DC72827AD704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41" name="Cercle : creux 40">
                <a:extLst>
                  <a:ext uri="{FF2B5EF4-FFF2-40B4-BE49-F238E27FC236}">
                    <a16:creationId xmlns:a16="http://schemas.microsoft.com/office/drawing/2014/main" id="{0BC60074-6510-CA97-0B42-54DB8435ABAC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3340DADB-3908-B2DE-2683-131771E66E20}"/>
                </a:ext>
              </a:extLst>
            </p:cNvPr>
            <p:cNvGrpSpPr/>
            <p:nvPr/>
          </p:nvGrpSpPr>
          <p:grpSpPr>
            <a:xfrm>
              <a:off x="3788328" y="4187712"/>
              <a:ext cx="450000" cy="450000"/>
              <a:chOff x="8641028" y="2047192"/>
              <a:chExt cx="450000" cy="45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BB75AA4-D574-599F-CC1D-F69E05B05A1A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45" name="Cercle : creux 44">
                <a:extLst>
                  <a:ext uri="{FF2B5EF4-FFF2-40B4-BE49-F238E27FC236}">
                    <a16:creationId xmlns:a16="http://schemas.microsoft.com/office/drawing/2014/main" id="{D77C93A6-0649-12BA-3AA4-3BF9D0FC51CC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C5095CE8-55D5-5F5C-5B7E-16E086318600}"/>
                </a:ext>
              </a:extLst>
            </p:cNvPr>
            <p:cNvGrpSpPr/>
            <p:nvPr/>
          </p:nvGrpSpPr>
          <p:grpSpPr>
            <a:xfrm>
              <a:off x="3778694" y="3695856"/>
              <a:ext cx="450000" cy="450000"/>
              <a:chOff x="8641028" y="2047192"/>
              <a:chExt cx="450000" cy="4500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6287F34-8841-1587-9D36-D76F8745F8EA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48" name="Cercle : creux 47">
                <a:extLst>
                  <a:ext uri="{FF2B5EF4-FFF2-40B4-BE49-F238E27FC236}">
                    <a16:creationId xmlns:a16="http://schemas.microsoft.com/office/drawing/2014/main" id="{D97B6EC6-32D1-4D64-7F93-6D0E47B20BF3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7502B52D-43C8-7B5D-F985-19C74FD69E19}"/>
                </a:ext>
              </a:extLst>
            </p:cNvPr>
            <p:cNvGrpSpPr/>
            <p:nvPr/>
          </p:nvGrpSpPr>
          <p:grpSpPr>
            <a:xfrm>
              <a:off x="3778694" y="5171426"/>
              <a:ext cx="450000" cy="450000"/>
              <a:chOff x="8641028" y="2047192"/>
              <a:chExt cx="450000" cy="4500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CF62261-FD28-D2B4-D9C7-18FD9415CC68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51" name="Cercle : creux 50">
                <a:extLst>
                  <a:ext uri="{FF2B5EF4-FFF2-40B4-BE49-F238E27FC236}">
                    <a16:creationId xmlns:a16="http://schemas.microsoft.com/office/drawing/2014/main" id="{4E370EF0-FA8C-08F2-2357-AA318E02B7A1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E3842170-E099-758F-4724-34AE3227CB51}"/>
                </a:ext>
              </a:extLst>
            </p:cNvPr>
            <p:cNvGrpSpPr/>
            <p:nvPr/>
          </p:nvGrpSpPr>
          <p:grpSpPr>
            <a:xfrm>
              <a:off x="3778694" y="4672480"/>
              <a:ext cx="450000" cy="450000"/>
              <a:chOff x="8641028" y="2047192"/>
              <a:chExt cx="450000" cy="4500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0F20F48-2CE1-EDFF-9DCB-D58B402A66CE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54" name="Cercle : creux 53">
                <a:extLst>
                  <a:ext uri="{FF2B5EF4-FFF2-40B4-BE49-F238E27FC236}">
                    <a16:creationId xmlns:a16="http://schemas.microsoft.com/office/drawing/2014/main" id="{226D8AF4-6DA1-FDDB-A19B-4280E8BC5D6D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C30C7EB-1EF5-1918-22FD-B144C43501A5}"/>
                </a:ext>
              </a:extLst>
            </p:cNvPr>
            <p:cNvSpPr/>
            <p:nvPr/>
          </p:nvSpPr>
          <p:spPr>
            <a:xfrm>
              <a:off x="2239358" y="486826"/>
              <a:ext cx="1998970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1 joueur avec 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0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 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D0D73F26-6314-CF09-562E-619FC82103F8}"/>
                </a:ext>
              </a:extLst>
            </p:cNvPr>
            <p:cNvGrpSpPr/>
            <p:nvPr/>
          </p:nvGrpSpPr>
          <p:grpSpPr>
            <a:xfrm>
              <a:off x="1911696" y="3695855"/>
              <a:ext cx="450000" cy="450000"/>
              <a:chOff x="687092" y="3792696"/>
              <a:chExt cx="450000" cy="45000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F71B5D4-E5C9-CB04-E042-00485BA826F9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1EBDCE2-9F21-DB46-A2B3-6F73F1357E7F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9B06319B-7C67-DEA0-B094-CFED991E90C2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0CACC7BF-1D3E-E74F-7321-CD38C3B093E9}"/>
                </a:ext>
              </a:extLst>
            </p:cNvPr>
            <p:cNvGrpSpPr/>
            <p:nvPr/>
          </p:nvGrpSpPr>
          <p:grpSpPr>
            <a:xfrm>
              <a:off x="930292" y="4679568"/>
              <a:ext cx="450000" cy="450000"/>
              <a:chOff x="1653504" y="3792696"/>
              <a:chExt cx="450000" cy="450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35394B3-1D56-7A14-FA4E-09687873BA18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5184558-3EBE-F5B5-FB39-B92B23499497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7AC6044D-08BB-7917-DC97-FA777F1CAE77}"/>
                </a:ext>
              </a:extLst>
            </p:cNvPr>
            <p:cNvGrpSpPr/>
            <p:nvPr/>
          </p:nvGrpSpPr>
          <p:grpSpPr>
            <a:xfrm>
              <a:off x="1418495" y="4672480"/>
              <a:ext cx="486405" cy="450000"/>
              <a:chOff x="1170298" y="3792696"/>
              <a:chExt cx="486405" cy="45000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2FBE9E9-A13D-926C-AD48-66297DAC4574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63" name="Graphique 62" descr="Pion avec un remplissage uni">
                <a:extLst>
                  <a:ext uri="{FF2B5EF4-FFF2-40B4-BE49-F238E27FC236}">
                    <a16:creationId xmlns:a16="http://schemas.microsoft.com/office/drawing/2014/main" id="{B0D79B0A-1ED8-AFEF-890E-1DC86BA731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DA8528ED-A138-5A9D-45E1-59716120C6CA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C175B116-5910-BB55-D7B2-9D15B8292697}"/>
                </a:ext>
              </a:extLst>
            </p:cNvPr>
            <p:cNvGrpSpPr/>
            <p:nvPr/>
          </p:nvGrpSpPr>
          <p:grpSpPr>
            <a:xfrm>
              <a:off x="1911696" y="4187712"/>
              <a:ext cx="450000" cy="450000"/>
              <a:chOff x="687092" y="3792696"/>
              <a:chExt cx="450000" cy="4500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097C73D-082D-8E78-10F0-27C70094E21C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7404A23-00B0-8A5E-3606-F41BD0A4BAD3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AF97329-D92C-F4C7-3575-239E8C2C5F59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8358514C-9FFD-E2D1-7572-75F3D3E3A50E}"/>
                </a:ext>
              </a:extLst>
            </p:cNvPr>
            <p:cNvGrpSpPr/>
            <p:nvPr/>
          </p:nvGrpSpPr>
          <p:grpSpPr>
            <a:xfrm>
              <a:off x="1425291" y="4187712"/>
              <a:ext cx="486405" cy="450000"/>
              <a:chOff x="1170298" y="3792696"/>
              <a:chExt cx="486405" cy="45000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2526A62-9631-0AAB-0CDA-39898F3078C5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83" name="Graphique 82" descr="Pion avec un remplissage uni">
                <a:extLst>
                  <a:ext uri="{FF2B5EF4-FFF2-40B4-BE49-F238E27FC236}">
                    <a16:creationId xmlns:a16="http://schemas.microsoft.com/office/drawing/2014/main" id="{C6D86645-C75A-D093-8EE8-390CE74A0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F066774-51C7-24BC-1EE4-3BADE6781301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5" name="Groupe 84">
              <a:extLst>
                <a:ext uri="{FF2B5EF4-FFF2-40B4-BE49-F238E27FC236}">
                  <a16:creationId xmlns:a16="http://schemas.microsoft.com/office/drawing/2014/main" id="{248EB3E7-D21D-904E-317B-E2BFA1FFA771}"/>
                </a:ext>
              </a:extLst>
            </p:cNvPr>
            <p:cNvGrpSpPr/>
            <p:nvPr/>
          </p:nvGrpSpPr>
          <p:grpSpPr>
            <a:xfrm>
              <a:off x="1904900" y="4672480"/>
              <a:ext cx="450000" cy="450000"/>
              <a:chOff x="687092" y="3792696"/>
              <a:chExt cx="450000" cy="450000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085880A-9F19-D933-023D-5EA84D9B4D56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F6B1E7B-8CB6-258A-8E08-25A10A1BAB56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1A34D01C-87ED-108C-22F8-64B84F29F40E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1C148D13-CB54-1833-5EB6-4DC0EBA456F2}"/>
                </a:ext>
              </a:extLst>
            </p:cNvPr>
            <p:cNvGrpSpPr/>
            <p:nvPr/>
          </p:nvGrpSpPr>
          <p:grpSpPr>
            <a:xfrm>
              <a:off x="1904900" y="5171426"/>
              <a:ext cx="450000" cy="450000"/>
              <a:chOff x="687092" y="3792696"/>
              <a:chExt cx="450000" cy="45000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13BAA3C3-A57F-FC8F-5016-F048463A0304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8F03B71-DF08-31F6-AE30-915A8DC9E285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4965FBDA-56F9-52D2-E5CE-A72B28234F19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3" name="Groupe 92">
              <a:extLst>
                <a:ext uri="{FF2B5EF4-FFF2-40B4-BE49-F238E27FC236}">
                  <a16:creationId xmlns:a16="http://schemas.microsoft.com/office/drawing/2014/main" id="{F1511787-BB87-9CD7-64D7-970701A3042B}"/>
                </a:ext>
              </a:extLst>
            </p:cNvPr>
            <p:cNvGrpSpPr/>
            <p:nvPr/>
          </p:nvGrpSpPr>
          <p:grpSpPr>
            <a:xfrm>
              <a:off x="1418495" y="5174100"/>
              <a:ext cx="486405" cy="450000"/>
              <a:chOff x="1170298" y="3792696"/>
              <a:chExt cx="486405" cy="450000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A9B13EA1-8977-E14F-4D74-98B1DC2414A0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95" name="Graphique 94" descr="Pion avec un remplissage uni">
                <a:extLst>
                  <a:ext uri="{FF2B5EF4-FFF2-40B4-BE49-F238E27FC236}">
                    <a16:creationId xmlns:a16="http://schemas.microsoft.com/office/drawing/2014/main" id="{10A0C70A-7727-4420-C1D4-3BA6ECF022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79274E2B-1D67-3A2D-F104-953A77A1708F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7" name="Groupe 96">
              <a:extLst>
                <a:ext uri="{FF2B5EF4-FFF2-40B4-BE49-F238E27FC236}">
                  <a16:creationId xmlns:a16="http://schemas.microsoft.com/office/drawing/2014/main" id="{4F55E749-CBD4-CECD-13EC-BC331C21BA8D}"/>
                </a:ext>
              </a:extLst>
            </p:cNvPr>
            <p:cNvGrpSpPr/>
            <p:nvPr/>
          </p:nvGrpSpPr>
          <p:grpSpPr>
            <a:xfrm>
              <a:off x="928922" y="5171426"/>
              <a:ext cx="450000" cy="450000"/>
              <a:chOff x="1653504" y="3792696"/>
              <a:chExt cx="450000" cy="4500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57FA059-BFA6-D757-960E-9E9993F59840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38BF61A-217E-9A87-68BB-D762E1693675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73E07D-DBF2-819F-286F-1B0708DE11A6}"/>
                </a:ext>
              </a:extLst>
            </p:cNvPr>
            <p:cNvSpPr/>
            <p:nvPr/>
          </p:nvSpPr>
          <p:spPr>
            <a:xfrm>
              <a:off x="935905" y="486826"/>
              <a:ext cx="1251146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+</a:t>
              </a:r>
              <a:r>
                <a:rPr lang="fr-FR" sz="14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Couleurs </a:t>
              </a:r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≠</a:t>
              </a:r>
              <a:endParaRPr lang="fr-FR" sz="14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3" name="Groupe 112">
              <a:extLst>
                <a:ext uri="{FF2B5EF4-FFF2-40B4-BE49-F238E27FC236}">
                  <a16:creationId xmlns:a16="http://schemas.microsoft.com/office/drawing/2014/main" id="{B01BF071-2A9F-A702-43E2-1848CDAC97F5}"/>
                </a:ext>
              </a:extLst>
            </p:cNvPr>
            <p:cNvGrpSpPr/>
            <p:nvPr/>
          </p:nvGrpSpPr>
          <p:grpSpPr>
            <a:xfrm>
              <a:off x="2379046" y="1244476"/>
              <a:ext cx="1859282" cy="1647889"/>
              <a:chOff x="5298122" y="1719159"/>
              <a:chExt cx="1859282" cy="164788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6CA383-C034-5AF2-5EF6-F73C5B2D87DD}"/>
                  </a:ext>
                </a:extLst>
              </p:cNvPr>
              <p:cNvSpPr/>
              <p:nvPr/>
            </p:nvSpPr>
            <p:spPr>
              <a:xfrm>
                <a:off x="5298122" y="1719159"/>
                <a:ext cx="797878" cy="84855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Action sur Fief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96FF8AF-BAD0-E08D-D38C-9F6A91996640}"/>
                  </a:ext>
                </a:extLst>
              </p:cNvPr>
              <p:cNvSpPr/>
              <p:nvPr/>
            </p:nvSpPr>
            <p:spPr>
              <a:xfrm>
                <a:off x="6096000" y="1719159"/>
                <a:ext cx="1061404" cy="2163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Compagnies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7FB17DD-F1B5-BA93-DA9E-9E83E201389D}"/>
                  </a:ext>
                </a:extLst>
              </p:cNvPr>
              <p:cNvSpPr/>
              <p:nvPr/>
            </p:nvSpPr>
            <p:spPr>
              <a:xfrm>
                <a:off x="5298122" y="2567718"/>
                <a:ext cx="797878" cy="26780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Construire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FCC0DF5-79B8-12B7-D782-73624C3A1A6F}"/>
                  </a:ext>
                </a:extLst>
              </p:cNvPr>
              <p:cNvSpPr/>
              <p:nvPr/>
            </p:nvSpPr>
            <p:spPr>
              <a:xfrm>
                <a:off x="5298122" y="2835523"/>
                <a:ext cx="797878" cy="26466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Ruiner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B2CE8B7-8783-AD36-878B-9356974D4DAD}"/>
                  </a:ext>
                </a:extLst>
              </p:cNvPr>
              <p:cNvSpPr/>
              <p:nvPr/>
            </p:nvSpPr>
            <p:spPr>
              <a:xfrm>
                <a:off x="5298122" y="3100193"/>
                <a:ext cx="797878" cy="26685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Annexer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8CF5A8A-BC22-9BB8-634A-7336EADEAF5B}"/>
                  </a:ext>
                </a:extLst>
              </p:cNvPr>
              <p:cNvSpPr/>
              <p:nvPr/>
            </p:nvSpPr>
            <p:spPr>
              <a:xfrm>
                <a:off x="6096000" y="1935524"/>
                <a:ext cx="268288" cy="632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Tuile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EEB344E-9774-4FA9-2769-D7BABC901A01}"/>
                  </a:ext>
                </a:extLst>
              </p:cNvPr>
              <p:cNvSpPr/>
              <p:nvPr/>
            </p:nvSpPr>
            <p:spPr>
              <a:xfrm>
                <a:off x="6620990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Retraite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A00EA87-8B91-D9BE-AFB5-337160830CFA}"/>
                  </a:ext>
                </a:extLst>
              </p:cNvPr>
              <p:cNvSpPr/>
              <p:nvPr/>
            </p:nvSpPr>
            <p:spPr>
              <a:xfrm>
                <a:off x="6889116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Réserve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6A21A45-98A4-A122-0F85-0D4290599A8B}"/>
                  </a:ext>
                </a:extLst>
              </p:cNvPr>
              <p:cNvSpPr/>
              <p:nvPr/>
            </p:nvSpPr>
            <p:spPr>
              <a:xfrm>
                <a:off x="6369686" y="1935524"/>
                <a:ext cx="246704" cy="1429338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  <a:sym typeface="Wingdings" panose="05000000000000000000" pitchFamily="2" charset="2"/>
                  </a:rPr>
                  <a:t></a:t>
                </a:r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D4CBBE6-9B25-7CFB-040B-F609C2040FBE}"/>
                  </a:ext>
                </a:extLst>
              </p:cNvPr>
              <p:cNvSpPr/>
              <p:nvPr/>
            </p:nvSpPr>
            <p:spPr>
              <a:xfrm>
                <a:off x="609600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7A199F7-5D2C-0D7F-6F92-E663F92D3275}"/>
                  </a:ext>
                </a:extLst>
              </p:cNvPr>
              <p:cNvSpPr/>
              <p:nvPr/>
            </p:nvSpPr>
            <p:spPr>
              <a:xfrm>
                <a:off x="609600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0C72DE9-06A3-73C5-D7E2-E6EE9D5E3AA2}"/>
                  </a:ext>
                </a:extLst>
              </p:cNvPr>
              <p:cNvSpPr/>
              <p:nvPr/>
            </p:nvSpPr>
            <p:spPr>
              <a:xfrm>
                <a:off x="609600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57D19AF-CE7D-E273-CA8E-5CFC056C0451}"/>
                  </a:ext>
                </a:extLst>
              </p:cNvPr>
              <p:cNvSpPr/>
              <p:nvPr/>
            </p:nvSpPr>
            <p:spPr>
              <a:xfrm>
                <a:off x="662099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BC11C690-A19C-7831-AC1A-755D2DF26BCB}"/>
                  </a:ext>
                </a:extLst>
              </p:cNvPr>
              <p:cNvSpPr/>
              <p:nvPr/>
            </p:nvSpPr>
            <p:spPr>
              <a:xfrm>
                <a:off x="6889116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373D8FEE-39E9-1F06-419F-2BBF17AE4E0C}"/>
                  </a:ext>
                </a:extLst>
              </p:cNvPr>
              <p:cNvSpPr/>
              <p:nvPr/>
            </p:nvSpPr>
            <p:spPr>
              <a:xfrm>
                <a:off x="662099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4B49814-4209-3749-DC7E-351A0B57A13D}"/>
                  </a:ext>
                </a:extLst>
              </p:cNvPr>
              <p:cNvSpPr/>
              <p:nvPr/>
            </p:nvSpPr>
            <p:spPr>
              <a:xfrm>
                <a:off x="6889116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59EFC812-6CCE-424F-0964-CBC9115C3202}"/>
                  </a:ext>
                </a:extLst>
              </p:cNvPr>
              <p:cNvSpPr/>
              <p:nvPr/>
            </p:nvSpPr>
            <p:spPr>
              <a:xfrm>
                <a:off x="662099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DAB0AD3C-4796-2A1C-6187-5D338A19EEF0}"/>
                  </a:ext>
                </a:extLst>
              </p:cNvPr>
              <p:cNvSpPr/>
              <p:nvPr/>
            </p:nvSpPr>
            <p:spPr>
              <a:xfrm>
                <a:off x="6889116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2E5A013-57CB-2DA8-7759-369FC595B4E5}"/>
                </a:ext>
              </a:extLst>
            </p:cNvPr>
            <p:cNvSpPr/>
            <p:nvPr/>
          </p:nvSpPr>
          <p:spPr>
            <a:xfrm rot="16200000">
              <a:off x="832744" y="2058341"/>
              <a:ext cx="2026920" cy="615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2000" dirty="0">
                  <a:solidFill>
                    <a:schemeClr val="bg1"/>
                  </a:solidFill>
                  <a:latin typeface="Lucida Calligraphy" panose="03010101010101010101" pitchFamily="66" charset="0"/>
                </a:rPr>
                <a:t>Les Marches : Escarmouche</a:t>
              </a:r>
            </a:p>
          </p:txBody>
        </p:sp>
      </p:grp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4F14FCDC-1BCF-2873-CB60-4897F3DF0346}"/>
              </a:ext>
            </a:extLst>
          </p:cNvPr>
          <p:cNvGrpSpPr/>
          <p:nvPr/>
        </p:nvGrpSpPr>
        <p:grpSpPr>
          <a:xfrm>
            <a:off x="5393996" y="360524"/>
            <a:ext cx="3600000" cy="5400000"/>
            <a:chOff x="778381" y="339423"/>
            <a:chExt cx="3600000" cy="54000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CBECB10-4CC6-B936-E30D-2CAD2473FCC7}"/>
                </a:ext>
              </a:extLst>
            </p:cNvPr>
            <p:cNvSpPr/>
            <p:nvPr/>
          </p:nvSpPr>
          <p:spPr>
            <a:xfrm rot="5400000">
              <a:off x="-121619" y="1239423"/>
              <a:ext cx="5400000" cy="3600000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18" name="Groupe 117">
              <a:extLst>
                <a:ext uri="{FF2B5EF4-FFF2-40B4-BE49-F238E27FC236}">
                  <a16:creationId xmlns:a16="http://schemas.microsoft.com/office/drawing/2014/main" id="{72D3BA6C-A041-2B79-D91E-5CE75832CF53}"/>
                </a:ext>
              </a:extLst>
            </p:cNvPr>
            <p:cNvGrpSpPr/>
            <p:nvPr/>
          </p:nvGrpSpPr>
          <p:grpSpPr>
            <a:xfrm>
              <a:off x="935904" y="1035524"/>
              <a:ext cx="450000" cy="3600000"/>
              <a:chOff x="942178" y="1014661"/>
              <a:chExt cx="450000" cy="3600000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1BD734E5-C0B2-8692-AF6A-6E71F1FE4C1E}"/>
                  </a:ext>
                </a:extLst>
              </p:cNvPr>
              <p:cNvSpPr/>
              <p:nvPr/>
            </p:nvSpPr>
            <p:spPr>
              <a:xfrm>
                <a:off x="942178" y="41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0409D0D8-66C6-DAD2-0A36-EC8FA4F42590}"/>
                  </a:ext>
                </a:extLst>
              </p:cNvPr>
              <p:cNvSpPr/>
              <p:nvPr/>
            </p:nvSpPr>
            <p:spPr>
              <a:xfrm>
                <a:off x="942178" y="37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2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5DF29600-06D4-E7F6-4E7D-05F65F240D90}"/>
                  </a:ext>
                </a:extLst>
              </p:cNvPr>
              <p:cNvSpPr/>
              <p:nvPr/>
            </p:nvSpPr>
            <p:spPr>
              <a:xfrm>
                <a:off x="942178" y="32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3</a:t>
                </a: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D8D0D984-6C82-932D-33E3-A49D2670672C}"/>
                  </a:ext>
                </a:extLst>
              </p:cNvPr>
              <p:cNvSpPr/>
              <p:nvPr/>
            </p:nvSpPr>
            <p:spPr>
              <a:xfrm>
                <a:off x="942178" y="28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4</a:t>
                </a: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508958D6-47D4-3EA9-9CAC-8B6CDE84667F}"/>
                  </a:ext>
                </a:extLst>
              </p:cNvPr>
              <p:cNvSpPr/>
              <p:nvPr/>
            </p:nvSpPr>
            <p:spPr>
              <a:xfrm>
                <a:off x="942178" y="23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5</a:t>
                </a: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A381A857-24A1-F0B9-A604-0D9C13B15829}"/>
                  </a:ext>
                </a:extLst>
              </p:cNvPr>
              <p:cNvSpPr/>
              <p:nvPr/>
            </p:nvSpPr>
            <p:spPr>
              <a:xfrm>
                <a:off x="942178" y="19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6</a:t>
                </a: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56F7CF99-763F-5CB6-17DB-5F327D46266C}"/>
                  </a:ext>
                </a:extLst>
              </p:cNvPr>
              <p:cNvSpPr/>
              <p:nvPr/>
            </p:nvSpPr>
            <p:spPr>
              <a:xfrm>
                <a:off x="942178" y="14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7</a:t>
                </a: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6D5409E6-B715-446A-FEE4-943503F4F47A}"/>
                  </a:ext>
                </a:extLst>
              </p:cNvPr>
              <p:cNvSpPr/>
              <p:nvPr/>
            </p:nvSpPr>
            <p:spPr>
              <a:xfrm>
                <a:off x="942178" y="1014661"/>
                <a:ext cx="450000" cy="450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8</a:t>
                </a:r>
              </a:p>
            </p:txBody>
          </p:sp>
        </p:grp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C9E9BAB-3825-D2C3-A462-AF0AF3BABA52}"/>
                </a:ext>
              </a:extLst>
            </p:cNvPr>
            <p:cNvSpPr/>
            <p:nvPr/>
          </p:nvSpPr>
          <p:spPr>
            <a:xfrm>
              <a:off x="2394902" y="3204000"/>
              <a:ext cx="1342828" cy="45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Déplacer Seigneur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x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Tuiles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5F73F52D-28D4-1E48-4F01-9C786DEEF072}"/>
                </a:ext>
              </a:extLst>
            </p:cNvPr>
            <p:cNvSpPr/>
            <p:nvPr/>
          </p:nvSpPr>
          <p:spPr>
            <a:xfrm>
              <a:off x="2394902" y="4187712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x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Compagnies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4FC0C0D-A108-738F-6A24-E87FF7D74816}"/>
                </a:ext>
              </a:extLst>
            </p:cNvPr>
            <p:cNvSpPr/>
            <p:nvPr/>
          </p:nvSpPr>
          <p:spPr>
            <a:xfrm>
              <a:off x="2394902" y="4679568"/>
              <a:ext cx="1343940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Disperser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Compagnies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9F7C1E2-6446-4810-2512-950266D2CF73}"/>
                </a:ext>
              </a:extLst>
            </p:cNvPr>
            <p:cNvSpPr/>
            <p:nvPr/>
          </p:nvSpPr>
          <p:spPr>
            <a:xfrm>
              <a:off x="2394902" y="5171426"/>
              <a:ext cx="1345055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Concentrer Compagnies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4A43469-5B21-20DB-5897-6D6BEC52934C}"/>
                </a:ext>
              </a:extLst>
            </p:cNvPr>
            <p:cNvSpPr/>
            <p:nvPr/>
          </p:nvSpPr>
          <p:spPr>
            <a:xfrm>
              <a:off x="2394902" y="3695856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Construire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Fief</a:t>
              </a:r>
            </a:p>
          </p:txBody>
        </p: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18EF4CD8-E4D9-0087-ABFF-70E1A2268656}"/>
                </a:ext>
              </a:extLst>
            </p:cNvPr>
            <p:cNvGrpSpPr/>
            <p:nvPr/>
          </p:nvGrpSpPr>
          <p:grpSpPr>
            <a:xfrm>
              <a:off x="3778694" y="3207985"/>
              <a:ext cx="450000" cy="450000"/>
              <a:chOff x="8641028" y="2047192"/>
              <a:chExt cx="450000" cy="450000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BD0F426E-E781-366B-15FB-31908086DBDD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194" name="Cercle : creux 193">
                <a:extLst>
                  <a:ext uri="{FF2B5EF4-FFF2-40B4-BE49-F238E27FC236}">
                    <a16:creationId xmlns:a16="http://schemas.microsoft.com/office/drawing/2014/main" id="{ED0E6AF6-E889-677C-A9D4-808F1C4E03EE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31E8EE41-F820-A752-B27F-D6AF9B6D982D}"/>
                </a:ext>
              </a:extLst>
            </p:cNvPr>
            <p:cNvGrpSpPr/>
            <p:nvPr/>
          </p:nvGrpSpPr>
          <p:grpSpPr>
            <a:xfrm>
              <a:off x="3788328" y="4187712"/>
              <a:ext cx="450000" cy="450000"/>
              <a:chOff x="8641028" y="2047192"/>
              <a:chExt cx="450000" cy="45000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004C5AA4-1EB9-72F7-3CED-F33B4C54A6AB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x</a:t>
                </a:r>
              </a:p>
            </p:txBody>
          </p:sp>
          <p:sp>
            <p:nvSpPr>
              <p:cNvPr id="192" name="Cercle : creux 191">
                <a:extLst>
                  <a:ext uri="{FF2B5EF4-FFF2-40B4-BE49-F238E27FC236}">
                    <a16:creationId xmlns:a16="http://schemas.microsoft.com/office/drawing/2014/main" id="{90C02033-C729-C2A7-BF74-DC3B6AFCE690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6BFBCFFB-5DCF-8AB9-EBA8-9F04D0B2E2B6}"/>
                </a:ext>
              </a:extLst>
            </p:cNvPr>
            <p:cNvGrpSpPr/>
            <p:nvPr/>
          </p:nvGrpSpPr>
          <p:grpSpPr>
            <a:xfrm>
              <a:off x="3778694" y="3695856"/>
              <a:ext cx="450000" cy="450000"/>
              <a:chOff x="8641028" y="2047192"/>
              <a:chExt cx="450000" cy="450000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117CAEB2-A50B-51B0-17EA-96CE1525C28B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90" name="Cercle : creux 189">
                <a:extLst>
                  <a:ext uri="{FF2B5EF4-FFF2-40B4-BE49-F238E27FC236}">
                    <a16:creationId xmlns:a16="http://schemas.microsoft.com/office/drawing/2014/main" id="{72EC688C-85AC-2DDB-3086-15BC63F8C319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5ED9B8E5-2CCC-000A-D5B0-B009828ADE5D}"/>
                </a:ext>
              </a:extLst>
            </p:cNvPr>
            <p:cNvGrpSpPr/>
            <p:nvPr/>
          </p:nvGrpSpPr>
          <p:grpSpPr>
            <a:xfrm>
              <a:off x="3778694" y="5171426"/>
              <a:ext cx="450000" cy="450000"/>
              <a:chOff x="8641028" y="2047192"/>
              <a:chExt cx="450000" cy="450000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85D27A6D-6597-BE44-A130-4A2EDD4E519F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8" name="Cercle : creux 187">
                <a:extLst>
                  <a:ext uri="{FF2B5EF4-FFF2-40B4-BE49-F238E27FC236}">
                    <a16:creationId xmlns:a16="http://schemas.microsoft.com/office/drawing/2014/main" id="{4508DCF7-2E2B-33A5-B1E9-54D80F74CC53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C5C33DB9-D168-2C46-6B57-834446EB8C16}"/>
                </a:ext>
              </a:extLst>
            </p:cNvPr>
            <p:cNvGrpSpPr/>
            <p:nvPr/>
          </p:nvGrpSpPr>
          <p:grpSpPr>
            <a:xfrm>
              <a:off x="3778694" y="4672480"/>
              <a:ext cx="450000" cy="450000"/>
              <a:chOff x="8641028" y="2047192"/>
              <a:chExt cx="450000" cy="450000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10C0D7B7-AEF9-2994-FD9C-D5893B5CCA4D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6" name="Cercle : creux 185">
                <a:extLst>
                  <a:ext uri="{FF2B5EF4-FFF2-40B4-BE49-F238E27FC236}">
                    <a16:creationId xmlns:a16="http://schemas.microsoft.com/office/drawing/2014/main" id="{868FBA4C-C58E-D475-B18B-8E14047AD754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A30031C-37CD-C8A6-9D00-BF2387ED1068}"/>
                </a:ext>
              </a:extLst>
            </p:cNvPr>
            <p:cNvSpPr/>
            <p:nvPr/>
          </p:nvSpPr>
          <p:spPr>
            <a:xfrm>
              <a:off x="2239358" y="486826"/>
              <a:ext cx="1998970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1 joueur avec 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0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 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722BB91A-F414-C1D7-7BFB-33D68AE5101F}"/>
                </a:ext>
              </a:extLst>
            </p:cNvPr>
            <p:cNvGrpSpPr/>
            <p:nvPr/>
          </p:nvGrpSpPr>
          <p:grpSpPr>
            <a:xfrm>
              <a:off x="1911696" y="3695855"/>
              <a:ext cx="450000" cy="450000"/>
              <a:chOff x="687092" y="3792696"/>
              <a:chExt cx="450000" cy="450000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A8E6857E-AE6D-5F60-F321-8787B7C81EC0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222F784-587F-35D5-FFF9-AE32F120E3BB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27E6BCAE-B2DC-C85D-2407-D32F6435B2A6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B488B6E8-C541-FAC5-AC93-22E4BD73920F}"/>
                </a:ext>
              </a:extLst>
            </p:cNvPr>
            <p:cNvGrpSpPr/>
            <p:nvPr/>
          </p:nvGrpSpPr>
          <p:grpSpPr>
            <a:xfrm>
              <a:off x="930292" y="4679568"/>
              <a:ext cx="450000" cy="450000"/>
              <a:chOff x="1653504" y="3792696"/>
              <a:chExt cx="450000" cy="45000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0F10F7C8-A555-7C86-4DEE-3424D5B8804C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C1D5CDF6-7994-B687-75A6-D1F386FBD42B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3806E825-B65A-B92E-2ECF-751BBF75C2FD}"/>
                </a:ext>
              </a:extLst>
            </p:cNvPr>
            <p:cNvGrpSpPr/>
            <p:nvPr/>
          </p:nvGrpSpPr>
          <p:grpSpPr>
            <a:xfrm>
              <a:off x="1418495" y="4672480"/>
              <a:ext cx="486405" cy="450000"/>
              <a:chOff x="1170298" y="3792696"/>
              <a:chExt cx="486405" cy="450000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4DDAA87A-AC9D-67B0-7DED-087810D2311E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8" name="Graphique 177" descr="Pion avec un remplissage uni">
                <a:extLst>
                  <a:ext uri="{FF2B5EF4-FFF2-40B4-BE49-F238E27FC236}">
                    <a16:creationId xmlns:a16="http://schemas.microsoft.com/office/drawing/2014/main" id="{F29E7AAC-CB02-FBCD-0CA5-2485DE0630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5002C27E-2BFA-5A38-F1C1-1B90B33065D1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E4A118C3-78F1-AE05-9DA1-9319D009CF4A}"/>
                </a:ext>
              </a:extLst>
            </p:cNvPr>
            <p:cNvGrpSpPr/>
            <p:nvPr/>
          </p:nvGrpSpPr>
          <p:grpSpPr>
            <a:xfrm>
              <a:off x="1911696" y="4187712"/>
              <a:ext cx="450000" cy="450000"/>
              <a:chOff x="687092" y="3792696"/>
              <a:chExt cx="450000" cy="450000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82F05E98-1E0F-4B0A-51D7-4855475BF100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158FCA18-F9A1-A7B0-71AC-623FA2D27369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B2247A52-0233-C64A-8AD2-18A22C49AD71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26C51391-4DBC-3246-4339-457EC2D20295}"/>
                </a:ext>
              </a:extLst>
            </p:cNvPr>
            <p:cNvGrpSpPr/>
            <p:nvPr/>
          </p:nvGrpSpPr>
          <p:grpSpPr>
            <a:xfrm>
              <a:off x="1425291" y="4187712"/>
              <a:ext cx="486405" cy="450000"/>
              <a:chOff x="1170298" y="3792696"/>
              <a:chExt cx="486405" cy="450000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0A48C72B-E1A8-2E9A-A385-7ED5A591BAA3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2" name="Graphique 171" descr="Pion avec un remplissage uni">
                <a:extLst>
                  <a:ext uri="{FF2B5EF4-FFF2-40B4-BE49-F238E27FC236}">
                    <a16:creationId xmlns:a16="http://schemas.microsoft.com/office/drawing/2014/main" id="{367A219C-DEE6-BC7D-238B-D021464478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AEE5EAA4-FB53-A0FE-981E-7695E1BE411B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45C24621-44B4-F29D-046F-9556101B1F60}"/>
                </a:ext>
              </a:extLst>
            </p:cNvPr>
            <p:cNvGrpSpPr/>
            <p:nvPr/>
          </p:nvGrpSpPr>
          <p:grpSpPr>
            <a:xfrm>
              <a:off x="1904900" y="4672480"/>
              <a:ext cx="450000" cy="450000"/>
              <a:chOff x="687092" y="3792696"/>
              <a:chExt cx="450000" cy="45000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322C8C2E-386A-A16F-8826-E5D4159FB901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8E025718-07C3-3F52-FF8D-9DAC25E9068D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DB5CFB53-6A85-3F3A-4CE4-9ED196A45B50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F522A195-A890-9BFB-A993-2B767DCB945C}"/>
                </a:ext>
              </a:extLst>
            </p:cNvPr>
            <p:cNvGrpSpPr/>
            <p:nvPr/>
          </p:nvGrpSpPr>
          <p:grpSpPr>
            <a:xfrm>
              <a:off x="1904900" y="5171426"/>
              <a:ext cx="450000" cy="450000"/>
              <a:chOff x="687092" y="3792696"/>
              <a:chExt cx="450000" cy="450000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7A256865-372E-51BF-B2B7-D4BE1A63AF82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3391DDDE-B691-B175-7AE9-348B15FFE39F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27E57E4A-3DC2-41F3-2E2B-E8CE3875ADC9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7" name="Groupe 136">
              <a:extLst>
                <a:ext uri="{FF2B5EF4-FFF2-40B4-BE49-F238E27FC236}">
                  <a16:creationId xmlns:a16="http://schemas.microsoft.com/office/drawing/2014/main" id="{581C5599-6EB5-990E-C1E6-4BB444DEA83F}"/>
                </a:ext>
              </a:extLst>
            </p:cNvPr>
            <p:cNvGrpSpPr/>
            <p:nvPr/>
          </p:nvGrpSpPr>
          <p:grpSpPr>
            <a:xfrm>
              <a:off x="1418495" y="5174100"/>
              <a:ext cx="486405" cy="450000"/>
              <a:chOff x="1170298" y="3792696"/>
              <a:chExt cx="486405" cy="450000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D7427C09-A300-AD1D-87EB-BB5A7D3CAFA5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63" name="Graphique 162" descr="Pion avec un remplissage uni">
                <a:extLst>
                  <a:ext uri="{FF2B5EF4-FFF2-40B4-BE49-F238E27FC236}">
                    <a16:creationId xmlns:a16="http://schemas.microsoft.com/office/drawing/2014/main" id="{7CFDD57B-635A-1AF9-7087-C89BDE7D2B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9073F9A2-5923-EC93-EDCD-3C33FA84FDEA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8" name="Groupe 137">
              <a:extLst>
                <a:ext uri="{FF2B5EF4-FFF2-40B4-BE49-F238E27FC236}">
                  <a16:creationId xmlns:a16="http://schemas.microsoft.com/office/drawing/2014/main" id="{3CE6B1C6-ABA1-E90B-AD61-730AE5A05B6C}"/>
                </a:ext>
              </a:extLst>
            </p:cNvPr>
            <p:cNvGrpSpPr/>
            <p:nvPr/>
          </p:nvGrpSpPr>
          <p:grpSpPr>
            <a:xfrm>
              <a:off x="928922" y="5171426"/>
              <a:ext cx="450000" cy="450000"/>
              <a:chOff x="1653504" y="3792696"/>
              <a:chExt cx="450000" cy="450000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62B3186B-1F2F-01CB-1FE5-A24DB73F02D7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76E7D874-A552-BB3C-B625-CA70C6875DD0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A6532D99-3EA2-68A1-B7D6-14FF05191AEA}"/>
                </a:ext>
              </a:extLst>
            </p:cNvPr>
            <p:cNvSpPr/>
            <p:nvPr/>
          </p:nvSpPr>
          <p:spPr>
            <a:xfrm>
              <a:off x="935905" y="486826"/>
              <a:ext cx="1251146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+</a:t>
              </a:r>
              <a:r>
                <a:rPr lang="fr-FR" sz="14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Couleurs </a:t>
              </a:r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≠</a:t>
              </a:r>
              <a:endParaRPr lang="fr-FR" sz="14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A82084B9-3A87-DD61-0D54-0C46FF823DCC}"/>
                </a:ext>
              </a:extLst>
            </p:cNvPr>
            <p:cNvGrpSpPr/>
            <p:nvPr/>
          </p:nvGrpSpPr>
          <p:grpSpPr>
            <a:xfrm>
              <a:off x="2379046" y="1244476"/>
              <a:ext cx="1859282" cy="1647889"/>
              <a:chOff x="5298122" y="1719159"/>
              <a:chExt cx="1859282" cy="1647889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603A65FB-3387-2621-72E4-A5B7E345F690}"/>
                  </a:ext>
                </a:extLst>
              </p:cNvPr>
              <p:cNvSpPr/>
              <p:nvPr/>
            </p:nvSpPr>
            <p:spPr>
              <a:xfrm>
                <a:off x="5298122" y="1719159"/>
                <a:ext cx="797878" cy="84855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Action sur Fief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0238E37-F896-F5AB-4F4C-3C0BFCB888C3}"/>
                  </a:ext>
                </a:extLst>
              </p:cNvPr>
              <p:cNvSpPr/>
              <p:nvPr/>
            </p:nvSpPr>
            <p:spPr>
              <a:xfrm>
                <a:off x="6096000" y="1719159"/>
                <a:ext cx="1061404" cy="2163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Compagnies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74FC0DA6-3254-CE1F-E8A5-299C8B9F7C41}"/>
                  </a:ext>
                </a:extLst>
              </p:cNvPr>
              <p:cNvSpPr/>
              <p:nvPr/>
            </p:nvSpPr>
            <p:spPr>
              <a:xfrm>
                <a:off x="5298122" y="2567718"/>
                <a:ext cx="797878" cy="26780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Construire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2A6F4C95-C8DC-0799-8C21-B53C229493C2}"/>
                  </a:ext>
                </a:extLst>
              </p:cNvPr>
              <p:cNvSpPr/>
              <p:nvPr/>
            </p:nvSpPr>
            <p:spPr>
              <a:xfrm>
                <a:off x="5298122" y="2835523"/>
                <a:ext cx="797878" cy="26466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Ruiner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05EA25B0-E6DA-6F80-D8C0-A2F1FA148ACB}"/>
                  </a:ext>
                </a:extLst>
              </p:cNvPr>
              <p:cNvSpPr/>
              <p:nvPr/>
            </p:nvSpPr>
            <p:spPr>
              <a:xfrm>
                <a:off x="5298122" y="3100193"/>
                <a:ext cx="797878" cy="26685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Annexer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8C8058C4-1E87-5B77-18A4-92D29B0EDA63}"/>
                  </a:ext>
                </a:extLst>
              </p:cNvPr>
              <p:cNvSpPr/>
              <p:nvPr/>
            </p:nvSpPr>
            <p:spPr>
              <a:xfrm>
                <a:off x="6096000" y="1935524"/>
                <a:ext cx="268288" cy="632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Tuile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9AE997A6-0742-E3FD-0CE0-F16F25846F2C}"/>
                  </a:ext>
                </a:extLst>
              </p:cNvPr>
              <p:cNvSpPr/>
              <p:nvPr/>
            </p:nvSpPr>
            <p:spPr>
              <a:xfrm>
                <a:off x="6620990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Retraite</a:t>
                </a: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D6DFCC1E-04B2-459B-0262-1ECE481DC8A6}"/>
                  </a:ext>
                </a:extLst>
              </p:cNvPr>
              <p:cNvSpPr/>
              <p:nvPr/>
            </p:nvSpPr>
            <p:spPr>
              <a:xfrm>
                <a:off x="6889116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Réserve</a:t>
                </a: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413FFB5B-6DBE-B198-DA5B-4785AA6DC324}"/>
                  </a:ext>
                </a:extLst>
              </p:cNvPr>
              <p:cNvSpPr/>
              <p:nvPr/>
            </p:nvSpPr>
            <p:spPr>
              <a:xfrm>
                <a:off x="6369686" y="1935524"/>
                <a:ext cx="246704" cy="1429338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  <a:sym typeface="Wingdings" panose="05000000000000000000" pitchFamily="2" charset="2"/>
                  </a:rPr>
                  <a:t></a:t>
                </a:r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BC21D009-70D8-E25D-3726-9D18B3B2E841}"/>
                  </a:ext>
                </a:extLst>
              </p:cNvPr>
              <p:cNvSpPr/>
              <p:nvPr/>
            </p:nvSpPr>
            <p:spPr>
              <a:xfrm>
                <a:off x="609600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F84D9E82-FA1F-BDE0-BA4E-CC5206C6E890}"/>
                  </a:ext>
                </a:extLst>
              </p:cNvPr>
              <p:cNvSpPr/>
              <p:nvPr/>
            </p:nvSpPr>
            <p:spPr>
              <a:xfrm>
                <a:off x="609600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5449F8F5-04D1-860E-B760-2D9121124387}"/>
                  </a:ext>
                </a:extLst>
              </p:cNvPr>
              <p:cNvSpPr/>
              <p:nvPr/>
            </p:nvSpPr>
            <p:spPr>
              <a:xfrm>
                <a:off x="609600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547CF0C7-E21F-BB87-BF2A-BF9A89ACAB40}"/>
                  </a:ext>
                </a:extLst>
              </p:cNvPr>
              <p:cNvSpPr/>
              <p:nvPr/>
            </p:nvSpPr>
            <p:spPr>
              <a:xfrm>
                <a:off x="662099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D930F83-A0E1-45D2-6624-B09F8B5AC465}"/>
                  </a:ext>
                </a:extLst>
              </p:cNvPr>
              <p:cNvSpPr/>
              <p:nvPr/>
            </p:nvSpPr>
            <p:spPr>
              <a:xfrm>
                <a:off x="6889116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A4EF02B2-34E9-ADFD-E8CB-3AA0299A6579}"/>
                  </a:ext>
                </a:extLst>
              </p:cNvPr>
              <p:cNvSpPr/>
              <p:nvPr/>
            </p:nvSpPr>
            <p:spPr>
              <a:xfrm>
                <a:off x="662099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8B51AC0D-1003-8C4E-2D1D-DB3083FD48D2}"/>
                  </a:ext>
                </a:extLst>
              </p:cNvPr>
              <p:cNvSpPr/>
              <p:nvPr/>
            </p:nvSpPr>
            <p:spPr>
              <a:xfrm>
                <a:off x="6889116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D5343972-0C03-1FF5-CEBD-45A3285276BE}"/>
                  </a:ext>
                </a:extLst>
              </p:cNvPr>
              <p:cNvSpPr/>
              <p:nvPr/>
            </p:nvSpPr>
            <p:spPr>
              <a:xfrm>
                <a:off x="662099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ADE9078F-025D-5760-4F09-6E81BACA3B65}"/>
                  </a:ext>
                </a:extLst>
              </p:cNvPr>
              <p:cNvSpPr/>
              <p:nvPr/>
            </p:nvSpPr>
            <p:spPr>
              <a:xfrm>
                <a:off x="6889116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</p:grp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B8B2CFF-B8AC-AF65-C274-89F7CB8C2A23}"/>
                </a:ext>
              </a:extLst>
            </p:cNvPr>
            <p:cNvSpPr/>
            <p:nvPr/>
          </p:nvSpPr>
          <p:spPr>
            <a:xfrm rot="16200000">
              <a:off x="832744" y="2058341"/>
              <a:ext cx="2026920" cy="615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2000" dirty="0">
                  <a:solidFill>
                    <a:schemeClr val="bg1"/>
                  </a:solidFill>
                  <a:latin typeface="Lucida Calligraphy" panose="03010101010101010101" pitchFamily="66" charset="0"/>
                </a:rPr>
                <a:t>Les Marches : Escarmouche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37614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130</Words>
  <Application>Microsoft Office PowerPoint</Application>
  <PresentationFormat>Grand écran</PresentationFormat>
  <Paragraphs>78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Lucida Calligraphy</vt:lpstr>
      <vt:lpstr>Segoe UI</vt:lpstr>
      <vt:lpstr>Segoe UI Black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11</cp:revision>
  <dcterms:created xsi:type="dcterms:W3CDTF">2026-08-30T09:54:58Z</dcterms:created>
  <dcterms:modified xsi:type="dcterms:W3CDTF">2026-08-30T14:23:11Z</dcterms:modified>
</cp:coreProperties>
</file>