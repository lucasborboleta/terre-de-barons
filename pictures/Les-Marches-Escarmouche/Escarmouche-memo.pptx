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08" y="-1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E64702-0A4A-FE3C-A9C4-A4662AD1F0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A0D6FE6-54C5-CA30-669B-A2AF39370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60FDC4-98D5-EAC0-9632-67E446D3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1312A4-E20C-209D-D1B6-82F2FCDB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B466A3-BFE1-6975-AEE6-57F15E9D1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5960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533B0-DD69-61CB-DA77-7649A831A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74226D-1C87-8612-B550-872E7635C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885D5F-C467-55F8-6A7A-FDA1DBADD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F83117-884A-B022-2841-94B05DB27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B2BB68-F4DF-7DA1-941F-069A73B70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413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276D4-AE05-065F-F859-9743B7A52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C589B7-2C7F-5CE6-E554-F5CCE1B18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E6CB4-69A4-6599-EFA8-386C57F95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C41CEF-32C7-4C1C-2180-A1DDBE652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FE5A3-1437-2A63-9A0B-1396B0768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976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6A317-7437-FB8A-3DDE-6BE30FBA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D465C-71ED-5F6D-F7E8-6D1D73C671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E2C35A-F09E-06F1-4281-3B720856F6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BA532EC-F5CB-F3C5-1F14-F06BE6D5A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A3A045-01DB-CAC3-7667-E388A1559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B69B81-F5AD-302A-2FCA-4B7F62B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587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778B5-091E-547B-994E-CF859E277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3DEF4F-9C7C-2FEB-6486-BC2CFEE15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8164DF-7438-E3F7-F6F1-CF3856456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7349FA9-BDF1-C0CD-BBC2-22C5CE93C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8F50A59-7D87-C141-F6E8-FDF761F09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DFDD5F6-07FE-ABB8-65B8-80EEC7CFA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A7DF59A-A3F1-974A-B7E6-B58FDB524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D2BA89-5638-DF92-6397-3007D5CD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4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3A3951-49E9-56A2-9A14-FFDE2593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6A92BD4-DE2F-D549-0A85-70561ED8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95FB44-8BDE-2957-DE7C-D89F4EA4B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D13C67-D7EB-9785-01FD-B453DF0DF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9065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8C3CB8-C09E-9F4B-F3CF-A4A80EC77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B98EE94-0A31-F3F6-8FE9-326E7F029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BE411D-66D3-6BE3-DA02-798E14A7A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79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FFFD2-7376-8B48-9012-4A3301918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A3697C-8821-1265-E135-07EE7285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AE3E9E-B661-3885-6824-569CCB7B3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84D89E-E3A8-D90C-6F95-85AF2D28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A78FB2-5482-4AF9-1900-C64A058DA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1C728BB-5CAA-7D74-7899-E24F7053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23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378DB1-F43F-4990-4882-2ACADFD48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DF1B6AF-B42D-3211-37DC-1491C08DF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1E5EEE-2C21-EEAF-BB6A-D66C2D2F0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3A34522-32DF-D1BB-A1B1-69759A6DB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061D0B6-EC28-71F7-BE92-32C862F6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B60F1-51CC-6EFC-7E3B-43BCF9A56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331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5A4AE-2F2D-FB43-6D72-552FA55B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BA9AA82-3D66-4EEF-1F69-6282F5D8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6619A0-C03A-8905-D4F1-3C4812B73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91825-74EE-0DFC-E4CD-4A384249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E82ADD-A8CA-40B3-90E2-4554DF036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47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9E300F3-32A7-70BF-5BED-735568F1E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BF3F77E-06E4-4E45-2950-A85B193E6C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E03591-A1B4-CDE1-9CD2-4D2F2417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3D4B7A-8AE3-3D20-9152-2271F5B3D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8307CD-5473-604C-9A85-F1DA8FB6D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659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023EB5-E6D0-3B9B-F6B2-AD235A72B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3977E0B-2992-126F-77A5-FDC697F7A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EBDF69-E368-7825-6EFE-DE1B840E2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AF6EA4-274C-A6E2-787B-5F22C74389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AC09D7-ED4B-46CE-01A5-807CB6913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9186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A33436-CDD6-285B-674E-97748F7123A1}"/>
              </a:ext>
            </a:extLst>
          </p:cNvPr>
          <p:cNvSpPr/>
          <p:nvPr/>
        </p:nvSpPr>
        <p:spPr>
          <a:xfrm>
            <a:off x="2406316" y="1251284"/>
            <a:ext cx="5400000" cy="360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2C2D9B99-6247-CD55-373B-FC1A1EEDDAAE}"/>
              </a:ext>
            </a:extLst>
          </p:cNvPr>
          <p:cNvGrpSpPr/>
          <p:nvPr/>
        </p:nvGrpSpPr>
        <p:grpSpPr>
          <a:xfrm>
            <a:off x="2506980" y="1394460"/>
            <a:ext cx="4500000" cy="450000"/>
            <a:chOff x="2529840" y="4998720"/>
            <a:chExt cx="4500000" cy="450000"/>
          </a:xfrm>
          <a:blipFill>
            <a:blip r:embed="rId3"/>
            <a:tile tx="0" ty="0" sx="100000" sy="100000" flip="none" algn="tl"/>
          </a:blip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A8F747E-53EF-0D8C-4BFB-64F3CD7CED6C}"/>
                </a:ext>
              </a:extLst>
            </p:cNvPr>
            <p:cNvSpPr/>
            <p:nvPr/>
          </p:nvSpPr>
          <p:spPr>
            <a:xfrm>
              <a:off x="252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11DF9E7-914E-2D4A-AD5B-A736383C5BC9}"/>
                </a:ext>
              </a:extLst>
            </p:cNvPr>
            <p:cNvSpPr/>
            <p:nvPr/>
          </p:nvSpPr>
          <p:spPr>
            <a:xfrm>
              <a:off x="297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909FA14-E194-62C8-9AB8-366625AC6B8A}"/>
                </a:ext>
              </a:extLst>
            </p:cNvPr>
            <p:cNvSpPr/>
            <p:nvPr/>
          </p:nvSpPr>
          <p:spPr>
            <a:xfrm>
              <a:off x="342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F34A217-7DF1-9A53-CCCE-184BFF7B52B6}"/>
                </a:ext>
              </a:extLst>
            </p:cNvPr>
            <p:cNvSpPr/>
            <p:nvPr/>
          </p:nvSpPr>
          <p:spPr>
            <a:xfrm>
              <a:off x="387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4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4998CAB-AF1B-245C-D108-A7F2B974E04D}"/>
                </a:ext>
              </a:extLst>
            </p:cNvPr>
            <p:cNvSpPr/>
            <p:nvPr/>
          </p:nvSpPr>
          <p:spPr>
            <a:xfrm>
              <a:off x="432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1C285BE-6BA6-CF16-8457-9F5EF2B97A7E}"/>
                </a:ext>
              </a:extLst>
            </p:cNvPr>
            <p:cNvSpPr/>
            <p:nvPr/>
          </p:nvSpPr>
          <p:spPr>
            <a:xfrm>
              <a:off x="477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6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89498EC-1E22-0015-942D-8E7C3ED3CD10}"/>
                </a:ext>
              </a:extLst>
            </p:cNvPr>
            <p:cNvSpPr/>
            <p:nvPr/>
          </p:nvSpPr>
          <p:spPr>
            <a:xfrm>
              <a:off x="522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7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6ECCB8A-E7AE-6DDB-F2D8-293371B93135}"/>
                </a:ext>
              </a:extLst>
            </p:cNvPr>
            <p:cNvSpPr/>
            <p:nvPr/>
          </p:nvSpPr>
          <p:spPr>
            <a:xfrm>
              <a:off x="5679840" y="4998720"/>
              <a:ext cx="450000" cy="45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8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9382470-FEB6-0F40-9938-5139D7B885FE}"/>
                </a:ext>
              </a:extLst>
            </p:cNvPr>
            <p:cNvSpPr/>
            <p:nvPr/>
          </p:nvSpPr>
          <p:spPr>
            <a:xfrm>
              <a:off x="612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9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56B05CC-1141-D818-843A-21F58CA8E7A6}"/>
                </a:ext>
              </a:extLst>
            </p:cNvPr>
            <p:cNvSpPr/>
            <p:nvPr/>
          </p:nvSpPr>
          <p:spPr>
            <a:xfrm>
              <a:off x="6579840" y="4998720"/>
              <a:ext cx="450000" cy="450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10</a:t>
              </a: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AD3F6920-63C7-4FB3-7EB3-148A7DAFEEE4}"/>
              </a:ext>
            </a:extLst>
          </p:cNvPr>
          <p:cNvSpPr/>
          <p:nvPr/>
        </p:nvSpPr>
        <p:spPr>
          <a:xfrm>
            <a:off x="7094228" y="1394460"/>
            <a:ext cx="624840" cy="45000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+ divers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B533EE-70F1-939F-B3E7-DF9028B546DE}"/>
              </a:ext>
            </a:extLst>
          </p:cNvPr>
          <p:cNvSpPr/>
          <p:nvPr/>
        </p:nvSpPr>
        <p:spPr>
          <a:xfrm>
            <a:off x="5392716" y="2228048"/>
            <a:ext cx="1870080" cy="4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Déplacer Seigneur </a:t>
            </a:r>
            <a:r>
              <a:rPr lang="fr-FR" sz="10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x</a:t>
            </a:r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Tuiles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7FE35FE-EE9E-5C96-5FF7-4B8FD8FCBF23}"/>
              </a:ext>
            </a:extLst>
          </p:cNvPr>
          <p:cNvSpPr/>
          <p:nvPr/>
        </p:nvSpPr>
        <p:spPr>
          <a:xfrm>
            <a:off x="5394764" y="2678048"/>
            <a:ext cx="1870080" cy="45000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Recruter </a:t>
            </a:r>
            <a:r>
              <a:rPr lang="fr-FR" sz="10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x</a:t>
            </a:r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Compagnies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C4EF7C7-8355-8511-204A-56A3DF31E830}"/>
              </a:ext>
            </a:extLst>
          </p:cNvPr>
          <p:cNvSpPr/>
          <p:nvPr/>
        </p:nvSpPr>
        <p:spPr>
          <a:xfrm>
            <a:off x="5394764" y="3125460"/>
            <a:ext cx="1870080" cy="45000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Disperser Compagnies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8F8D5E8-1B07-30E0-A4C2-86EB164946E9}"/>
              </a:ext>
            </a:extLst>
          </p:cNvPr>
          <p:cNvSpPr/>
          <p:nvPr/>
        </p:nvSpPr>
        <p:spPr>
          <a:xfrm>
            <a:off x="5394764" y="3572872"/>
            <a:ext cx="1870080" cy="45000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Concentrer Compagnies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836CE49-C4A5-4390-E082-6222FFE10C1E}"/>
              </a:ext>
            </a:extLst>
          </p:cNvPr>
          <p:cNvSpPr/>
          <p:nvPr/>
        </p:nvSpPr>
        <p:spPr>
          <a:xfrm>
            <a:off x="5394764" y="4017696"/>
            <a:ext cx="1870080" cy="45000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Construire Fief</a:t>
            </a:r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3EBBEB05-022F-ECFD-D5BF-4853C9045AD7}"/>
              </a:ext>
            </a:extLst>
          </p:cNvPr>
          <p:cNvGrpSpPr/>
          <p:nvPr/>
        </p:nvGrpSpPr>
        <p:grpSpPr>
          <a:xfrm>
            <a:off x="7264844" y="2228048"/>
            <a:ext cx="450000" cy="450000"/>
            <a:chOff x="8641028" y="2047192"/>
            <a:chExt cx="450000" cy="45000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9AF149D-1036-8B30-F080-B8B91EFA9110}"/>
                </a:ext>
              </a:extLst>
            </p:cNvPr>
            <p:cNvSpPr/>
            <p:nvPr/>
          </p:nvSpPr>
          <p:spPr>
            <a:xfrm>
              <a:off x="8641028" y="2047192"/>
              <a:ext cx="450000" cy="45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41" name="Cercle : creux 40">
              <a:extLst>
                <a:ext uri="{FF2B5EF4-FFF2-40B4-BE49-F238E27FC236}">
                  <a16:creationId xmlns:a16="http://schemas.microsoft.com/office/drawing/2014/main" id="{62C861CE-4487-5FA5-84E4-76AB04B86E97}"/>
                </a:ext>
              </a:extLst>
            </p:cNvPr>
            <p:cNvSpPr/>
            <p:nvPr/>
          </p:nvSpPr>
          <p:spPr>
            <a:xfrm>
              <a:off x="8674234" y="2080398"/>
              <a:ext cx="383588" cy="383588"/>
            </a:xfrm>
            <a:prstGeom prst="donut">
              <a:avLst>
                <a:gd name="adj" fmla="val 15429"/>
              </a:avLst>
            </a:prstGeom>
            <a:blipFill>
              <a:blip r:embed="rId4"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A4D2C865-0750-9E88-87E1-DEEDD812F599}"/>
              </a:ext>
            </a:extLst>
          </p:cNvPr>
          <p:cNvGrpSpPr/>
          <p:nvPr/>
        </p:nvGrpSpPr>
        <p:grpSpPr>
          <a:xfrm>
            <a:off x="7266892" y="2678048"/>
            <a:ext cx="450000" cy="450000"/>
            <a:chOff x="8641028" y="2047192"/>
            <a:chExt cx="450000" cy="45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A37287B-1F8C-8FEC-F544-BF2A0C9598E8}"/>
                </a:ext>
              </a:extLst>
            </p:cNvPr>
            <p:cNvSpPr/>
            <p:nvPr/>
          </p:nvSpPr>
          <p:spPr>
            <a:xfrm>
              <a:off x="8641028" y="2047192"/>
              <a:ext cx="45000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45" name="Cercle : creux 44">
              <a:extLst>
                <a:ext uri="{FF2B5EF4-FFF2-40B4-BE49-F238E27FC236}">
                  <a16:creationId xmlns:a16="http://schemas.microsoft.com/office/drawing/2014/main" id="{408310D5-6A30-35EA-1633-2F2C4EA04160}"/>
                </a:ext>
              </a:extLst>
            </p:cNvPr>
            <p:cNvSpPr/>
            <p:nvPr/>
          </p:nvSpPr>
          <p:spPr>
            <a:xfrm>
              <a:off x="8674234" y="2080398"/>
              <a:ext cx="383588" cy="383588"/>
            </a:xfrm>
            <a:prstGeom prst="donut">
              <a:avLst>
                <a:gd name="adj" fmla="val 15429"/>
              </a:avLst>
            </a:prstGeom>
            <a:blipFill>
              <a:blip r:embed="rId4"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60820179-7943-339C-AF35-1222BC0D3F0E}"/>
              </a:ext>
            </a:extLst>
          </p:cNvPr>
          <p:cNvGrpSpPr/>
          <p:nvPr/>
        </p:nvGrpSpPr>
        <p:grpSpPr>
          <a:xfrm>
            <a:off x="7269068" y="4017696"/>
            <a:ext cx="450000" cy="450000"/>
            <a:chOff x="8641028" y="2047192"/>
            <a:chExt cx="450000" cy="45000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DEF4519-EF5F-189A-9F70-BF23927203C4}"/>
                </a:ext>
              </a:extLst>
            </p:cNvPr>
            <p:cNvSpPr/>
            <p:nvPr/>
          </p:nvSpPr>
          <p:spPr>
            <a:xfrm>
              <a:off x="8641028" y="2047192"/>
              <a:ext cx="45000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267252DB-A0F3-9F13-3424-5A6CA0EAC270}"/>
                </a:ext>
              </a:extLst>
            </p:cNvPr>
            <p:cNvSpPr/>
            <p:nvPr/>
          </p:nvSpPr>
          <p:spPr>
            <a:xfrm>
              <a:off x="8674234" y="2080398"/>
              <a:ext cx="383588" cy="383588"/>
            </a:xfrm>
            <a:prstGeom prst="donut">
              <a:avLst>
                <a:gd name="adj" fmla="val 15429"/>
              </a:avLst>
            </a:prstGeom>
            <a:blipFill>
              <a:blip r:embed="rId4"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33B6CF18-3D5D-0D25-62B3-7909F932FF33}"/>
              </a:ext>
            </a:extLst>
          </p:cNvPr>
          <p:cNvGrpSpPr/>
          <p:nvPr/>
        </p:nvGrpSpPr>
        <p:grpSpPr>
          <a:xfrm>
            <a:off x="7264844" y="3567696"/>
            <a:ext cx="450000" cy="450000"/>
            <a:chOff x="8641028" y="2047192"/>
            <a:chExt cx="450000" cy="450000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1877D0A-6D22-9E19-0CC9-9D8C72E47EFF}"/>
                </a:ext>
              </a:extLst>
            </p:cNvPr>
            <p:cNvSpPr/>
            <p:nvPr/>
          </p:nvSpPr>
          <p:spPr>
            <a:xfrm>
              <a:off x="8641028" y="2047192"/>
              <a:ext cx="45000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51" name="Cercle : creux 50">
              <a:extLst>
                <a:ext uri="{FF2B5EF4-FFF2-40B4-BE49-F238E27FC236}">
                  <a16:creationId xmlns:a16="http://schemas.microsoft.com/office/drawing/2014/main" id="{86F6C963-B29B-76B2-3662-2826E5B9E7DA}"/>
                </a:ext>
              </a:extLst>
            </p:cNvPr>
            <p:cNvSpPr/>
            <p:nvPr/>
          </p:nvSpPr>
          <p:spPr>
            <a:xfrm>
              <a:off x="8674234" y="2080398"/>
              <a:ext cx="383588" cy="383588"/>
            </a:xfrm>
            <a:prstGeom prst="donut">
              <a:avLst>
                <a:gd name="adj" fmla="val 15429"/>
              </a:avLst>
            </a:prstGeom>
            <a:blipFill>
              <a:blip r:embed="rId4"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D9D83F9D-A44D-24DD-4C58-C0F1444C9811}"/>
              </a:ext>
            </a:extLst>
          </p:cNvPr>
          <p:cNvGrpSpPr/>
          <p:nvPr/>
        </p:nvGrpSpPr>
        <p:grpSpPr>
          <a:xfrm>
            <a:off x="7266892" y="3125460"/>
            <a:ext cx="450000" cy="450000"/>
            <a:chOff x="8641028" y="2047192"/>
            <a:chExt cx="450000" cy="450000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37D2FCD-B7A3-8816-97D3-1C69E2EAA8E1}"/>
                </a:ext>
              </a:extLst>
            </p:cNvPr>
            <p:cNvSpPr/>
            <p:nvPr/>
          </p:nvSpPr>
          <p:spPr>
            <a:xfrm>
              <a:off x="8641028" y="2047192"/>
              <a:ext cx="45000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54" name="Cercle : creux 53">
              <a:extLst>
                <a:ext uri="{FF2B5EF4-FFF2-40B4-BE49-F238E27FC236}">
                  <a16:creationId xmlns:a16="http://schemas.microsoft.com/office/drawing/2014/main" id="{5AD8CAE3-06D7-07E8-9112-E3BB0F1B2859}"/>
                </a:ext>
              </a:extLst>
            </p:cNvPr>
            <p:cNvSpPr/>
            <p:nvPr/>
          </p:nvSpPr>
          <p:spPr>
            <a:xfrm>
              <a:off x="8674234" y="2080398"/>
              <a:ext cx="383588" cy="383588"/>
            </a:xfrm>
            <a:prstGeom prst="donut">
              <a:avLst>
                <a:gd name="adj" fmla="val 15429"/>
              </a:avLst>
            </a:prstGeom>
            <a:blipFill>
              <a:blip r:embed="rId4"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5EC697DD-F3AD-8E81-1057-7D7877F622D9}"/>
              </a:ext>
            </a:extLst>
          </p:cNvPr>
          <p:cNvSpPr/>
          <p:nvPr/>
        </p:nvSpPr>
        <p:spPr>
          <a:xfrm>
            <a:off x="2504932" y="1925623"/>
            <a:ext cx="1503188" cy="45000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</a:t>
            </a:r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Compagnie </a:t>
            </a:r>
            <a:r>
              <a: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 </a:t>
            </a:r>
            <a:r>
              <a:rPr lang="fr-FR" sz="10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STOP</a:t>
            </a:r>
            <a:endParaRPr lang="fr-FR" sz="1000" b="1" dirty="0">
              <a:solidFill>
                <a:srgbClr val="FF0000"/>
              </a:solidFill>
              <a:latin typeface="Segoe UI" panose="020B0502040204020203" pitchFamily="34" charset="0"/>
              <a:ea typeface="Segoe UI Black" panose="020B0A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2D29AE39-1A2B-1571-291D-276080A55F4F}"/>
              </a:ext>
            </a:extLst>
          </p:cNvPr>
          <p:cNvGrpSpPr/>
          <p:nvPr/>
        </p:nvGrpSpPr>
        <p:grpSpPr>
          <a:xfrm>
            <a:off x="4939880" y="4026210"/>
            <a:ext cx="450000" cy="450000"/>
            <a:chOff x="687092" y="3792696"/>
            <a:chExt cx="450000" cy="45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96EEDD3F-B759-3970-7D10-E563B8E61B38}"/>
                </a:ext>
              </a:extLst>
            </p:cNvPr>
            <p:cNvSpPr/>
            <p:nvPr/>
          </p:nvSpPr>
          <p:spPr>
            <a:xfrm>
              <a:off x="687092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51D3BBA-D3C8-882F-2C04-1743CD73AA4C}"/>
                </a:ext>
              </a:extLst>
            </p:cNvPr>
            <p:cNvSpPr/>
            <p:nvPr/>
          </p:nvSpPr>
          <p:spPr>
            <a:xfrm>
              <a:off x="854942" y="3974679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66031729-02D3-4A67-9B17-197D15455602}"/>
                </a:ext>
              </a:extLst>
            </p:cNvPr>
            <p:cNvSpPr/>
            <p:nvPr/>
          </p:nvSpPr>
          <p:spPr>
            <a:xfrm>
              <a:off x="854942" y="3857998"/>
              <a:ext cx="114300" cy="1143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B5352B94-D2D3-EA57-C6E9-96085FA5A2C4}"/>
              </a:ext>
            </a:extLst>
          </p:cNvPr>
          <p:cNvGrpSpPr/>
          <p:nvPr/>
        </p:nvGrpSpPr>
        <p:grpSpPr>
          <a:xfrm>
            <a:off x="4049458" y="3122929"/>
            <a:ext cx="450000" cy="450000"/>
            <a:chOff x="1653504" y="3792696"/>
            <a:chExt cx="450000" cy="450000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DF4F78B-4EC7-19FD-9822-0E6D4BB3F40D}"/>
                </a:ext>
              </a:extLst>
            </p:cNvPr>
            <p:cNvSpPr/>
            <p:nvPr/>
          </p:nvSpPr>
          <p:spPr>
            <a:xfrm>
              <a:off x="1653504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55976CC-15B5-0FDE-CF3B-26089012B5AB}"/>
                </a:ext>
              </a:extLst>
            </p:cNvPr>
            <p:cNvSpPr/>
            <p:nvPr/>
          </p:nvSpPr>
          <p:spPr>
            <a:xfrm>
              <a:off x="1821354" y="3961934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5" name="Groupe 74">
            <a:extLst>
              <a:ext uri="{FF2B5EF4-FFF2-40B4-BE49-F238E27FC236}">
                <a16:creationId xmlns:a16="http://schemas.microsoft.com/office/drawing/2014/main" id="{D6DF3863-0B26-7805-6995-77EECF341832}"/>
              </a:ext>
            </a:extLst>
          </p:cNvPr>
          <p:cNvGrpSpPr/>
          <p:nvPr/>
        </p:nvGrpSpPr>
        <p:grpSpPr>
          <a:xfrm>
            <a:off x="4495575" y="3121140"/>
            <a:ext cx="486405" cy="450000"/>
            <a:chOff x="1170298" y="3792696"/>
            <a:chExt cx="486405" cy="45000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E74F7F0-3CE2-BBF9-2D1F-1D00A679C123}"/>
                </a:ext>
              </a:extLst>
            </p:cNvPr>
            <p:cNvSpPr/>
            <p:nvPr/>
          </p:nvSpPr>
          <p:spPr>
            <a:xfrm>
              <a:off x="1170298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3" name="Graphique 62" descr="Pion avec un remplissage uni">
              <a:extLst>
                <a:ext uri="{FF2B5EF4-FFF2-40B4-BE49-F238E27FC236}">
                  <a16:creationId xmlns:a16="http://schemas.microsoft.com/office/drawing/2014/main" id="{E0553CDB-7855-A963-3840-6B72AE15F7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79513" y="3829101"/>
              <a:ext cx="377190" cy="377190"/>
            </a:xfrm>
            <a:prstGeom prst="rect">
              <a:avLst/>
            </a:prstGeom>
          </p:spPr>
        </p:pic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38C8308-844B-4980-E9A1-5A57CF9FAA48}"/>
                </a:ext>
              </a:extLst>
            </p:cNvPr>
            <p:cNvSpPr/>
            <p:nvPr/>
          </p:nvSpPr>
          <p:spPr>
            <a:xfrm>
              <a:off x="1241425" y="3963512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7" name="Groupe 76">
            <a:extLst>
              <a:ext uri="{FF2B5EF4-FFF2-40B4-BE49-F238E27FC236}">
                <a16:creationId xmlns:a16="http://schemas.microsoft.com/office/drawing/2014/main" id="{0F701E4B-FFBC-9D7D-5B8C-0C21FCAC6BB1}"/>
              </a:ext>
            </a:extLst>
          </p:cNvPr>
          <p:cNvGrpSpPr/>
          <p:nvPr/>
        </p:nvGrpSpPr>
        <p:grpSpPr>
          <a:xfrm>
            <a:off x="4941692" y="2674166"/>
            <a:ext cx="450000" cy="450000"/>
            <a:chOff x="687092" y="3792696"/>
            <a:chExt cx="450000" cy="45000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ED1178C3-D058-3848-53CD-307E3F8B5F63}"/>
                </a:ext>
              </a:extLst>
            </p:cNvPr>
            <p:cNvSpPr/>
            <p:nvPr/>
          </p:nvSpPr>
          <p:spPr>
            <a:xfrm>
              <a:off x="687092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A2AB6859-C602-6F08-0B5F-E4781CE151A0}"/>
                </a:ext>
              </a:extLst>
            </p:cNvPr>
            <p:cNvSpPr/>
            <p:nvPr/>
          </p:nvSpPr>
          <p:spPr>
            <a:xfrm>
              <a:off x="854942" y="3974679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BF615D80-B282-E9A6-7DC3-63DB37831B7B}"/>
                </a:ext>
              </a:extLst>
            </p:cNvPr>
            <p:cNvSpPr/>
            <p:nvPr/>
          </p:nvSpPr>
          <p:spPr>
            <a:xfrm>
              <a:off x="854942" y="3857998"/>
              <a:ext cx="114300" cy="1143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81" name="Groupe 80">
            <a:extLst>
              <a:ext uri="{FF2B5EF4-FFF2-40B4-BE49-F238E27FC236}">
                <a16:creationId xmlns:a16="http://schemas.microsoft.com/office/drawing/2014/main" id="{BE7C1807-419B-F754-E362-3342D1A0E0F9}"/>
              </a:ext>
            </a:extLst>
          </p:cNvPr>
          <p:cNvGrpSpPr/>
          <p:nvPr/>
        </p:nvGrpSpPr>
        <p:grpSpPr>
          <a:xfrm>
            <a:off x="4492056" y="2672872"/>
            <a:ext cx="486405" cy="450000"/>
            <a:chOff x="1170298" y="3792696"/>
            <a:chExt cx="486405" cy="450000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7DEBE47A-0825-7F77-37EC-C93887DB0E48}"/>
                </a:ext>
              </a:extLst>
            </p:cNvPr>
            <p:cNvSpPr/>
            <p:nvPr/>
          </p:nvSpPr>
          <p:spPr>
            <a:xfrm>
              <a:off x="1170298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Graphique 82" descr="Pion avec un remplissage uni">
              <a:extLst>
                <a:ext uri="{FF2B5EF4-FFF2-40B4-BE49-F238E27FC236}">
                  <a16:creationId xmlns:a16="http://schemas.microsoft.com/office/drawing/2014/main" id="{6C964A08-540C-23DC-8776-6D86EF38D6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79513" y="3829101"/>
              <a:ext cx="377190" cy="377190"/>
            </a:xfrm>
            <a:prstGeom prst="rect">
              <a:avLst/>
            </a:prstGeom>
          </p:spPr>
        </p:pic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A603539-B83F-7877-3167-F785D9F22797}"/>
                </a:ext>
              </a:extLst>
            </p:cNvPr>
            <p:cNvSpPr/>
            <p:nvPr/>
          </p:nvSpPr>
          <p:spPr>
            <a:xfrm>
              <a:off x="1241425" y="3963512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85" name="Groupe 84">
            <a:extLst>
              <a:ext uri="{FF2B5EF4-FFF2-40B4-BE49-F238E27FC236}">
                <a16:creationId xmlns:a16="http://schemas.microsoft.com/office/drawing/2014/main" id="{B6D9E0A4-A647-ABEC-7E6A-C06C73B8F749}"/>
              </a:ext>
            </a:extLst>
          </p:cNvPr>
          <p:cNvGrpSpPr/>
          <p:nvPr/>
        </p:nvGrpSpPr>
        <p:grpSpPr>
          <a:xfrm>
            <a:off x="4944104" y="3121140"/>
            <a:ext cx="450000" cy="450000"/>
            <a:chOff x="687092" y="3792696"/>
            <a:chExt cx="450000" cy="45000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3F7A067-AC1B-3769-34AA-BFAB30E0E116}"/>
                </a:ext>
              </a:extLst>
            </p:cNvPr>
            <p:cNvSpPr/>
            <p:nvPr/>
          </p:nvSpPr>
          <p:spPr>
            <a:xfrm>
              <a:off x="687092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8791093-D5DD-7899-0893-C72742405C69}"/>
                </a:ext>
              </a:extLst>
            </p:cNvPr>
            <p:cNvSpPr/>
            <p:nvPr/>
          </p:nvSpPr>
          <p:spPr>
            <a:xfrm>
              <a:off x="854942" y="3974679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8" name="Ellipse 87">
              <a:extLst>
                <a:ext uri="{FF2B5EF4-FFF2-40B4-BE49-F238E27FC236}">
                  <a16:creationId xmlns:a16="http://schemas.microsoft.com/office/drawing/2014/main" id="{0A5F4E41-3638-7535-B7D5-318CD23A9E74}"/>
                </a:ext>
              </a:extLst>
            </p:cNvPr>
            <p:cNvSpPr/>
            <p:nvPr/>
          </p:nvSpPr>
          <p:spPr>
            <a:xfrm>
              <a:off x="854942" y="3857998"/>
              <a:ext cx="114300" cy="1143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89" name="Groupe 88">
            <a:extLst>
              <a:ext uri="{FF2B5EF4-FFF2-40B4-BE49-F238E27FC236}">
                <a16:creationId xmlns:a16="http://schemas.microsoft.com/office/drawing/2014/main" id="{A8CEE44E-FEA3-C280-9A9D-3C65172103C9}"/>
              </a:ext>
            </a:extLst>
          </p:cNvPr>
          <p:cNvGrpSpPr/>
          <p:nvPr/>
        </p:nvGrpSpPr>
        <p:grpSpPr>
          <a:xfrm>
            <a:off x="4939880" y="3571034"/>
            <a:ext cx="450000" cy="450000"/>
            <a:chOff x="687092" y="3792696"/>
            <a:chExt cx="450000" cy="4500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747FC3D4-799B-E2F8-20C7-483683B1B715}"/>
                </a:ext>
              </a:extLst>
            </p:cNvPr>
            <p:cNvSpPr/>
            <p:nvPr/>
          </p:nvSpPr>
          <p:spPr>
            <a:xfrm>
              <a:off x="687092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F548738-F2FA-F8F1-BDC8-8607F964FBCC}"/>
                </a:ext>
              </a:extLst>
            </p:cNvPr>
            <p:cNvSpPr/>
            <p:nvPr/>
          </p:nvSpPr>
          <p:spPr>
            <a:xfrm>
              <a:off x="854942" y="3974679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2E1C136E-4F2C-4FA5-39C1-D135AA74FBDB}"/>
                </a:ext>
              </a:extLst>
            </p:cNvPr>
            <p:cNvSpPr/>
            <p:nvPr/>
          </p:nvSpPr>
          <p:spPr>
            <a:xfrm>
              <a:off x="854942" y="3857998"/>
              <a:ext cx="114300" cy="1143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93" name="Groupe 92">
            <a:extLst>
              <a:ext uri="{FF2B5EF4-FFF2-40B4-BE49-F238E27FC236}">
                <a16:creationId xmlns:a16="http://schemas.microsoft.com/office/drawing/2014/main" id="{F33907ED-F55D-5334-28CF-D3CEFFEB84E7}"/>
              </a:ext>
            </a:extLst>
          </p:cNvPr>
          <p:cNvGrpSpPr/>
          <p:nvPr/>
        </p:nvGrpSpPr>
        <p:grpSpPr>
          <a:xfrm>
            <a:off x="4499458" y="3569682"/>
            <a:ext cx="486405" cy="450000"/>
            <a:chOff x="1170298" y="3792696"/>
            <a:chExt cx="486405" cy="450000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3044CFC-38ED-6703-4602-CFAB71ED5715}"/>
                </a:ext>
              </a:extLst>
            </p:cNvPr>
            <p:cNvSpPr/>
            <p:nvPr/>
          </p:nvSpPr>
          <p:spPr>
            <a:xfrm>
              <a:off x="1170298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Graphique 94" descr="Pion avec un remplissage uni">
              <a:extLst>
                <a:ext uri="{FF2B5EF4-FFF2-40B4-BE49-F238E27FC236}">
                  <a16:creationId xmlns:a16="http://schemas.microsoft.com/office/drawing/2014/main" id="{29D58060-CD95-4B8A-B5EA-6BD40C1E38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79513" y="3829101"/>
              <a:ext cx="377190" cy="377190"/>
            </a:xfrm>
            <a:prstGeom prst="rect">
              <a:avLst/>
            </a:prstGeom>
          </p:spPr>
        </p:pic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765880CB-D25A-8E12-EEB2-FFCB42502CA4}"/>
                </a:ext>
              </a:extLst>
            </p:cNvPr>
            <p:cNvSpPr/>
            <p:nvPr/>
          </p:nvSpPr>
          <p:spPr>
            <a:xfrm>
              <a:off x="1241425" y="3963512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97" name="Groupe 96">
            <a:extLst>
              <a:ext uri="{FF2B5EF4-FFF2-40B4-BE49-F238E27FC236}">
                <a16:creationId xmlns:a16="http://schemas.microsoft.com/office/drawing/2014/main" id="{2A709221-5B35-FC7F-189E-EB40C5D3EA3A}"/>
              </a:ext>
            </a:extLst>
          </p:cNvPr>
          <p:cNvGrpSpPr/>
          <p:nvPr/>
        </p:nvGrpSpPr>
        <p:grpSpPr>
          <a:xfrm>
            <a:off x="4048307" y="3569517"/>
            <a:ext cx="450000" cy="450000"/>
            <a:chOff x="1653504" y="3792696"/>
            <a:chExt cx="450000" cy="450000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E5227D0C-F598-B8E3-E1EC-6C410FF9E71F}"/>
                </a:ext>
              </a:extLst>
            </p:cNvPr>
            <p:cNvSpPr/>
            <p:nvPr/>
          </p:nvSpPr>
          <p:spPr>
            <a:xfrm>
              <a:off x="1653504" y="3792696"/>
              <a:ext cx="450000" cy="450000"/>
            </a:xfrm>
            <a:prstGeom prst="rect">
              <a:avLst/>
            </a:prstGeom>
            <a:blipFill>
              <a:blip r:embed="rId5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 b="1" dirty="0">
                <a:solidFill>
                  <a:schemeClr val="tx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406FE437-66E5-4A80-C3D5-836A38ECD03E}"/>
                </a:ext>
              </a:extLst>
            </p:cNvPr>
            <p:cNvSpPr/>
            <p:nvPr/>
          </p:nvSpPr>
          <p:spPr>
            <a:xfrm>
              <a:off x="1821354" y="3961934"/>
              <a:ext cx="114300" cy="1779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66315522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34</Words>
  <Application>Microsoft Office PowerPoint</Application>
  <PresentationFormat>Grand écran</PresentationFormat>
  <Paragraphs>22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Segoe UI Black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4</cp:revision>
  <dcterms:created xsi:type="dcterms:W3CDTF">2026-08-30T09:54:58Z</dcterms:created>
  <dcterms:modified xsi:type="dcterms:W3CDTF">2026-08-30T10:55:16Z</dcterms:modified>
</cp:coreProperties>
</file>