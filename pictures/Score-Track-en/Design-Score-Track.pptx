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91" r:id="rId2"/>
    <p:sldId id="289" r:id="rId3"/>
  </p:sldIdLst>
  <p:sldSz cx="12192000" cy="6858000"/>
  <p:notesSz cx="6888163" cy="100203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5E3B"/>
    <a:srgbClr val="EDCCA9"/>
    <a:srgbClr val="FFFFFF"/>
    <a:srgbClr val="ECF3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B0988-6DB9-4E3D-B7FD-EFF3BCABE954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8975" y="4822825"/>
            <a:ext cx="5510213" cy="3944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02075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0DD9D-2173-49B3-B084-704F33D21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057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0DD9D-2173-49B3-B084-704F33D2170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5745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326CA0-4995-0C08-7797-F33521EAB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6BD9EB-4496-9D4D-620C-28FC4AD79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4783DB-349C-DC47-3F19-9F6FE3457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ABB338-D7AB-BECB-8825-35FDCDD6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788C04-DF9E-18E1-1C78-22223CDA3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142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1FF5E-723A-5769-9875-ECCB71F4C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92A3EA-8D65-250B-B84B-578097665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62E3F1-B56B-4677-DB7F-0770A136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9FF79B-1134-344A-160B-04517ABB9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5E0855-2925-24BA-4822-237CCA71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047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AFA286-8472-0A00-CA07-5AB3EA8C8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A7A315-DAAD-22AB-720D-55C5A1DA5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8AD03D-2FD2-B95E-8065-676BECF96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40879B-D231-E255-0E5B-4131FA83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DE6B84-78E3-0FC3-68AC-D31BC1D2C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657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C2695C-1CC2-F9D9-3360-F59408FDB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137B99-3F1C-8A85-292A-278C20593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C38B07-3438-3854-9B4B-8054F12BB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7EBEAD-3BD9-AC63-4288-5F9399A4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3FB668-E751-6B60-E0ED-733D5B044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9B6ABF-9EDC-475B-1756-9E0FECE7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32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9B28A2-1252-79F6-DFDF-365A2E3A8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C0C046-101B-25B6-7229-E9C92EECE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13D23B0-7578-BB6C-5A16-5784B6833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6EE2B08-AEC7-1D82-5EA4-228A6E1C0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E637B45-13A0-9658-B807-4DF5AAEFC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17756EC-C374-A970-CDDC-6A0966E7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C71EE66-3555-7D59-1983-06022B4E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7FFA3AF-E5BB-43A6-B569-5735AAE7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7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697B1-3031-9D4D-0491-A3E757A8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F64A07F-6830-7533-467D-6333F310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9B0866-463C-85FE-9C80-B8CB97F9E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70557D-F4C9-27B2-BA7E-EA628AD2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30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2F3D329-2193-6B0C-8918-89402DEC6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B4BAB6-2233-62BD-8D79-686AA777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547BC2-476A-1A4A-6C5B-95D915D6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61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4D4F34-513B-892E-BF30-65DD3902B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D49C84-7B01-C7C9-B429-5256B74B6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193FD1-03C4-B1F3-4B28-235B957D8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E52021-544B-F5CC-CE20-26C632A90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A1C446-E50F-3006-D363-7341F55F0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3A7F131-5969-6B91-92CC-7DFDB8CB4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438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0448E9-A8A5-DEAE-069A-F882822AE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7DEF628-9230-1879-72E8-B49C3367B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4CBB16-91AD-3D08-EE54-4CAE12B5E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F3E57A-900B-E0F9-DE3D-9F758CCF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2574B3-834C-2CD5-5C55-DAEEB4E2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A995DD-EA0B-FCF8-DC3A-E8A2E3D1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1191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C91528-514F-C50E-F5A3-8E21B724F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CB2835-C493-BF73-0B0F-B7A9A96E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792B13-004A-BED3-A051-A1D33016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0F2FD7-F792-2E18-0A08-403693D9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91404F-9201-3795-E4AF-59A0F302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310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8D6F5A-DA3A-C69A-4DBA-9A5D1A26E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A59EF5B-C47F-FF3D-332C-2D8B81C0F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9D9841-3EA5-E28D-4437-BC02BF32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EAC8F6-2A17-E43A-A427-C845F717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82677B-B16E-55E3-8452-9857089B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35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B60EE35-8DAE-FD87-CCF9-28E349904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BDAF75-9C9F-AD9A-FDEE-C6A8C83F8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B1D349-64DD-1A17-5958-3D16E2971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ADEE84-75CE-9A62-8BE9-CE6EEBC78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023943-28BF-0B7E-6F46-B515E22DC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436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microsoft.com/office/2007/relationships/hdphoto" Target="../media/hdphoto2.wdp"/><Relationship Id="rId12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.jpeg"/><Relationship Id="rId5" Type="http://schemas.microsoft.com/office/2007/relationships/hdphoto" Target="../media/hdphoto1.wdp"/><Relationship Id="rId10" Type="http://schemas.openxmlformats.org/officeDocument/2006/relationships/image" Target="../media/image5.jpeg"/><Relationship Id="rId4" Type="http://schemas.openxmlformats.org/officeDocument/2006/relationships/image" Target="../media/image2.png"/><Relationship Id="rId9" Type="http://schemas.microsoft.com/office/2007/relationships/hdphoto" Target="../media/hdphoto3.wdp"/><Relationship Id="rId14" Type="http://schemas.microsoft.com/office/2007/relationships/hdphoto" Target="../media/hdphoto4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124ED-5D56-0D12-306C-3F65A1B6B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e 16">
            <a:extLst>
              <a:ext uri="{FF2B5EF4-FFF2-40B4-BE49-F238E27FC236}">
                <a16:creationId xmlns:a16="http://schemas.microsoft.com/office/drawing/2014/main" id="{33FD3C77-85BD-E0EE-AE74-78B02FE15D21}"/>
              </a:ext>
            </a:extLst>
          </p:cNvPr>
          <p:cNvGrpSpPr/>
          <p:nvPr/>
        </p:nvGrpSpPr>
        <p:grpSpPr>
          <a:xfrm>
            <a:off x="2156460" y="878520"/>
            <a:ext cx="7920000" cy="5040000"/>
            <a:chOff x="2156460" y="878520"/>
            <a:chExt cx="7920000" cy="5040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C698BD7-B7EC-74CC-FE1A-06349FAC6598}"/>
                </a:ext>
              </a:extLst>
            </p:cNvPr>
            <p:cNvSpPr/>
            <p:nvPr/>
          </p:nvSpPr>
          <p:spPr>
            <a:xfrm>
              <a:off x="2156460" y="878520"/>
              <a:ext cx="7920000" cy="504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 w="95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CC1460-7C9F-844A-0337-C03BE9497F3E}"/>
                </a:ext>
              </a:extLst>
            </p:cNvPr>
            <p:cNvSpPr/>
            <p:nvPr/>
          </p:nvSpPr>
          <p:spPr>
            <a:xfrm>
              <a:off x="3988492" y="116157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A9606256-5315-82ED-66AB-8236B9ABD92D}"/>
                </a:ext>
              </a:extLst>
            </p:cNvPr>
            <p:cNvSpPr/>
            <p:nvPr/>
          </p:nvSpPr>
          <p:spPr>
            <a:xfrm>
              <a:off x="2813734" y="1157069"/>
              <a:ext cx="492125" cy="466725"/>
            </a:xfrm>
            <a:prstGeom prst="cube">
              <a:avLst>
                <a:gd name="adj" fmla="val 23393"/>
              </a:avLst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PastelsSmooth/>
                        </a14:imgEffect>
                        <a14:imgEffect>
                          <a14:brightnessContrast contrast="2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36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rgbClr val="000000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+4</a:t>
              </a:r>
              <a:endParaRPr lang="fr-FR" sz="1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74BB14A1-E335-8C69-9EFA-77C23D6AAF52}"/>
                </a:ext>
              </a:extLst>
            </p:cNvPr>
            <p:cNvSpPr/>
            <p:nvPr/>
          </p:nvSpPr>
          <p:spPr>
            <a:xfrm>
              <a:off x="2813734" y="1729828"/>
              <a:ext cx="491490" cy="466725"/>
            </a:xfrm>
            <a:prstGeom prst="cube">
              <a:avLst>
                <a:gd name="adj" fmla="val 23393"/>
              </a:avLst>
            </a:prstGeom>
            <a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artisticCutout/>
                        </a14:imgEffect>
                        <a14:imgEffect>
                          <a14:brightnessContrast contrast="2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36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  <a:spcAft>
                  <a:spcPts val="800"/>
                </a:spcAft>
                <a:buNone/>
              </a:pPr>
              <a:r>
                <a:rPr lang="fr-FR" sz="1400" b="1">
                  <a:solidFill>
                    <a:srgbClr val="000000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+2</a:t>
              </a:r>
              <a:endParaRPr lang="fr-FR" sz="1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Hexagone 133">
              <a:extLst>
                <a:ext uri="{FF2B5EF4-FFF2-40B4-BE49-F238E27FC236}">
                  <a16:creationId xmlns:a16="http://schemas.microsoft.com/office/drawing/2014/main" id="{6F7A436D-4650-A654-F985-08676DB17D90}"/>
                </a:ext>
              </a:extLst>
            </p:cNvPr>
            <p:cNvSpPr/>
            <p:nvPr/>
          </p:nvSpPr>
          <p:spPr>
            <a:xfrm>
              <a:off x="2572700" y="2302587"/>
              <a:ext cx="973558" cy="852837"/>
            </a:xfrm>
            <a:prstGeom prst="hexagon">
              <a:avLst>
                <a:gd name="adj" fmla="val 25663"/>
                <a:gd name="vf" fmla="val 115470"/>
              </a:avLst>
            </a:prstGeom>
            <a:blipFill>
              <a:blip r:embed="rId10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tile tx="0" ty="0" sx="100000" sy="100000" flip="none" algn="tl"/>
            </a:blip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buNone/>
              </a:pPr>
              <a:r>
                <a:rPr lang="fr-FR" sz="2000" b="1" dirty="0">
                  <a:solidFill>
                    <a:srgbClr val="000000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+</a:t>
              </a:r>
            </a:p>
            <a:p>
              <a:pPr algn="ctr">
                <a:lnSpc>
                  <a:spcPct val="107000"/>
                </a:lnSpc>
                <a:buNone/>
              </a:pPr>
              <a:r>
                <a:rPr lang="en-US" sz="1200" b="1" noProof="0" dirty="0">
                  <a:solidFill>
                    <a:srgbClr val="000000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Colors</a:t>
              </a:r>
              <a:r>
                <a:rPr lang="en-US" sz="1200" b="1" noProof="0" dirty="0">
                  <a:solidFill>
                    <a:srgbClr val="000000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2000" b="1" noProof="0" dirty="0">
                  <a:solidFill>
                    <a:srgbClr val="000000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≠</a:t>
              </a:r>
              <a:endParaRPr lang="en-US" sz="2000" noProof="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5CF6607-0E89-DFFB-4316-FF55A1E119B9}"/>
                </a:ext>
              </a:extLst>
            </p:cNvPr>
            <p:cNvSpPr/>
            <p:nvPr/>
          </p:nvSpPr>
          <p:spPr>
            <a:xfrm>
              <a:off x="5135159" y="116157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2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46C19905-A085-584A-318E-A942EFE7FD2C}"/>
                </a:ext>
              </a:extLst>
            </p:cNvPr>
            <p:cNvSpPr/>
            <p:nvPr/>
          </p:nvSpPr>
          <p:spPr>
            <a:xfrm>
              <a:off x="6296418" y="116157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3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2176286-4A3B-6B5F-7FD8-4DF48762A3F6}"/>
                </a:ext>
              </a:extLst>
            </p:cNvPr>
            <p:cNvSpPr/>
            <p:nvPr/>
          </p:nvSpPr>
          <p:spPr>
            <a:xfrm>
              <a:off x="7435046" y="116157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4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1E690D2-E2BE-007B-845F-58505239D1C4}"/>
                </a:ext>
              </a:extLst>
            </p:cNvPr>
            <p:cNvSpPr/>
            <p:nvPr/>
          </p:nvSpPr>
          <p:spPr>
            <a:xfrm>
              <a:off x="8609816" y="116157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5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C5FCF2BE-A222-7666-076A-753A8BE59871}"/>
                </a:ext>
              </a:extLst>
            </p:cNvPr>
            <p:cNvSpPr/>
            <p:nvPr/>
          </p:nvSpPr>
          <p:spPr>
            <a:xfrm>
              <a:off x="3988492" y="2307037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10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9BEF71BB-734E-99C9-E2C4-BBF8474AC597}"/>
                </a:ext>
              </a:extLst>
            </p:cNvPr>
            <p:cNvSpPr/>
            <p:nvPr/>
          </p:nvSpPr>
          <p:spPr>
            <a:xfrm>
              <a:off x="5135159" y="2307037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9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6188CA75-1A3C-85EF-B9D4-2008CF659219}"/>
                </a:ext>
              </a:extLst>
            </p:cNvPr>
            <p:cNvSpPr/>
            <p:nvPr/>
          </p:nvSpPr>
          <p:spPr>
            <a:xfrm>
              <a:off x="6296418" y="2307037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8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6944271C-90FE-1AE1-68A6-2B799AC53603}"/>
                </a:ext>
              </a:extLst>
            </p:cNvPr>
            <p:cNvSpPr/>
            <p:nvPr/>
          </p:nvSpPr>
          <p:spPr>
            <a:xfrm>
              <a:off x="7435046" y="2307037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7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9524F87D-F7AA-1CBE-91E4-644B657DE1AE}"/>
                </a:ext>
              </a:extLst>
            </p:cNvPr>
            <p:cNvSpPr/>
            <p:nvPr/>
          </p:nvSpPr>
          <p:spPr>
            <a:xfrm>
              <a:off x="8609816" y="2307037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6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88E5E848-A94C-41B7-08AF-1F9E2384A665}"/>
                </a:ext>
              </a:extLst>
            </p:cNvPr>
            <p:cNvSpPr/>
            <p:nvPr/>
          </p:nvSpPr>
          <p:spPr>
            <a:xfrm>
              <a:off x="3988492" y="3458436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11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9CD5622B-673C-B08F-5678-3118CB11E5B6}"/>
                </a:ext>
              </a:extLst>
            </p:cNvPr>
            <p:cNvSpPr/>
            <p:nvPr/>
          </p:nvSpPr>
          <p:spPr>
            <a:xfrm>
              <a:off x="6296418" y="3458436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13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26715078-7FFC-D6FD-CFE1-95C94CCD6011}"/>
                </a:ext>
              </a:extLst>
            </p:cNvPr>
            <p:cNvSpPr/>
            <p:nvPr/>
          </p:nvSpPr>
          <p:spPr>
            <a:xfrm>
              <a:off x="8609816" y="3458436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15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B4B219F3-B070-682A-4FAD-A63C89E9A34E}"/>
                </a:ext>
              </a:extLst>
            </p:cNvPr>
            <p:cNvSpPr/>
            <p:nvPr/>
          </p:nvSpPr>
          <p:spPr>
            <a:xfrm>
              <a:off x="3988492" y="466043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20</a:t>
              </a:r>
              <a:endParaRPr lang="fr-FR" sz="14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3EA63CF7-6405-402B-C0E1-FA945C78A0B8}"/>
                </a:ext>
              </a:extLst>
            </p:cNvPr>
            <p:cNvSpPr/>
            <p:nvPr/>
          </p:nvSpPr>
          <p:spPr>
            <a:xfrm>
              <a:off x="5135159" y="466043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19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8E67B59D-3C73-9EAA-5F11-7E7DA6B81DF0}"/>
                </a:ext>
              </a:extLst>
            </p:cNvPr>
            <p:cNvSpPr/>
            <p:nvPr/>
          </p:nvSpPr>
          <p:spPr>
            <a:xfrm>
              <a:off x="7435046" y="466043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17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60E91C8D-F8EF-005A-2D21-8A5FF70DAB1C}"/>
                </a:ext>
              </a:extLst>
            </p:cNvPr>
            <p:cNvSpPr/>
            <p:nvPr/>
          </p:nvSpPr>
          <p:spPr>
            <a:xfrm>
              <a:off x="8609816" y="4660439"/>
              <a:ext cx="900000" cy="900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16</a:t>
              </a:r>
            </a:p>
          </p:txBody>
        </p:sp>
        <p:cxnSp>
          <p:nvCxnSpPr>
            <p:cNvPr id="159" name="Connecteur : en angle 158">
              <a:extLst>
                <a:ext uri="{FF2B5EF4-FFF2-40B4-BE49-F238E27FC236}">
                  <a16:creationId xmlns:a16="http://schemas.microsoft.com/office/drawing/2014/main" id="{447F4C5F-BA83-0E88-B4C8-32A4451967E3}"/>
                </a:ext>
              </a:extLst>
            </p:cNvPr>
            <p:cNvCxnSpPr>
              <a:cxnSpLocks/>
              <a:stCxn id="10" idx="3"/>
              <a:endCxn id="135" idx="1"/>
            </p:cNvCxnSpPr>
            <p:nvPr/>
          </p:nvCxnSpPr>
          <p:spPr>
            <a:xfrm>
              <a:off x="4888492" y="1611579"/>
              <a:ext cx="246667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cteur : en angle 158">
              <a:extLst>
                <a:ext uri="{FF2B5EF4-FFF2-40B4-BE49-F238E27FC236}">
                  <a16:creationId xmlns:a16="http://schemas.microsoft.com/office/drawing/2014/main" id="{0C03B9B1-64DF-A680-F0C2-110FC3015D4F}"/>
                </a:ext>
              </a:extLst>
            </p:cNvPr>
            <p:cNvCxnSpPr>
              <a:cxnSpLocks/>
              <a:stCxn id="135" idx="3"/>
              <a:endCxn id="136" idx="1"/>
            </p:cNvCxnSpPr>
            <p:nvPr/>
          </p:nvCxnSpPr>
          <p:spPr>
            <a:xfrm>
              <a:off x="6035159" y="1611579"/>
              <a:ext cx="2612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cteur : en angle 158">
              <a:extLst>
                <a:ext uri="{FF2B5EF4-FFF2-40B4-BE49-F238E27FC236}">
                  <a16:creationId xmlns:a16="http://schemas.microsoft.com/office/drawing/2014/main" id="{A86018C9-85DE-4691-02EB-D8958EB2E0AB}"/>
                </a:ext>
              </a:extLst>
            </p:cNvPr>
            <p:cNvCxnSpPr>
              <a:cxnSpLocks/>
              <a:stCxn id="136" idx="3"/>
              <a:endCxn id="137" idx="1"/>
            </p:cNvCxnSpPr>
            <p:nvPr/>
          </p:nvCxnSpPr>
          <p:spPr>
            <a:xfrm>
              <a:off x="7196418" y="1611579"/>
              <a:ext cx="238628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cteur : en angle 158">
              <a:extLst>
                <a:ext uri="{FF2B5EF4-FFF2-40B4-BE49-F238E27FC236}">
                  <a16:creationId xmlns:a16="http://schemas.microsoft.com/office/drawing/2014/main" id="{9FD423E6-DDB7-241E-0FAB-6CCC146CD429}"/>
                </a:ext>
              </a:extLst>
            </p:cNvPr>
            <p:cNvCxnSpPr>
              <a:cxnSpLocks/>
              <a:stCxn id="137" idx="3"/>
              <a:endCxn id="138" idx="1"/>
            </p:cNvCxnSpPr>
            <p:nvPr/>
          </p:nvCxnSpPr>
          <p:spPr>
            <a:xfrm>
              <a:off x="8335046" y="1611579"/>
              <a:ext cx="274770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cteur : en angle 158">
              <a:extLst>
                <a:ext uri="{FF2B5EF4-FFF2-40B4-BE49-F238E27FC236}">
                  <a16:creationId xmlns:a16="http://schemas.microsoft.com/office/drawing/2014/main" id="{3D30A7FA-732D-0BCF-76C4-6D0B7CFBE8EF}"/>
                </a:ext>
              </a:extLst>
            </p:cNvPr>
            <p:cNvCxnSpPr>
              <a:cxnSpLocks/>
              <a:stCxn id="143" idx="3"/>
              <a:endCxn id="144" idx="1"/>
            </p:cNvCxnSpPr>
            <p:nvPr/>
          </p:nvCxnSpPr>
          <p:spPr>
            <a:xfrm>
              <a:off x="8335046" y="2757037"/>
              <a:ext cx="274770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cteur : en angle 158">
              <a:extLst>
                <a:ext uri="{FF2B5EF4-FFF2-40B4-BE49-F238E27FC236}">
                  <a16:creationId xmlns:a16="http://schemas.microsoft.com/office/drawing/2014/main" id="{13F03769-B935-D952-C6C8-3E9685638EC8}"/>
                </a:ext>
              </a:extLst>
            </p:cNvPr>
            <p:cNvCxnSpPr>
              <a:cxnSpLocks/>
              <a:stCxn id="144" idx="3"/>
              <a:endCxn id="138" idx="3"/>
            </p:cNvCxnSpPr>
            <p:nvPr/>
          </p:nvCxnSpPr>
          <p:spPr>
            <a:xfrm flipV="1">
              <a:off x="9509816" y="1611579"/>
              <a:ext cx="12700" cy="1145458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cteur : en angle 158">
              <a:extLst>
                <a:ext uri="{FF2B5EF4-FFF2-40B4-BE49-F238E27FC236}">
                  <a16:creationId xmlns:a16="http://schemas.microsoft.com/office/drawing/2014/main" id="{149A384E-790F-98A6-45A8-D3AB587C0D78}"/>
                </a:ext>
              </a:extLst>
            </p:cNvPr>
            <p:cNvCxnSpPr>
              <a:cxnSpLocks/>
              <a:stCxn id="146" idx="1"/>
              <a:endCxn id="140" idx="1"/>
            </p:cNvCxnSpPr>
            <p:nvPr/>
          </p:nvCxnSpPr>
          <p:spPr>
            <a:xfrm rot="10800000">
              <a:off x="3988492" y="2757038"/>
              <a:ext cx="12700" cy="1151399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cteur : en angle 158">
              <a:extLst>
                <a:ext uri="{FF2B5EF4-FFF2-40B4-BE49-F238E27FC236}">
                  <a16:creationId xmlns:a16="http://schemas.microsoft.com/office/drawing/2014/main" id="{2637FDCA-A5DB-1971-4B3E-7918F3E15FB6}"/>
                </a:ext>
              </a:extLst>
            </p:cNvPr>
            <p:cNvCxnSpPr>
              <a:cxnSpLocks/>
              <a:stCxn id="156" idx="3"/>
              <a:endCxn id="150" idx="3"/>
            </p:cNvCxnSpPr>
            <p:nvPr/>
          </p:nvCxnSpPr>
          <p:spPr>
            <a:xfrm flipV="1">
              <a:off x="9509816" y="3908436"/>
              <a:ext cx="12700" cy="1202003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cteur : en angle 158">
              <a:extLst>
                <a:ext uri="{FF2B5EF4-FFF2-40B4-BE49-F238E27FC236}">
                  <a16:creationId xmlns:a16="http://schemas.microsoft.com/office/drawing/2014/main" id="{CBBFEAB0-2C73-3088-989C-D29D0D543461}"/>
                </a:ext>
              </a:extLst>
            </p:cNvPr>
            <p:cNvCxnSpPr>
              <a:cxnSpLocks/>
              <a:stCxn id="142" idx="3"/>
              <a:endCxn id="143" idx="1"/>
            </p:cNvCxnSpPr>
            <p:nvPr/>
          </p:nvCxnSpPr>
          <p:spPr>
            <a:xfrm>
              <a:off x="7196418" y="2757037"/>
              <a:ext cx="238628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cteur : en angle 158">
              <a:extLst>
                <a:ext uri="{FF2B5EF4-FFF2-40B4-BE49-F238E27FC236}">
                  <a16:creationId xmlns:a16="http://schemas.microsoft.com/office/drawing/2014/main" id="{7EF79DBC-E2C0-292F-8B56-49652D43D65F}"/>
                </a:ext>
              </a:extLst>
            </p:cNvPr>
            <p:cNvCxnSpPr>
              <a:cxnSpLocks/>
              <a:stCxn id="141" idx="3"/>
              <a:endCxn id="142" idx="1"/>
            </p:cNvCxnSpPr>
            <p:nvPr/>
          </p:nvCxnSpPr>
          <p:spPr>
            <a:xfrm>
              <a:off x="6035159" y="2757037"/>
              <a:ext cx="2612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cteur : en angle 158">
              <a:extLst>
                <a:ext uri="{FF2B5EF4-FFF2-40B4-BE49-F238E27FC236}">
                  <a16:creationId xmlns:a16="http://schemas.microsoft.com/office/drawing/2014/main" id="{46613BF2-AE5D-B3CB-7A34-A7CCFB361499}"/>
                </a:ext>
              </a:extLst>
            </p:cNvPr>
            <p:cNvCxnSpPr>
              <a:cxnSpLocks/>
              <a:stCxn id="140" idx="3"/>
              <a:endCxn id="141" idx="1"/>
            </p:cNvCxnSpPr>
            <p:nvPr/>
          </p:nvCxnSpPr>
          <p:spPr>
            <a:xfrm>
              <a:off x="4888492" y="2757037"/>
              <a:ext cx="246667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cteur : en angle 158">
              <a:extLst>
                <a:ext uri="{FF2B5EF4-FFF2-40B4-BE49-F238E27FC236}">
                  <a16:creationId xmlns:a16="http://schemas.microsoft.com/office/drawing/2014/main" id="{13AFD17F-67D1-8134-A48B-CC5692294B1F}"/>
                </a:ext>
              </a:extLst>
            </p:cNvPr>
            <p:cNvCxnSpPr>
              <a:cxnSpLocks/>
              <a:stCxn id="146" idx="3"/>
              <a:endCxn id="147" idx="1"/>
            </p:cNvCxnSpPr>
            <p:nvPr/>
          </p:nvCxnSpPr>
          <p:spPr>
            <a:xfrm>
              <a:off x="4888492" y="3908436"/>
              <a:ext cx="246667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cteur : en angle 158">
              <a:extLst>
                <a:ext uri="{FF2B5EF4-FFF2-40B4-BE49-F238E27FC236}">
                  <a16:creationId xmlns:a16="http://schemas.microsoft.com/office/drawing/2014/main" id="{55708052-1CB7-B8F5-44BC-C8B0CB25DC5A}"/>
                </a:ext>
              </a:extLst>
            </p:cNvPr>
            <p:cNvCxnSpPr>
              <a:cxnSpLocks/>
              <a:stCxn id="147" idx="3"/>
              <a:endCxn id="148" idx="1"/>
            </p:cNvCxnSpPr>
            <p:nvPr/>
          </p:nvCxnSpPr>
          <p:spPr>
            <a:xfrm>
              <a:off x="6035159" y="3908436"/>
              <a:ext cx="2612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cteur : en angle 158">
              <a:extLst>
                <a:ext uri="{FF2B5EF4-FFF2-40B4-BE49-F238E27FC236}">
                  <a16:creationId xmlns:a16="http://schemas.microsoft.com/office/drawing/2014/main" id="{1C9F7BC2-833A-9369-F915-58682F6620AF}"/>
                </a:ext>
              </a:extLst>
            </p:cNvPr>
            <p:cNvCxnSpPr>
              <a:cxnSpLocks/>
              <a:stCxn id="148" idx="3"/>
              <a:endCxn id="149" idx="1"/>
            </p:cNvCxnSpPr>
            <p:nvPr/>
          </p:nvCxnSpPr>
          <p:spPr>
            <a:xfrm>
              <a:off x="7196418" y="3908436"/>
              <a:ext cx="238628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cteur : en angle 158">
              <a:extLst>
                <a:ext uri="{FF2B5EF4-FFF2-40B4-BE49-F238E27FC236}">
                  <a16:creationId xmlns:a16="http://schemas.microsoft.com/office/drawing/2014/main" id="{91B0C771-2155-67DF-5E49-DDAAAF987892}"/>
                </a:ext>
              </a:extLst>
            </p:cNvPr>
            <p:cNvCxnSpPr>
              <a:cxnSpLocks/>
              <a:stCxn id="149" idx="3"/>
              <a:endCxn id="150" idx="1"/>
            </p:cNvCxnSpPr>
            <p:nvPr/>
          </p:nvCxnSpPr>
          <p:spPr>
            <a:xfrm>
              <a:off x="8335046" y="3908436"/>
              <a:ext cx="274770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cteur : en angle 158">
              <a:extLst>
                <a:ext uri="{FF2B5EF4-FFF2-40B4-BE49-F238E27FC236}">
                  <a16:creationId xmlns:a16="http://schemas.microsoft.com/office/drawing/2014/main" id="{2CE708EA-75AE-04D2-E43C-1729E36CBF45}"/>
                </a:ext>
              </a:extLst>
            </p:cNvPr>
            <p:cNvCxnSpPr>
              <a:cxnSpLocks/>
              <a:stCxn id="155" idx="3"/>
              <a:endCxn id="156" idx="1"/>
            </p:cNvCxnSpPr>
            <p:nvPr/>
          </p:nvCxnSpPr>
          <p:spPr>
            <a:xfrm>
              <a:off x="8335046" y="5110439"/>
              <a:ext cx="274770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cteur : en angle 158">
              <a:extLst>
                <a:ext uri="{FF2B5EF4-FFF2-40B4-BE49-F238E27FC236}">
                  <a16:creationId xmlns:a16="http://schemas.microsoft.com/office/drawing/2014/main" id="{1CBBACBD-0A2A-8352-A408-BB02A5A0B493}"/>
                </a:ext>
              </a:extLst>
            </p:cNvPr>
            <p:cNvCxnSpPr>
              <a:cxnSpLocks/>
              <a:stCxn id="154" idx="3"/>
              <a:endCxn id="155" idx="1"/>
            </p:cNvCxnSpPr>
            <p:nvPr/>
          </p:nvCxnSpPr>
          <p:spPr>
            <a:xfrm>
              <a:off x="7196418" y="5110439"/>
              <a:ext cx="238628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cteur : en angle 158">
              <a:extLst>
                <a:ext uri="{FF2B5EF4-FFF2-40B4-BE49-F238E27FC236}">
                  <a16:creationId xmlns:a16="http://schemas.microsoft.com/office/drawing/2014/main" id="{596AAFC9-45D8-FCF3-464A-2F81AF789484}"/>
                </a:ext>
              </a:extLst>
            </p:cNvPr>
            <p:cNvCxnSpPr>
              <a:cxnSpLocks/>
              <a:stCxn id="153" idx="3"/>
              <a:endCxn id="154" idx="1"/>
            </p:cNvCxnSpPr>
            <p:nvPr/>
          </p:nvCxnSpPr>
          <p:spPr>
            <a:xfrm>
              <a:off x="6035159" y="5110439"/>
              <a:ext cx="2612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cteur : en angle 158">
              <a:extLst>
                <a:ext uri="{FF2B5EF4-FFF2-40B4-BE49-F238E27FC236}">
                  <a16:creationId xmlns:a16="http://schemas.microsoft.com/office/drawing/2014/main" id="{B0911DC8-7D88-FD54-2EED-8BF8C5DAEC3E}"/>
                </a:ext>
              </a:extLst>
            </p:cNvPr>
            <p:cNvCxnSpPr>
              <a:cxnSpLocks/>
              <a:stCxn id="152" idx="3"/>
              <a:endCxn id="153" idx="1"/>
            </p:cNvCxnSpPr>
            <p:nvPr/>
          </p:nvCxnSpPr>
          <p:spPr>
            <a:xfrm>
              <a:off x="4888492" y="5110439"/>
              <a:ext cx="246667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B6457E2F-8BCE-B5F9-AAE3-2949356CDED1}"/>
                </a:ext>
              </a:extLst>
            </p:cNvPr>
            <p:cNvGrpSpPr/>
            <p:nvPr/>
          </p:nvGrpSpPr>
          <p:grpSpPr>
            <a:xfrm>
              <a:off x="6296418" y="4660439"/>
              <a:ext cx="900000" cy="900000"/>
              <a:chOff x="6296418" y="4660439"/>
              <a:chExt cx="900000" cy="900000"/>
            </a:xfrm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1ECBCC94-1927-06D1-45F4-E653A80F3AF3}"/>
                  </a:ext>
                </a:extLst>
              </p:cNvPr>
              <p:cNvSpPr/>
              <p:nvPr/>
            </p:nvSpPr>
            <p:spPr>
              <a:xfrm>
                <a:off x="6296418" y="4660439"/>
                <a:ext cx="900000" cy="900000"/>
              </a:xfrm>
              <a:prstGeom prst="rect">
                <a:avLst/>
              </a:prstGeom>
              <a:blipFill>
                <a:blip r:embed="rId11"/>
                <a:tile tx="0" ty="0" sx="100000" sy="100000" flip="none" algn="tl"/>
              </a:blipFill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fr-FR" sz="1400" b="1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  <a:ea typeface="Aptos" panose="020B0004020202020204" pitchFamily="34" charset="0"/>
                    <a:cs typeface="Segoe UI" panose="020B0502040204020203" pitchFamily="34" charset="0"/>
                  </a:rPr>
                  <a:t>18</a:t>
                </a:r>
              </a:p>
            </p:txBody>
          </p:sp>
          <p:pic>
            <p:nvPicPr>
              <p:cNvPr id="218" name="Graphique 22" descr="Pion avec un remplissage uni">
                <a:extLst>
                  <a:ext uri="{FF2B5EF4-FFF2-40B4-BE49-F238E27FC236}">
                    <a16:creationId xmlns:a16="http://schemas.microsoft.com/office/drawing/2014/main" id="{EDEB36CE-ABAB-21F8-5E53-B3CE5E1E97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516377" y="5226761"/>
                <a:ext cx="288000" cy="288000"/>
              </a:xfrm>
              <a:prstGeom prst="rect">
                <a:avLst/>
              </a:prstGeom>
            </p:spPr>
          </p:pic>
          <p:pic>
            <p:nvPicPr>
              <p:cNvPr id="219" name="Graphique 1" descr="Pion avec un remplissage uni">
                <a:extLst>
                  <a:ext uri="{FF2B5EF4-FFF2-40B4-BE49-F238E27FC236}">
                    <a16:creationId xmlns:a16="http://schemas.microsoft.com/office/drawing/2014/main" id="{47795E81-6A5F-16BD-AAEA-487C95FD49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702301" y="5226761"/>
                <a:ext cx="286983" cy="288000"/>
              </a:xfrm>
              <a:prstGeom prst="rect">
                <a:avLst/>
              </a:prstGeom>
            </p:spPr>
          </p:pic>
        </p:grp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3B7ED9E7-0381-8ADE-1A8D-A0FBEDE26635}"/>
                </a:ext>
              </a:extLst>
            </p:cNvPr>
            <p:cNvGrpSpPr/>
            <p:nvPr/>
          </p:nvGrpSpPr>
          <p:grpSpPr>
            <a:xfrm>
              <a:off x="7435046" y="3458436"/>
              <a:ext cx="900000" cy="900000"/>
              <a:chOff x="7435046" y="3458436"/>
              <a:chExt cx="900000" cy="900000"/>
            </a:xfrm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FDB779C8-202E-B522-53A8-D7184A20C4AC}"/>
                  </a:ext>
                </a:extLst>
              </p:cNvPr>
              <p:cNvSpPr/>
              <p:nvPr/>
            </p:nvSpPr>
            <p:spPr>
              <a:xfrm>
                <a:off x="7435046" y="3458436"/>
                <a:ext cx="900000" cy="900000"/>
              </a:xfrm>
              <a:prstGeom prst="rect">
                <a:avLst/>
              </a:prstGeom>
              <a:blipFill>
                <a:blip r:embed="rId13">
                  <a:extLst>
                    <a:ext uri="{BEBA8EAE-BF5A-486C-A8C5-ECC9F3942E4B}">
                      <a14:imgProps xmlns:a14="http://schemas.microsoft.com/office/drawing/2010/main">
                        <a14:imgLayer r:embed="rId14">
                          <a14:imgEffect>
                            <a14:artisticPaintBrush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fr-FR" sz="1400" b="1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  <a:ea typeface="Aptos" panose="020B0004020202020204" pitchFamily="34" charset="0"/>
                    <a:cs typeface="Segoe UI" panose="020B0502040204020203" pitchFamily="34" charset="0"/>
                  </a:rPr>
                  <a:t>14</a:t>
                </a:r>
              </a:p>
            </p:txBody>
          </p:sp>
          <p:pic>
            <p:nvPicPr>
              <p:cNvPr id="220" name="Graphique 1" descr="Pion avec un remplissage uni">
                <a:extLst>
                  <a:ext uri="{FF2B5EF4-FFF2-40B4-BE49-F238E27FC236}">
                    <a16:creationId xmlns:a16="http://schemas.microsoft.com/office/drawing/2014/main" id="{392E43EA-E753-58A2-24FF-339932FA3B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7567773" y="4020967"/>
                <a:ext cx="286983" cy="288000"/>
              </a:xfrm>
              <a:prstGeom prst="rect">
                <a:avLst/>
              </a:prstGeom>
            </p:spPr>
          </p:pic>
          <p:pic>
            <p:nvPicPr>
              <p:cNvPr id="221" name="Graphique 1" descr="Pion avec un remplissage uni">
                <a:extLst>
                  <a:ext uri="{FF2B5EF4-FFF2-40B4-BE49-F238E27FC236}">
                    <a16:creationId xmlns:a16="http://schemas.microsoft.com/office/drawing/2014/main" id="{A55C691A-E4AA-F119-7638-9527D5C180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7742600" y="4020967"/>
                <a:ext cx="288000" cy="288000"/>
              </a:xfrm>
              <a:prstGeom prst="rect">
                <a:avLst/>
              </a:prstGeom>
            </p:spPr>
          </p:pic>
          <p:pic>
            <p:nvPicPr>
              <p:cNvPr id="222" name="Graphique 1" descr="Pion avec un remplissage uni">
                <a:extLst>
                  <a:ext uri="{FF2B5EF4-FFF2-40B4-BE49-F238E27FC236}">
                    <a16:creationId xmlns:a16="http://schemas.microsoft.com/office/drawing/2014/main" id="{912F4CF0-7D46-F5F6-E0E5-8389200CB2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7918445" y="4020967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57F7A2D6-1B16-B339-D98A-41279154D127}"/>
                </a:ext>
              </a:extLst>
            </p:cNvPr>
            <p:cNvGrpSpPr/>
            <p:nvPr/>
          </p:nvGrpSpPr>
          <p:grpSpPr>
            <a:xfrm>
              <a:off x="5135159" y="3458436"/>
              <a:ext cx="900000" cy="900000"/>
              <a:chOff x="5135159" y="3458436"/>
              <a:chExt cx="900000" cy="900000"/>
            </a:xfrm>
          </p:grpSpPr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993696D2-AB5B-AFF5-5984-623544EDEF1B}"/>
                  </a:ext>
                </a:extLst>
              </p:cNvPr>
              <p:cNvSpPr/>
              <p:nvPr/>
            </p:nvSpPr>
            <p:spPr>
              <a:xfrm>
                <a:off x="5135159" y="3458436"/>
                <a:ext cx="900000" cy="900000"/>
              </a:xfrm>
              <a:prstGeom prst="rect">
                <a:avLst/>
              </a:prstGeom>
              <a:blipFill>
                <a:blip r:embed="rId13">
                  <a:extLst>
                    <a:ext uri="{BEBA8EAE-BF5A-486C-A8C5-ECC9F3942E4B}">
                      <a14:imgProps xmlns:a14="http://schemas.microsoft.com/office/drawing/2010/main">
                        <a14:imgLayer r:embed="rId14">
                          <a14:imgEffect>
                            <a14:artisticPaintBrush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fr-FR" sz="1400" b="1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  <a:ea typeface="Aptos" panose="020B0004020202020204" pitchFamily="34" charset="0"/>
                    <a:cs typeface="Segoe UI" panose="020B0502040204020203" pitchFamily="34" charset="0"/>
                  </a:rPr>
                  <a:t>12</a:t>
                </a:r>
              </a:p>
            </p:txBody>
          </p:sp>
          <p:pic>
            <p:nvPicPr>
              <p:cNvPr id="223" name="Graphique 1" descr="Pion avec un remplissage uni">
                <a:extLst>
                  <a:ext uri="{FF2B5EF4-FFF2-40B4-BE49-F238E27FC236}">
                    <a16:creationId xmlns:a16="http://schemas.microsoft.com/office/drawing/2014/main" id="{8F0276D8-F6F7-3402-EC36-628726E362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158676" y="4020967"/>
                <a:ext cx="288000" cy="288000"/>
              </a:xfrm>
              <a:prstGeom prst="rect">
                <a:avLst/>
              </a:prstGeom>
            </p:spPr>
          </p:pic>
          <p:pic>
            <p:nvPicPr>
              <p:cNvPr id="224" name="Graphique 1" descr="Pion avec un remplissage uni">
                <a:extLst>
                  <a:ext uri="{FF2B5EF4-FFF2-40B4-BE49-F238E27FC236}">
                    <a16:creationId xmlns:a16="http://schemas.microsoft.com/office/drawing/2014/main" id="{8710D397-5FD4-FAC4-4FB0-E6E3815B05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521749" y="4020967"/>
                <a:ext cx="289025" cy="288000"/>
              </a:xfrm>
              <a:prstGeom prst="rect">
                <a:avLst/>
              </a:prstGeom>
            </p:spPr>
          </p:pic>
          <p:pic>
            <p:nvPicPr>
              <p:cNvPr id="225" name="Graphique 1" descr="Pion avec un remplissage uni">
                <a:extLst>
                  <a:ext uri="{FF2B5EF4-FFF2-40B4-BE49-F238E27FC236}">
                    <a16:creationId xmlns:a16="http://schemas.microsoft.com/office/drawing/2014/main" id="{C253AB74-EA8C-F1F7-FB8A-C16CBFE457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339700" y="4020967"/>
                <a:ext cx="289025" cy="288000"/>
              </a:xfrm>
              <a:prstGeom prst="rect">
                <a:avLst/>
              </a:prstGeom>
            </p:spPr>
          </p:pic>
          <p:pic>
            <p:nvPicPr>
              <p:cNvPr id="226" name="Graphique 1" descr="Pion avec un remplissage uni">
                <a:extLst>
                  <a:ext uri="{FF2B5EF4-FFF2-40B4-BE49-F238E27FC236}">
                    <a16:creationId xmlns:a16="http://schemas.microsoft.com/office/drawing/2014/main" id="{8105F1DC-4B3D-8C60-341E-96DF864931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703797" y="4020967"/>
                <a:ext cx="290057" cy="288000"/>
              </a:xfrm>
              <a:prstGeom prst="rect">
                <a:avLst/>
              </a:prstGeom>
            </p:spPr>
          </p:pic>
        </p:grpSp>
        <p:sp>
          <p:nvSpPr>
            <p:cNvPr id="228" name="ZoneTexte 227">
              <a:extLst>
                <a:ext uri="{FF2B5EF4-FFF2-40B4-BE49-F238E27FC236}">
                  <a16:creationId xmlns:a16="http://schemas.microsoft.com/office/drawing/2014/main" id="{DE2651B4-C7AF-44AC-1930-29D5043CE9B3}"/>
                </a:ext>
              </a:extLst>
            </p:cNvPr>
            <p:cNvSpPr txBox="1"/>
            <p:nvPr/>
          </p:nvSpPr>
          <p:spPr>
            <a:xfrm>
              <a:off x="2431436" y="4216741"/>
              <a:ext cx="1349922" cy="646331"/>
            </a:xfrm>
            <a:prstGeom prst="rect">
              <a:avLst/>
            </a:prstGeom>
            <a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artisticPaintBrush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A player with</a:t>
              </a:r>
              <a:b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5 troops</a:t>
              </a:r>
              <a: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 or fewer </a:t>
              </a: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 </a:t>
              </a: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STOP</a:t>
              </a:r>
              <a:endParaRPr lang="fr-FR" sz="12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B0E31BB3-EE75-42CB-4F87-098EBC97F41F}"/>
                </a:ext>
              </a:extLst>
            </p:cNvPr>
            <p:cNvSpPr txBox="1"/>
            <p:nvPr/>
          </p:nvSpPr>
          <p:spPr>
            <a:xfrm>
              <a:off x="2431436" y="4969052"/>
              <a:ext cx="1349922" cy="646331"/>
            </a:xfrm>
            <a:prstGeom prst="rect">
              <a:avLst/>
            </a:prstGeom>
            <a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artisticPaintBrush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A player with</a:t>
              </a:r>
              <a:br>
                <a:rPr lang="en-US" sz="1200" b="1" noProof="0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1200" b="1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5 cartes </a:t>
              </a:r>
              <a:r>
                <a:rPr lang="en-US" sz="1200" b="1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or</a:t>
              </a:r>
              <a:r>
                <a:rPr lang="en-US" sz="1200" b="1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200" b="1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fewer</a:t>
              </a:r>
              <a:r>
                <a:rPr lang="en-US" sz="1200" b="1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200" b="1" noProof="0" dirty="0">
                  <a:latin typeface="Segoe UI" panose="020B05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 </a:t>
              </a:r>
              <a:r>
                <a:rPr lang="en-US" sz="1200" b="1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STOP</a:t>
              </a:r>
              <a:endParaRPr lang="en-US" sz="12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157D7E41-C11E-A5B4-B195-A9D1A097158E}"/>
                </a:ext>
              </a:extLst>
            </p:cNvPr>
            <p:cNvGrpSpPr/>
            <p:nvPr/>
          </p:nvGrpSpPr>
          <p:grpSpPr>
            <a:xfrm>
              <a:off x="2687884" y="3319350"/>
              <a:ext cx="733464" cy="733464"/>
              <a:chOff x="785400" y="2979000"/>
              <a:chExt cx="733464" cy="733464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9970D07-6861-D978-C41E-66B7796AEA21}"/>
                  </a:ext>
                </a:extLst>
              </p:cNvPr>
              <p:cNvSpPr/>
              <p:nvPr/>
            </p:nvSpPr>
            <p:spPr>
              <a:xfrm>
                <a:off x="785400" y="2979000"/>
                <a:ext cx="733464" cy="733464"/>
              </a:xfrm>
              <a:prstGeom prst="rect">
                <a:avLst/>
              </a:prstGeom>
              <a:blipFill>
                <a:blip r:embed="rId4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artisticWatercolorSponge/>
                          </a14:imgEffect>
                          <a14:imgEffect>
                            <a14:brightnessContrast bright="20000" contrast="-40000"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 w="152400" h="50800" prst="softRound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fr-FR" sz="1400" b="1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  <a:ea typeface="Aptos" panose="020B0004020202020204" pitchFamily="34" charset="0"/>
                    <a:cs typeface="Segoe UI" panose="020B0502040204020203" pitchFamily="34" charset="0"/>
                  </a:rPr>
                  <a:t>+1</a:t>
                </a:r>
              </a:p>
            </p:txBody>
          </p:sp>
          <p:grpSp>
            <p:nvGrpSpPr>
              <p:cNvPr id="4" name="Groupe 3">
                <a:extLst>
                  <a:ext uri="{FF2B5EF4-FFF2-40B4-BE49-F238E27FC236}">
                    <a16:creationId xmlns:a16="http://schemas.microsoft.com/office/drawing/2014/main" id="{F429085F-D551-4392-DBD4-A75F73CEF6CC}"/>
                  </a:ext>
                </a:extLst>
              </p:cNvPr>
              <p:cNvGrpSpPr/>
              <p:nvPr/>
            </p:nvGrpSpPr>
            <p:grpSpPr>
              <a:xfrm>
                <a:off x="970015" y="3258539"/>
                <a:ext cx="365900" cy="340921"/>
                <a:chOff x="1980005" y="1399967"/>
                <a:chExt cx="365900" cy="340921"/>
              </a:xfrm>
            </p:grpSpPr>
            <p:sp>
              <p:nvSpPr>
                <p:cNvPr id="5" name="Ellipse 4">
                  <a:extLst>
                    <a:ext uri="{FF2B5EF4-FFF2-40B4-BE49-F238E27FC236}">
                      <a16:creationId xmlns:a16="http://schemas.microsoft.com/office/drawing/2014/main" id="{2DB2FDB7-9175-49DA-418E-25779DB6522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980005" y="1560888"/>
                  <a:ext cx="180000" cy="18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" name="Ellipse 5">
                  <a:extLst>
                    <a:ext uri="{FF2B5EF4-FFF2-40B4-BE49-F238E27FC236}">
                      <a16:creationId xmlns:a16="http://schemas.microsoft.com/office/drawing/2014/main" id="{D27968AC-4D11-52B4-F1EC-584EB2D1284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70005" y="1399967"/>
                  <a:ext cx="180000" cy="18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" name="Ellipse 12">
                  <a:extLst>
                    <a:ext uri="{FF2B5EF4-FFF2-40B4-BE49-F238E27FC236}">
                      <a16:creationId xmlns:a16="http://schemas.microsoft.com/office/drawing/2014/main" id="{997EA58D-49DE-CE56-92AE-DED4CA43978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65905" y="1560888"/>
                  <a:ext cx="180000" cy="18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557533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844A5-89FB-9DB6-D88E-438FE17AC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BE5BB0-A0F6-6008-FF54-3E077DCA08DF}"/>
              </a:ext>
            </a:extLst>
          </p:cNvPr>
          <p:cNvSpPr/>
          <p:nvPr/>
        </p:nvSpPr>
        <p:spPr>
          <a:xfrm>
            <a:off x="2316000" y="909000"/>
            <a:ext cx="7920000" cy="5040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952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00071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1333</TotalTime>
  <Words>50</Words>
  <Application>Microsoft Office PowerPoint</Application>
  <PresentationFormat>Grand écran</PresentationFormat>
  <Paragraphs>28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Léandre Brault</dc:creator>
  <cp:lastModifiedBy>Léandre Brault</cp:lastModifiedBy>
  <cp:revision>94</cp:revision>
  <cp:lastPrinted>2026-02-28T18:10:31Z</cp:lastPrinted>
  <dcterms:created xsi:type="dcterms:W3CDTF">2026-02-07T18:04:07Z</dcterms:created>
  <dcterms:modified xsi:type="dcterms:W3CDTF">2026-10-03T15:51:24Z</dcterms:modified>
</cp:coreProperties>
</file>