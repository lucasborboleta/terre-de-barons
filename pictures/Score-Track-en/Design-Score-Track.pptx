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"/>
  </p:notesMasterIdLst>
  <p:sldIdLst>
    <p:sldId id="288" r:id="rId2"/>
    <p:sldId id="289" r:id="rId3"/>
  </p:sldIdLst>
  <p:sldSz cx="12192000" cy="6858000"/>
  <p:notesSz cx="6888163" cy="100203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D5E3B"/>
    <a:srgbClr val="EDCCA9"/>
    <a:srgbClr val="FFFFFF"/>
    <a:srgbClr val="ECF3C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79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84500" cy="50165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902075" y="0"/>
            <a:ext cx="2984500" cy="50165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63B0988-6DB9-4E3D-B7FD-EFF3BCABE954}" type="datetimeFigureOut">
              <a:rPr lang="fr-FR" smtClean="0"/>
              <a:t>16/09/2026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439738" y="1252538"/>
            <a:ext cx="6008687" cy="33813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8975" y="4822825"/>
            <a:ext cx="5510213" cy="39449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9518650"/>
            <a:ext cx="2984500" cy="50165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902075" y="9518650"/>
            <a:ext cx="2984500" cy="50165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3B0DD9D-2173-49B3-B084-704F33D2170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530572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B0DD9D-2173-49B3-B084-704F33D21705}" type="slidenum">
              <a:rPr lang="fr-FR" smtClean="0"/>
              <a:t>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2574568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D326CA0-4995-0C08-7797-F33521EABE5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E56BD9EB-4496-9D4D-620C-28FC4AD790B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2F4783DB-349C-DC47-3F19-9F6FE3457D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16/09/2026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2BABB338-D7AB-BECB-8825-35FDCDD6F5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49788C04-DF9E-18E1-1C78-22223CDA36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014206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391FF5E-723A-5769-9875-ECCB71F4CE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692A3EA-8D65-250B-B84B-578097665A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0462E3F1-B56B-4677-DB7F-0770A1364A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16/09/2026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8A9FF79B-1134-344A-160B-04517ABB9E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975E0855-2925-24BA-4822-237CCA7141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1047031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AAFA286-8472-0A00-CA07-5AB3EA8C81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FDA7A315-DAAD-22AB-720D-55C5A1DA56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BD8AD03D-2FD2-B95E-8065-676BECF967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16/09/2026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D540879B-D231-E255-0E5B-4131FA83B0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76DE6B84-78E3-0FC3-68AC-D31BC1D2C2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696573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AC2695C-1CC2-F9D9-3360-F59408FDB5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A0137B99-3F1C-8A85-292A-278C20593F2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C6C38B07-3438-3854-9B4B-8054F12BB3A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6B7EBEAD-3BD9-AC63-4288-5F9399A4F5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16/09/2026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273FB668-E751-6B60-E0ED-733D5B044E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A99B6ABF-9EDC-475B-1756-9E0FECE7F0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2132140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F9B28A2-1252-79F6-DFDF-365A2E3A8D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54C0C046-101B-25B6-7229-E9C92EECE17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313D23B0-7578-BB6C-5A16-5784B683368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A6EE2B08-AEC7-1D82-5EA4-228A6E1C097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4E637B45-13A0-9658-B807-4DF5AAEFCF7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F17756EC-C374-A970-CDDC-6A0966E7C7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16/09/2026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9C71EE66-3555-7D59-1983-06022B4E68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17FFA3AF-E5BB-43A6-B569-5735AAE71C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257628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F5697B1-3031-9D4D-0491-A3E757A8D1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4F64A07F-6830-7533-467D-6333F31057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16/09/2026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319B0866-463C-85FE-9C80-B8CB97F9E0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F770557D-F4C9-27B2-BA7E-EA628AD220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263064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82F3D329-2193-6B0C-8918-89402DEC6C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16/09/2026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53B4BAB6-2233-62BD-8D79-686AA7771A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D0547BC2-476A-1A4A-6C5B-95D915D63D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5861693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24D4F34-513B-892E-BF30-65DD3902BE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8D49C84-7B01-C7C9-B429-5256B74B6A5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2B193FD1-03C4-B1F3-4B28-235B957D8C0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03E52021-544B-F5CC-CE20-26C632A908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16/09/2026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4EA1C446-E50F-3006-D363-7341F55F01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A3A7F131-5969-6B91-92CC-7DFDB8CB4B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644389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10448E9-A8A5-DEAE-069A-F882822AE8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A7DEF628-9230-1879-72E8-B49C3367BBC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BF4CBB16-91AD-3D08-EE54-4CAE12B5ECD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CFF3E57A-900B-E0F9-DE3D-9F758CCF32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16/09/2026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712574B3-834C-2CD5-5C55-DAEEB4E26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9AA995DD-EA0B-FCF8-DC3A-E8A2E3D152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1119135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8C91528-514F-C50E-F5A3-8E21B724F7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CACB2835-C493-BF73-0B0F-B7A9A96EDED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39792B13-004A-BED3-A051-A1D330164D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16/09/2026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820F2FD7-F792-2E18-0A08-403693D9BE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2891404F-9201-3795-E4AF-59A0F302C7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7310262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0C8D6F5A-DA3A-C69A-4DBA-9A5D1A26E46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FA59EF5B-C47F-FF3D-332C-2D8B81C0F34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019D9841-3EA5-E28D-4437-BC02BF3278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16/09/2026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9EEAC8F6-2A17-E43A-A427-C845F7174B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EF82677B-B16E-55E3-8452-9857089B31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1435663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7B60EE35-8DAE-FD87-CCF9-28E3499048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04BDAF75-9C9F-AD9A-FDEE-C6A8C83F8D3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E9B1D349-64DD-1A17-5958-3D16E29715A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88505E2-0C4C-443F-8F57-41958F504CA2}" type="datetimeFigureOut">
              <a:rPr lang="fr-FR" smtClean="0"/>
              <a:t>16/09/2026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75ADEE84-75CE-9A62-8BE9-CE6EEBC78E2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1023943-28BF-0B7E-6F46-B515E22DC3B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843656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13" Type="http://schemas.openxmlformats.org/officeDocument/2006/relationships/image" Target="../media/image8.png"/><Relationship Id="rId3" Type="http://schemas.openxmlformats.org/officeDocument/2006/relationships/image" Target="../media/image1.jpeg"/><Relationship Id="rId7" Type="http://schemas.microsoft.com/office/2007/relationships/hdphoto" Target="../media/hdphoto2.wdp"/><Relationship Id="rId12" Type="http://schemas.openxmlformats.org/officeDocument/2006/relationships/image" Target="../media/image7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11" Type="http://schemas.openxmlformats.org/officeDocument/2006/relationships/image" Target="../media/image6.jpeg"/><Relationship Id="rId5" Type="http://schemas.microsoft.com/office/2007/relationships/hdphoto" Target="../media/hdphoto1.wdp"/><Relationship Id="rId10" Type="http://schemas.openxmlformats.org/officeDocument/2006/relationships/image" Target="../media/image5.jpeg"/><Relationship Id="rId4" Type="http://schemas.openxmlformats.org/officeDocument/2006/relationships/image" Target="../media/image2.png"/><Relationship Id="rId9" Type="http://schemas.microsoft.com/office/2007/relationships/hdphoto" Target="../media/hdphoto3.wdp"/><Relationship Id="rId14" Type="http://schemas.microsoft.com/office/2007/relationships/hdphoto" Target="../media/hdphoto4.wdp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4124ED-5D56-0D12-306C-3F65A1B6BD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e 11">
            <a:extLst>
              <a:ext uri="{FF2B5EF4-FFF2-40B4-BE49-F238E27FC236}">
                <a16:creationId xmlns:a16="http://schemas.microsoft.com/office/drawing/2014/main" id="{2E40BB44-66DC-7D3E-DC30-2C241F3E36C3}"/>
              </a:ext>
            </a:extLst>
          </p:cNvPr>
          <p:cNvGrpSpPr/>
          <p:nvPr/>
        </p:nvGrpSpPr>
        <p:grpSpPr>
          <a:xfrm>
            <a:off x="2156460" y="878520"/>
            <a:ext cx="7920000" cy="5040000"/>
            <a:chOff x="2156460" y="878520"/>
            <a:chExt cx="7920000" cy="5040000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3C698BD7-B7EC-74CC-FE1A-06349FAC6598}"/>
                </a:ext>
              </a:extLst>
            </p:cNvPr>
            <p:cNvSpPr/>
            <p:nvPr/>
          </p:nvSpPr>
          <p:spPr>
            <a:xfrm>
              <a:off x="2156460" y="878520"/>
              <a:ext cx="7920000" cy="5040000"/>
            </a:xfrm>
            <a:prstGeom prst="rect">
              <a:avLst/>
            </a:prstGeom>
            <a:blipFill>
              <a:blip r:embed="rId3"/>
              <a:tile tx="0" ty="0" sx="100000" sy="100000" flip="none" algn="tl"/>
            </a:blipFill>
            <a:ln w="9525">
              <a:solidFill>
                <a:schemeClr val="tx1"/>
              </a:solidFill>
            </a:ln>
            <a:scene3d>
              <a:camera prst="orthographicFront"/>
              <a:lightRig rig="threePt" dir="t"/>
            </a:scene3d>
            <a:sp3d>
              <a:bevelT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fr-FR" dirty="0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D0CC1460-7C9F-844A-0337-C03BE9497F3E}"/>
                </a:ext>
              </a:extLst>
            </p:cNvPr>
            <p:cNvSpPr/>
            <p:nvPr/>
          </p:nvSpPr>
          <p:spPr>
            <a:xfrm>
              <a:off x="3988492" y="1161579"/>
              <a:ext cx="900000" cy="900000"/>
            </a:xfrm>
            <a:prstGeom prst="rect">
              <a:avLst/>
            </a:prstGeom>
            <a:blipFill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artisticWatercolorSponge/>
                        </a14:imgEffect>
                        <a14:imgEffect>
                          <a14:brightnessContrast bright="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9050">
              <a:solidFill>
                <a:schemeClr val="bg1"/>
              </a:solidFill>
            </a:ln>
            <a:scene3d>
              <a:camera prst="orthographicFront"/>
              <a:lightRig rig="threePt" dir="t"/>
            </a:scene3d>
            <a:sp3d>
              <a:bevelT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07000"/>
                </a:lnSpc>
                <a:spcAft>
                  <a:spcPts val="800"/>
                </a:spcAft>
                <a:buNone/>
              </a:pPr>
              <a:r>
                <a:rPr lang="fr-FR" sz="1400" b="1" dirty="0">
                  <a:solidFill>
                    <a:schemeClr val="bg1"/>
                  </a:solidFill>
                  <a:effectLst/>
                  <a:latin typeface="Segoe UI" panose="020B0502040204020203" pitchFamily="34" charset="0"/>
                  <a:ea typeface="Aptos" panose="020B0004020202020204" pitchFamily="34" charset="0"/>
                  <a:cs typeface="Segoe UI" panose="020B0502040204020203" pitchFamily="34" charset="0"/>
                </a:rPr>
                <a:t>1</a:t>
              </a:r>
            </a:p>
          </p:txBody>
        </p:sp>
        <p:sp>
          <p:nvSpPr>
            <p:cNvPr id="132" name="Cube 131">
              <a:extLst>
                <a:ext uri="{FF2B5EF4-FFF2-40B4-BE49-F238E27FC236}">
                  <a16:creationId xmlns:a16="http://schemas.microsoft.com/office/drawing/2014/main" id="{A9606256-5315-82ED-66AB-8236B9ABD92D}"/>
                </a:ext>
              </a:extLst>
            </p:cNvPr>
            <p:cNvSpPr/>
            <p:nvPr/>
          </p:nvSpPr>
          <p:spPr>
            <a:xfrm>
              <a:off x="2813734" y="2080613"/>
              <a:ext cx="492125" cy="466725"/>
            </a:xfrm>
            <a:prstGeom prst="cube">
              <a:avLst>
                <a:gd name="adj" fmla="val 23393"/>
              </a:avLst>
            </a:prstGeom>
            <a:blipFill>
              <a:blip r:embed="rId6">
                <a:extLst>
                  <a:ext uri="{BEBA8EAE-BF5A-486C-A8C5-ECC9F3942E4B}">
                    <a14:imgProps xmlns:a14="http://schemas.microsoft.com/office/drawing/2010/main">
                      <a14:imgLayer r:embed="rId7">
                        <a14:imgEffect>
                          <a14:artisticPastelsSmooth/>
                        </a14:imgEffect>
                        <a14:imgEffect>
                          <a14:brightnessContrast contrast="2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0" tIns="3600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07000"/>
                </a:lnSpc>
                <a:spcAft>
                  <a:spcPts val="800"/>
                </a:spcAft>
                <a:buNone/>
              </a:pPr>
              <a:r>
                <a:rPr lang="fr-FR" sz="1400" b="1" dirty="0">
                  <a:solidFill>
                    <a:srgbClr val="000000"/>
                  </a:solidFill>
                  <a:effectLst/>
                  <a:latin typeface="Segoe UI" panose="020B0502040204020203" pitchFamily="34" charset="0"/>
                  <a:ea typeface="Aptos" panose="020B0004020202020204" pitchFamily="34" charset="0"/>
                  <a:cs typeface="Times New Roman" panose="02020603050405020304" pitchFamily="18" charset="0"/>
                </a:rPr>
                <a:t>+4</a:t>
              </a:r>
              <a:endParaRPr lang="fr-FR" sz="1100" dirty="0">
                <a:effectLst/>
                <a:ea typeface="Aptos" panose="020B0004020202020204" pitchFamily="34" charset="0"/>
                <a:cs typeface="Times New Roman" panose="02020603050405020304" pitchFamily="18" charset="0"/>
              </a:endParaRPr>
            </a:p>
          </p:txBody>
        </p:sp>
        <p:sp>
          <p:nvSpPr>
            <p:cNvPr id="133" name="Cube 132">
              <a:extLst>
                <a:ext uri="{FF2B5EF4-FFF2-40B4-BE49-F238E27FC236}">
                  <a16:creationId xmlns:a16="http://schemas.microsoft.com/office/drawing/2014/main" id="{74BB14A1-E335-8C69-9EFA-77C23D6AAF52}"/>
                </a:ext>
              </a:extLst>
            </p:cNvPr>
            <p:cNvSpPr/>
            <p:nvPr/>
          </p:nvSpPr>
          <p:spPr>
            <a:xfrm>
              <a:off x="2813734" y="2653372"/>
              <a:ext cx="491490" cy="466725"/>
            </a:xfrm>
            <a:prstGeom prst="cube">
              <a:avLst>
                <a:gd name="adj" fmla="val 23393"/>
              </a:avLst>
            </a:prstGeom>
            <a:blipFill>
              <a:blip r:embed="rId8">
                <a:extLst>
                  <a:ext uri="{BEBA8EAE-BF5A-486C-A8C5-ECC9F3942E4B}">
                    <a14:imgProps xmlns:a14="http://schemas.microsoft.com/office/drawing/2010/main">
                      <a14:imgLayer r:embed="rId9">
                        <a14:imgEffect>
                          <a14:artisticCutout/>
                        </a14:imgEffect>
                        <a14:imgEffect>
                          <a14:brightnessContrast contrast="2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0" tIns="3600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06000"/>
                </a:lnSpc>
                <a:spcAft>
                  <a:spcPts val="800"/>
                </a:spcAft>
                <a:buNone/>
              </a:pPr>
              <a:r>
                <a:rPr lang="fr-FR" sz="1400" b="1">
                  <a:solidFill>
                    <a:srgbClr val="000000"/>
                  </a:solidFill>
                  <a:effectLst/>
                  <a:latin typeface="Segoe UI" panose="020B0502040204020203" pitchFamily="34" charset="0"/>
                  <a:ea typeface="Aptos" panose="020B0004020202020204" pitchFamily="34" charset="0"/>
                  <a:cs typeface="Times New Roman" panose="02020603050405020304" pitchFamily="18" charset="0"/>
                </a:rPr>
                <a:t>+2</a:t>
              </a:r>
              <a:endParaRPr lang="fr-FR" sz="1100">
                <a:effectLst/>
                <a:ea typeface="Aptos" panose="020B0004020202020204" pitchFamily="34" charset="0"/>
                <a:cs typeface="Times New Roman" panose="02020603050405020304" pitchFamily="18" charset="0"/>
              </a:endParaRPr>
            </a:p>
          </p:txBody>
        </p:sp>
        <p:sp>
          <p:nvSpPr>
            <p:cNvPr id="134" name="Hexagone 133">
              <a:extLst>
                <a:ext uri="{FF2B5EF4-FFF2-40B4-BE49-F238E27FC236}">
                  <a16:creationId xmlns:a16="http://schemas.microsoft.com/office/drawing/2014/main" id="{6F7A436D-4650-A654-F985-08676DB17D90}"/>
                </a:ext>
              </a:extLst>
            </p:cNvPr>
            <p:cNvSpPr/>
            <p:nvPr/>
          </p:nvSpPr>
          <p:spPr>
            <a:xfrm>
              <a:off x="2572700" y="3226131"/>
              <a:ext cx="973558" cy="852837"/>
            </a:xfrm>
            <a:prstGeom prst="hexagon">
              <a:avLst>
                <a:gd name="adj" fmla="val 25663"/>
                <a:gd name="vf" fmla="val 115470"/>
              </a:avLst>
            </a:prstGeom>
            <a:blipFill>
              <a:blip r:embed="rId10">
                <a:duotone>
                  <a:prstClr val="black"/>
                  <a:schemeClr val="accent1">
                    <a:tint val="45000"/>
                    <a:satMod val="400000"/>
                  </a:schemeClr>
                </a:duotone>
              </a:blip>
              <a:tile tx="0" ty="0" sx="100000" sy="100000" flip="none" algn="tl"/>
            </a:blipFill>
            <a:scene3d>
              <a:camera prst="orthographicFront"/>
              <a:lightRig rig="threePt" dir="t"/>
            </a:scene3d>
            <a:sp3d>
              <a:bevelT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0" tIns="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07000"/>
                </a:lnSpc>
                <a:buNone/>
              </a:pPr>
              <a:r>
                <a:rPr lang="fr-FR" sz="2000" b="1" dirty="0">
                  <a:solidFill>
                    <a:srgbClr val="000000"/>
                  </a:solidFill>
                  <a:effectLst/>
                  <a:latin typeface="Segoe UI" panose="020B0502040204020203" pitchFamily="34" charset="0"/>
                  <a:ea typeface="Aptos" panose="020B0004020202020204" pitchFamily="34" charset="0"/>
                  <a:cs typeface="Times New Roman" panose="02020603050405020304" pitchFamily="18" charset="0"/>
                </a:rPr>
                <a:t>+</a:t>
              </a:r>
            </a:p>
            <a:p>
              <a:pPr algn="ctr">
                <a:lnSpc>
                  <a:spcPct val="107000"/>
                </a:lnSpc>
                <a:buNone/>
              </a:pPr>
              <a:r>
                <a:rPr lang="fr-FR" sz="1200" b="1" dirty="0" err="1">
                  <a:solidFill>
                    <a:srgbClr val="000000"/>
                  </a:solidFill>
                  <a:effectLst/>
                  <a:latin typeface="Segoe UI" panose="020B0502040204020203" pitchFamily="34" charset="0"/>
                  <a:ea typeface="Aptos" panose="020B0004020202020204" pitchFamily="34" charset="0"/>
                  <a:cs typeface="Times New Roman" panose="02020603050405020304" pitchFamily="18" charset="0"/>
                </a:rPr>
                <a:t>Colors</a:t>
              </a:r>
              <a:r>
                <a:rPr lang="fr-FR" sz="1200" b="1" dirty="0">
                  <a:solidFill>
                    <a:srgbClr val="000000"/>
                  </a:solidFill>
                  <a:effectLst/>
                  <a:latin typeface="Segoe UI" panose="020B0502040204020203" pitchFamily="34" charset="0"/>
                  <a:ea typeface="Aptos" panose="020B0004020202020204" pitchFamily="34" charset="0"/>
                  <a:cs typeface="Times New Roman" panose="02020603050405020304" pitchFamily="18" charset="0"/>
                </a:rPr>
                <a:t> </a:t>
              </a:r>
              <a:r>
                <a:rPr lang="fr-FR" sz="2000" b="1" dirty="0">
                  <a:solidFill>
                    <a:srgbClr val="000000"/>
                  </a:solidFill>
                  <a:effectLst/>
                  <a:latin typeface="Segoe UI" panose="020B0502040204020203" pitchFamily="34" charset="0"/>
                  <a:ea typeface="Aptos" panose="020B0004020202020204" pitchFamily="34" charset="0"/>
                  <a:cs typeface="Times New Roman" panose="02020603050405020304" pitchFamily="18" charset="0"/>
                </a:rPr>
                <a:t>≠</a:t>
              </a:r>
              <a:endParaRPr lang="fr-FR" sz="2000" dirty="0">
                <a:effectLst/>
                <a:ea typeface="Aptos" panose="020B0004020202020204" pitchFamily="34" charset="0"/>
                <a:cs typeface="Times New Roman" panose="02020603050405020304" pitchFamily="18" charset="0"/>
              </a:endParaRPr>
            </a:p>
          </p:txBody>
        </p:sp>
        <p:sp>
          <p:nvSpPr>
            <p:cNvPr id="135" name="Rectangle 134">
              <a:extLst>
                <a:ext uri="{FF2B5EF4-FFF2-40B4-BE49-F238E27FC236}">
                  <a16:creationId xmlns:a16="http://schemas.microsoft.com/office/drawing/2014/main" id="{B5CF6607-0E89-DFFB-4316-FF55A1E119B9}"/>
                </a:ext>
              </a:extLst>
            </p:cNvPr>
            <p:cNvSpPr/>
            <p:nvPr/>
          </p:nvSpPr>
          <p:spPr>
            <a:xfrm>
              <a:off x="5135159" y="1161579"/>
              <a:ext cx="900000" cy="900000"/>
            </a:xfrm>
            <a:prstGeom prst="rect">
              <a:avLst/>
            </a:prstGeom>
            <a:blipFill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artisticWatercolorSponge/>
                        </a14:imgEffect>
                        <a14:imgEffect>
                          <a14:brightnessContrast bright="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9050">
              <a:solidFill>
                <a:schemeClr val="bg1"/>
              </a:solidFill>
            </a:ln>
            <a:scene3d>
              <a:camera prst="orthographicFront"/>
              <a:lightRig rig="threePt" dir="t"/>
            </a:scene3d>
            <a:sp3d>
              <a:bevelT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07000"/>
                </a:lnSpc>
                <a:spcAft>
                  <a:spcPts val="800"/>
                </a:spcAft>
                <a:buNone/>
              </a:pPr>
              <a:r>
                <a:rPr lang="fr-FR" sz="1400" b="1" dirty="0">
                  <a:solidFill>
                    <a:schemeClr val="bg1"/>
                  </a:solidFill>
                  <a:latin typeface="Segoe UI" panose="020B0502040204020203" pitchFamily="34" charset="0"/>
                  <a:ea typeface="Aptos" panose="020B0004020202020204" pitchFamily="34" charset="0"/>
                  <a:cs typeface="Segoe UI" panose="020B0502040204020203" pitchFamily="34" charset="0"/>
                </a:rPr>
                <a:t>2</a:t>
              </a:r>
              <a:endParaRPr lang="fr-FR" sz="1400" b="1" dirty="0">
                <a:solidFill>
                  <a:schemeClr val="bg1"/>
                </a:solidFill>
                <a:effectLst/>
                <a:latin typeface="Segoe UI" panose="020B0502040204020203" pitchFamily="34" charset="0"/>
                <a:ea typeface="Aptos" panose="020B0004020202020204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36" name="Rectangle 135">
              <a:extLst>
                <a:ext uri="{FF2B5EF4-FFF2-40B4-BE49-F238E27FC236}">
                  <a16:creationId xmlns:a16="http://schemas.microsoft.com/office/drawing/2014/main" id="{46C19905-A085-584A-318E-A942EFE7FD2C}"/>
                </a:ext>
              </a:extLst>
            </p:cNvPr>
            <p:cNvSpPr/>
            <p:nvPr/>
          </p:nvSpPr>
          <p:spPr>
            <a:xfrm>
              <a:off x="6296418" y="1161579"/>
              <a:ext cx="900000" cy="900000"/>
            </a:xfrm>
            <a:prstGeom prst="rect">
              <a:avLst/>
            </a:prstGeom>
            <a:blipFill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artisticWatercolorSponge/>
                        </a14:imgEffect>
                        <a14:imgEffect>
                          <a14:brightnessContrast bright="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9050">
              <a:solidFill>
                <a:schemeClr val="bg1"/>
              </a:solidFill>
            </a:ln>
            <a:scene3d>
              <a:camera prst="orthographicFront"/>
              <a:lightRig rig="threePt" dir="t"/>
            </a:scene3d>
            <a:sp3d>
              <a:bevelT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07000"/>
                </a:lnSpc>
                <a:spcAft>
                  <a:spcPts val="800"/>
                </a:spcAft>
                <a:buNone/>
              </a:pPr>
              <a:r>
                <a:rPr lang="fr-FR" sz="1400" b="1" dirty="0">
                  <a:solidFill>
                    <a:schemeClr val="bg1"/>
                  </a:solidFill>
                  <a:latin typeface="Segoe UI" panose="020B0502040204020203" pitchFamily="34" charset="0"/>
                  <a:ea typeface="Aptos" panose="020B0004020202020204" pitchFamily="34" charset="0"/>
                  <a:cs typeface="Segoe UI" panose="020B0502040204020203" pitchFamily="34" charset="0"/>
                </a:rPr>
                <a:t>3</a:t>
              </a:r>
              <a:endParaRPr lang="fr-FR" sz="1400" b="1" dirty="0">
                <a:solidFill>
                  <a:schemeClr val="bg1"/>
                </a:solidFill>
                <a:effectLst/>
                <a:latin typeface="Segoe UI" panose="020B0502040204020203" pitchFamily="34" charset="0"/>
                <a:ea typeface="Aptos" panose="020B0004020202020204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37" name="Rectangle 136">
              <a:extLst>
                <a:ext uri="{FF2B5EF4-FFF2-40B4-BE49-F238E27FC236}">
                  <a16:creationId xmlns:a16="http://schemas.microsoft.com/office/drawing/2014/main" id="{02176286-4A3B-6B5F-7FD8-4DF48762A3F6}"/>
                </a:ext>
              </a:extLst>
            </p:cNvPr>
            <p:cNvSpPr/>
            <p:nvPr/>
          </p:nvSpPr>
          <p:spPr>
            <a:xfrm>
              <a:off x="7435046" y="1161579"/>
              <a:ext cx="900000" cy="900000"/>
            </a:xfrm>
            <a:prstGeom prst="rect">
              <a:avLst/>
            </a:prstGeom>
            <a:blipFill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artisticWatercolorSponge/>
                        </a14:imgEffect>
                        <a14:imgEffect>
                          <a14:brightnessContrast bright="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9050">
              <a:solidFill>
                <a:schemeClr val="bg1"/>
              </a:solidFill>
            </a:ln>
            <a:scene3d>
              <a:camera prst="orthographicFront"/>
              <a:lightRig rig="threePt" dir="t"/>
            </a:scene3d>
            <a:sp3d>
              <a:bevelT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07000"/>
                </a:lnSpc>
                <a:spcAft>
                  <a:spcPts val="800"/>
                </a:spcAft>
                <a:buNone/>
              </a:pPr>
              <a:r>
                <a:rPr lang="fr-FR" sz="1400" b="1" dirty="0">
                  <a:solidFill>
                    <a:schemeClr val="bg1"/>
                  </a:solidFill>
                  <a:latin typeface="Segoe UI" panose="020B0502040204020203" pitchFamily="34" charset="0"/>
                  <a:ea typeface="Aptos" panose="020B0004020202020204" pitchFamily="34" charset="0"/>
                  <a:cs typeface="Segoe UI" panose="020B0502040204020203" pitchFamily="34" charset="0"/>
                </a:rPr>
                <a:t>4</a:t>
              </a:r>
              <a:endParaRPr lang="fr-FR" sz="1400" b="1" dirty="0">
                <a:solidFill>
                  <a:schemeClr val="bg1"/>
                </a:solidFill>
                <a:effectLst/>
                <a:latin typeface="Segoe UI" panose="020B0502040204020203" pitchFamily="34" charset="0"/>
                <a:ea typeface="Aptos" panose="020B0004020202020204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38" name="Rectangle 137">
              <a:extLst>
                <a:ext uri="{FF2B5EF4-FFF2-40B4-BE49-F238E27FC236}">
                  <a16:creationId xmlns:a16="http://schemas.microsoft.com/office/drawing/2014/main" id="{81E690D2-E2BE-007B-845F-58505239D1C4}"/>
                </a:ext>
              </a:extLst>
            </p:cNvPr>
            <p:cNvSpPr/>
            <p:nvPr/>
          </p:nvSpPr>
          <p:spPr>
            <a:xfrm>
              <a:off x="8609816" y="1161579"/>
              <a:ext cx="900000" cy="900000"/>
            </a:xfrm>
            <a:prstGeom prst="rect">
              <a:avLst/>
            </a:prstGeom>
            <a:blipFill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artisticWatercolorSponge/>
                        </a14:imgEffect>
                        <a14:imgEffect>
                          <a14:brightnessContrast bright="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9050">
              <a:solidFill>
                <a:schemeClr val="bg1"/>
              </a:solidFill>
            </a:ln>
            <a:scene3d>
              <a:camera prst="orthographicFront"/>
              <a:lightRig rig="threePt" dir="t"/>
            </a:scene3d>
            <a:sp3d>
              <a:bevelT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07000"/>
                </a:lnSpc>
                <a:spcAft>
                  <a:spcPts val="800"/>
                </a:spcAft>
                <a:buNone/>
              </a:pPr>
              <a:r>
                <a:rPr lang="fr-FR" sz="1400" b="1" dirty="0">
                  <a:solidFill>
                    <a:schemeClr val="bg1"/>
                  </a:solidFill>
                  <a:latin typeface="Segoe UI" panose="020B0502040204020203" pitchFamily="34" charset="0"/>
                  <a:ea typeface="Aptos" panose="020B0004020202020204" pitchFamily="34" charset="0"/>
                  <a:cs typeface="Segoe UI" panose="020B0502040204020203" pitchFamily="34" charset="0"/>
                </a:rPr>
                <a:t>5</a:t>
              </a:r>
              <a:endParaRPr lang="fr-FR" sz="1400" b="1" dirty="0">
                <a:solidFill>
                  <a:schemeClr val="bg1"/>
                </a:solidFill>
                <a:effectLst/>
                <a:latin typeface="Segoe UI" panose="020B0502040204020203" pitchFamily="34" charset="0"/>
                <a:ea typeface="Aptos" panose="020B0004020202020204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40" name="Rectangle 139">
              <a:extLst>
                <a:ext uri="{FF2B5EF4-FFF2-40B4-BE49-F238E27FC236}">
                  <a16:creationId xmlns:a16="http://schemas.microsoft.com/office/drawing/2014/main" id="{C5FCF2BE-A222-7666-076A-753A8BE59871}"/>
                </a:ext>
              </a:extLst>
            </p:cNvPr>
            <p:cNvSpPr/>
            <p:nvPr/>
          </p:nvSpPr>
          <p:spPr>
            <a:xfrm>
              <a:off x="3988492" y="2307037"/>
              <a:ext cx="900000" cy="900000"/>
            </a:xfrm>
            <a:prstGeom prst="rect">
              <a:avLst/>
            </a:prstGeom>
            <a:blipFill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artisticWatercolorSponge/>
                        </a14:imgEffect>
                        <a14:imgEffect>
                          <a14:brightnessContrast bright="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9050">
              <a:solidFill>
                <a:schemeClr val="bg1"/>
              </a:solidFill>
            </a:ln>
            <a:scene3d>
              <a:camera prst="orthographicFront"/>
              <a:lightRig rig="threePt" dir="t"/>
            </a:scene3d>
            <a:sp3d>
              <a:bevelT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07000"/>
                </a:lnSpc>
                <a:spcAft>
                  <a:spcPts val="800"/>
                </a:spcAft>
                <a:buNone/>
              </a:pPr>
              <a:r>
                <a:rPr lang="fr-FR" sz="1400" b="1" dirty="0">
                  <a:solidFill>
                    <a:schemeClr val="bg1"/>
                  </a:solidFill>
                  <a:latin typeface="Segoe UI" panose="020B0502040204020203" pitchFamily="34" charset="0"/>
                  <a:ea typeface="Aptos" panose="020B0004020202020204" pitchFamily="34" charset="0"/>
                  <a:cs typeface="Segoe UI" panose="020B0502040204020203" pitchFamily="34" charset="0"/>
                </a:rPr>
                <a:t>10</a:t>
              </a:r>
              <a:endParaRPr lang="fr-FR" sz="1400" b="1" dirty="0">
                <a:solidFill>
                  <a:schemeClr val="bg1"/>
                </a:solidFill>
                <a:effectLst/>
                <a:latin typeface="Segoe UI" panose="020B0502040204020203" pitchFamily="34" charset="0"/>
                <a:ea typeface="Aptos" panose="020B0004020202020204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41" name="Rectangle 140">
              <a:extLst>
                <a:ext uri="{FF2B5EF4-FFF2-40B4-BE49-F238E27FC236}">
                  <a16:creationId xmlns:a16="http://schemas.microsoft.com/office/drawing/2014/main" id="{9BEF71BB-734E-99C9-E2C4-BBF8474AC597}"/>
                </a:ext>
              </a:extLst>
            </p:cNvPr>
            <p:cNvSpPr/>
            <p:nvPr/>
          </p:nvSpPr>
          <p:spPr>
            <a:xfrm>
              <a:off x="5135159" y="2307037"/>
              <a:ext cx="900000" cy="900000"/>
            </a:xfrm>
            <a:prstGeom prst="rect">
              <a:avLst/>
            </a:prstGeom>
            <a:blipFill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artisticWatercolorSponge/>
                        </a14:imgEffect>
                        <a14:imgEffect>
                          <a14:brightnessContrast bright="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9050">
              <a:solidFill>
                <a:schemeClr val="bg1"/>
              </a:solidFill>
            </a:ln>
            <a:scene3d>
              <a:camera prst="orthographicFront"/>
              <a:lightRig rig="threePt" dir="t"/>
            </a:scene3d>
            <a:sp3d>
              <a:bevelT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07000"/>
                </a:lnSpc>
                <a:spcAft>
                  <a:spcPts val="800"/>
                </a:spcAft>
                <a:buNone/>
              </a:pPr>
              <a:r>
                <a:rPr lang="fr-FR" sz="1400" b="1" dirty="0">
                  <a:solidFill>
                    <a:schemeClr val="bg1"/>
                  </a:solidFill>
                  <a:latin typeface="Segoe UI" panose="020B0502040204020203" pitchFamily="34" charset="0"/>
                  <a:ea typeface="Aptos" panose="020B0004020202020204" pitchFamily="34" charset="0"/>
                  <a:cs typeface="Segoe UI" panose="020B0502040204020203" pitchFamily="34" charset="0"/>
                </a:rPr>
                <a:t>9</a:t>
              </a:r>
              <a:endParaRPr lang="fr-FR" sz="1400" b="1" dirty="0">
                <a:solidFill>
                  <a:schemeClr val="bg1"/>
                </a:solidFill>
                <a:effectLst/>
                <a:latin typeface="Segoe UI" panose="020B0502040204020203" pitchFamily="34" charset="0"/>
                <a:ea typeface="Aptos" panose="020B0004020202020204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42" name="Rectangle 141">
              <a:extLst>
                <a:ext uri="{FF2B5EF4-FFF2-40B4-BE49-F238E27FC236}">
                  <a16:creationId xmlns:a16="http://schemas.microsoft.com/office/drawing/2014/main" id="{6188CA75-1A3C-85EF-B9D4-2008CF659219}"/>
                </a:ext>
              </a:extLst>
            </p:cNvPr>
            <p:cNvSpPr/>
            <p:nvPr/>
          </p:nvSpPr>
          <p:spPr>
            <a:xfrm>
              <a:off x="6296418" y="2307037"/>
              <a:ext cx="900000" cy="900000"/>
            </a:xfrm>
            <a:prstGeom prst="rect">
              <a:avLst/>
            </a:prstGeom>
            <a:blipFill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artisticWatercolorSponge/>
                        </a14:imgEffect>
                        <a14:imgEffect>
                          <a14:brightnessContrast bright="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9050">
              <a:solidFill>
                <a:schemeClr val="bg1"/>
              </a:solidFill>
            </a:ln>
            <a:scene3d>
              <a:camera prst="orthographicFront"/>
              <a:lightRig rig="threePt" dir="t"/>
            </a:scene3d>
            <a:sp3d>
              <a:bevelT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07000"/>
                </a:lnSpc>
                <a:spcAft>
                  <a:spcPts val="800"/>
                </a:spcAft>
                <a:buNone/>
              </a:pPr>
              <a:r>
                <a:rPr lang="fr-FR" sz="1400" b="1" dirty="0">
                  <a:solidFill>
                    <a:schemeClr val="bg1"/>
                  </a:solidFill>
                  <a:latin typeface="Segoe UI" panose="020B0502040204020203" pitchFamily="34" charset="0"/>
                  <a:ea typeface="Aptos" panose="020B0004020202020204" pitchFamily="34" charset="0"/>
                  <a:cs typeface="Segoe UI" panose="020B0502040204020203" pitchFamily="34" charset="0"/>
                </a:rPr>
                <a:t>8</a:t>
              </a:r>
              <a:endParaRPr lang="fr-FR" sz="1400" b="1" dirty="0">
                <a:solidFill>
                  <a:schemeClr val="bg1"/>
                </a:solidFill>
                <a:effectLst/>
                <a:latin typeface="Segoe UI" panose="020B0502040204020203" pitchFamily="34" charset="0"/>
                <a:ea typeface="Aptos" panose="020B0004020202020204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43" name="Rectangle 142">
              <a:extLst>
                <a:ext uri="{FF2B5EF4-FFF2-40B4-BE49-F238E27FC236}">
                  <a16:creationId xmlns:a16="http://schemas.microsoft.com/office/drawing/2014/main" id="{6944271C-90FE-1AE1-68A6-2B799AC53603}"/>
                </a:ext>
              </a:extLst>
            </p:cNvPr>
            <p:cNvSpPr/>
            <p:nvPr/>
          </p:nvSpPr>
          <p:spPr>
            <a:xfrm>
              <a:off x="7435046" y="2307037"/>
              <a:ext cx="900000" cy="900000"/>
            </a:xfrm>
            <a:prstGeom prst="rect">
              <a:avLst/>
            </a:prstGeom>
            <a:blipFill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artisticWatercolorSponge/>
                        </a14:imgEffect>
                        <a14:imgEffect>
                          <a14:brightnessContrast bright="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9050">
              <a:solidFill>
                <a:schemeClr val="bg1"/>
              </a:solidFill>
            </a:ln>
            <a:scene3d>
              <a:camera prst="orthographicFront"/>
              <a:lightRig rig="threePt" dir="t"/>
            </a:scene3d>
            <a:sp3d>
              <a:bevelT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07000"/>
                </a:lnSpc>
                <a:spcAft>
                  <a:spcPts val="800"/>
                </a:spcAft>
                <a:buNone/>
              </a:pPr>
              <a:r>
                <a:rPr lang="fr-FR" sz="1400" b="1" dirty="0">
                  <a:solidFill>
                    <a:schemeClr val="bg1"/>
                  </a:solidFill>
                  <a:latin typeface="Segoe UI" panose="020B0502040204020203" pitchFamily="34" charset="0"/>
                  <a:ea typeface="Aptos" panose="020B0004020202020204" pitchFamily="34" charset="0"/>
                  <a:cs typeface="Segoe UI" panose="020B0502040204020203" pitchFamily="34" charset="0"/>
                </a:rPr>
                <a:t>7</a:t>
              </a:r>
              <a:endParaRPr lang="fr-FR" sz="1400" b="1" dirty="0">
                <a:solidFill>
                  <a:schemeClr val="bg1"/>
                </a:solidFill>
                <a:effectLst/>
                <a:latin typeface="Segoe UI" panose="020B0502040204020203" pitchFamily="34" charset="0"/>
                <a:ea typeface="Aptos" panose="020B0004020202020204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44" name="Rectangle 143">
              <a:extLst>
                <a:ext uri="{FF2B5EF4-FFF2-40B4-BE49-F238E27FC236}">
                  <a16:creationId xmlns:a16="http://schemas.microsoft.com/office/drawing/2014/main" id="{9524F87D-F7AA-1CBE-91E4-644B657DE1AE}"/>
                </a:ext>
              </a:extLst>
            </p:cNvPr>
            <p:cNvSpPr/>
            <p:nvPr/>
          </p:nvSpPr>
          <p:spPr>
            <a:xfrm>
              <a:off x="8609816" y="2307037"/>
              <a:ext cx="900000" cy="900000"/>
            </a:xfrm>
            <a:prstGeom prst="rect">
              <a:avLst/>
            </a:prstGeom>
            <a:blipFill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artisticWatercolorSponge/>
                        </a14:imgEffect>
                        <a14:imgEffect>
                          <a14:brightnessContrast bright="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9050">
              <a:solidFill>
                <a:schemeClr val="bg1"/>
              </a:solidFill>
            </a:ln>
            <a:scene3d>
              <a:camera prst="orthographicFront"/>
              <a:lightRig rig="threePt" dir="t"/>
            </a:scene3d>
            <a:sp3d>
              <a:bevelT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07000"/>
                </a:lnSpc>
                <a:spcAft>
                  <a:spcPts val="800"/>
                </a:spcAft>
                <a:buNone/>
              </a:pPr>
              <a:r>
                <a:rPr lang="fr-FR" sz="1400" b="1" dirty="0">
                  <a:solidFill>
                    <a:schemeClr val="bg1"/>
                  </a:solidFill>
                  <a:latin typeface="Segoe UI" panose="020B0502040204020203" pitchFamily="34" charset="0"/>
                  <a:ea typeface="Aptos" panose="020B0004020202020204" pitchFamily="34" charset="0"/>
                  <a:cs typeface="Segoe UI" panose="020B0502040204020203" pitchFamily="34" charset="0"/>
                </a:rPr>
                <a:t>6</a:t>
              </a:r>
              <a:endParaRPr lang="fr-FR" sz="1400" b="1" dirty="0">
                <a:solidFill>
                  <a:schemeClr val="bg1"/>
                </a:solidFill>
                <a:effectLst/>
                <a:latin typeface="Segoe UI" panose="020B0502040204020203" pitchFamily="34" charset="0"/>
                <a:ea typeface="Aptos" panose="020B0004020202020204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46" name="Rectangle 145">
              <a:extLst>
                <a:ext uri="{FF2B5EF4-FFF2-40B4-BE49-F238E27FC236}">
                  <a16:creationId xmlns:a16="http://schemas.microsoft.com/office/drawing/2014/main" id="{88E5E848-A94C-41B7-08AF-1F9E2384A665}"/>
                </a:ext>
              </a:extLst>
            </p:cNvPr>
            <p:cNvSpPr/>
            <p:nvPr/>
          </p:nvSpPr>
          <p:spPr>
            <a:xfrm>
              <a:off x="3988492" y="3458436"/>
              <a:ext cx="900000" cy="900000"/>
            </a:xfrm>
            <a:prstGeom prst="rect">
              <a:avLst/>
            </a:prstGeom>
            <a:blipFill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artisticWatercolorSponge/>
                        </a14:imgEffect>
                        <a14:imgEffect>
                          <a14:brightnessContrast bright="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9050">
              <a:solidFill>
                <a:schemeClr val="bg1"/>
              </a:solidFill>
            </a:ln>
            <a:scene3d>
              <a:camera prst="orthographicFront"/>
              <a:lightRig rig="threePt" dir="t"/>
            </a:scene3d>
            <a:sp3d>
              <a:bevelT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07000"/>
                </a:lnSpc>
                <a:spcAft>
                  <a:spcPts val="800"/>
                </a:spcAft>
                <a:buNone/>
              </a:pPr>
              <a:r>
                <a:rPr lang="fr-FR" sz="1400" b="1" dirty="0">
                  <a:solidFill>
                    <a:schemeClr val="bg1"/>
                  </a:solidFill>
                  <a:effectLst/>
                  <a:latin typeface="Segoe UI" panose="020B0502040204020203" pitchFamily="34" charset="0"/>
                  <a:ea typeface="Aptos" panose="020B0004020202020204" pitchFamily="34" charset="0"/>
                  <a:cs typeface="Segoe UI" panose="020B0502040204020203" pitchFamily="34" charset="0"/>
                </a:rPr>
                <a:t>11</a:t>
              </a:r>
            </a:p>
          </p:txBody>
        </p:sp>
        <p:sp>
          <p:nvSpPr>
            <p:cNvPr id="148" name="Rectangle 147">
              <a:extLst>
                <a:ext uri="{FF2B5EF4-FFF2-40B4-BE49-F238E27FC236}">
                  <a16:creationId xmlns:a16="http://schemas.microsoft.com/office/drawing/2014/main" id="{9CD5622B-673C-B08F-5678-3118CB11E5B6}"/>
                </a:ext>
              </a:extLst>
            </p:cNvPr>
            <p:cNvSpPr/>
            <p:nvPr/>
          </p:nvSpPr>
          <p:spPr>
            <a:xfrm>
              <a:off x="6296418" y="3458436"/>
              <a:ext cx="900000" cy="900000"/>
            </a:xfrm>
            <a:prstGeom prst="rect">
              <a:avLst/>
            </a:prstGeom>
            <a:blipFill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artisticWatercolorSponge/>
                        </a14:imgEffect>
                        <a14:imgEffect>
                          <a14:brightnessContrast bright="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9050">
              <a:solidFill>
                <a:schemeClr val="bg1"/>
              </a:solidFill>
            </a:ln>
            <a:scene3d>
              <a:camera prst="orthographicFront"/>
              <a:lightRig rig="threePt" dir="t"/>
            </a:scene3d>
            <a:sp3d>
              <a:bevelT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07000"/>
                </a:lnSpc>
                <a:spcAft>
                  <a:spcPts val="800"/>
                </a:spcAft>
                <a:buNone/>
              </a:pPr>
              <a:r>
                <a:rPr lang="fr-FR" sz="1400" b="1" dirty="0">
                  <a:solidFill>
                    <a:schemeClr val="bg1"/>
                  </a:solidFill>
                  <a:effectLst/>
                  <a:latin typeface="Segoe UI" panose="020B0502040204020203" pitchFamily="34" charset="0"/>
                  <a:ea typeface="Aptos" panose="020B0004020202020204" pitchFamily="34" charset="0"/>
                  <a:cs typeface="Segoe UI" panose="020B0502040204020203" pitchFamily="34" charset="0"/>
                </a:rPr>
                <a:t>13</a:t>
              </a:r>
            </a:p>
          </p:txBody>
        </p:sp>
        <p:sp>
          <p:nvSpPr>
            <p:cNvPr id="150" name="Rectangle 149">
              <a:extLst>
                <a:ext uri="{FF2B5EF4-FFF2-40B4-BE49-F238E27FC236}">
                  <a16:creationId xmlns:a16="http://schemas.microsoft.com/office/drawing/2014/main" id="{26715078-7FFC-D6FD-CFE1-95C94CCD6011}"/>
                </a:ext>
              </a:extLst>
            </p:cNvPr>
            <p:cNvSpPr/>
            <p:nvPr/>
          </p:nvSpPr>
          <p:spPr>
            <a:xfrm>
              <a:off x="8609816" y="3458436"/>
              <a:ext cx="900000" cy="900000"/>
            </a:xfrm>
            <a:prstGeom prst="rect">
              <a:avLst/>
            </a:prstGeom>
            <a:blipFill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artisticWatercolorSponge/>
                        </a14:imgEffect>
                        <a14:imgEffect>
                          <a14:brightnessContrast bright="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9050">
              <a:solidFill>
                <a:schemeClr val="bg1"/>
              </a:solidFill>
            </a:ln>
            <a:scene3d>
              <a:camera prst="orthographicFront"/>
              <a:lightRig rig="threePt" dir="t"/>
            </a:scene3d>
            <a:sp3d>
              <a:bevelT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07000"/>
                </a:lnSpc>
                <a:spcAft>
                  <a:spcPts val="800"/>
                </a:spcAft>
                <a:buNone/>
              </a:pPr>
              <a:r>
                <a:rPr lang="fr-FR" sz="1400" b="1" dirty="0">
                  <a:solidFill>
                    <a:schemeClr val="bg1"/>
                  </a:solidFill>
                  <a:effectLst/>
                  <a:latin typeface="Segoe UI" panose="020B0502040204020203" pitchFamily="34" charset="0"/>
                  <a:ea typeface="Aptos" panose="020B0004020202020204" pitchFamily="34" charset="0"/>
                  <a:cs typeface="Segoe UI" panose="020B0502040204020203" pitchFamily="34" charset="0"/>
                </a:rPr>
                <a:t>15</a:t>
              </a:r>
            </a:p>
          </p:txBody>
        </p:sp>
        <p:sp>
          <p:nvSpPr>
            <p:cNvPr id="152" name="Rectangle 151">
              <a:extLst>
                <a:ext uri="{FF2B5EF4-FFF2-40B4-BE49-F238E27FC236}">
                  <a16:creationId xmlns:a16="http://schemas.microsoft.com/office/drawing/2014/main" id="{B4B219F3-B070-682A-4FAD-A63C89E9A34E}"/>
                </a:ext>
              </a:extLst>
            </p:cNvPr>
            <p:cNvSpPr/>
            <p:nvPr/>
          </p:nvSpPr>
          <p:spPr>
            <a:xfrm>
              <a:off x="3988492" y="4660439"/>
              <a:ext cx="900000" cy="900000"/>
            </a:xfrm>
            <a:prstGeom prst="rect">
              <a:avLst/>
            </a:prstGeom>
            <a:blipFill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artisticWatercolorSponge/>
                        </a14:imgEffect>
                        <a14:imgEffect>
                          <a14:brightnessContrast bright="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9050">
              <a:solidFill>
                <a:schemeClr val="bg1"/>
              </a:solidFill>
            </a:ln>
            <a:scene3d>
              <a:camera prst="orthographicFront"/>
              <a:lightRig rig="threePt" dir="t"/>
            </a:scene3d>
            <a:sp3d>
              <a:bevelT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07000"/>
                </a:lnSpc>
                <a:spcAft>
                  <a:spcPts val="800"/>
                </a:spcAft>
                <a:buNone/>
              </a:pPr>
              <a:r>
                <a:rPr lang="fr-FR" sz="1400" b="1" dirty="0">
                  <a:solidFill>
                    <a:schemeClr val="bg1"/>
                  </a:solidFill>
                  <a:latin typeface="Segoe UI" panose="020B0502040204020203" pitchFamily="34" charset="0"/>
                  <a:ea typeface="Aptos" panose="020B0004020202020204" pitchFamily="34" charset="0"/>
                  <a:cs typeface="Segoe UI" panose="020B0502040204020203" pitchFamily="34" charset="0"/>
                </a:rPr>
                <a:t>20</a:t>
              </a:r>
              <a:endParaRPr lang="fr-FR" sz="1400" b="1" dirty="0">
                <a:solidFill>
                  <a:schemeClr val="bg1"/>
                </a:solidFill>
                <a:effectLst/>
                <a:latin typeface="Segoe UI" panose="020B0502040204020203" pitchFamily="34" charset="0"/>
                <a:ea typeface="Aptos" panose="020B0004020202020204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53" name="Rectangle 152">
              <a:extLst>
                <a:ext uri="{FF2B5EF4-FFF2-40B4-BE49-F238E27FC236}">
                  <a16:creationId xmlns:a16="http://schemas.microsoft.com/office/drawing/2014/main" id="{3EA63CF7-6405-402B-C0E1-FA945C78A0B8}"/>
                </a:ext>
              </a:extLst>
            </p:cNvPr>
            <p:cNvSpPr/>
            <p:nvPr/>
          </p:nvSpPr>
          <p:spPr>
            <a:xfrm>
              <a:off x="5135159" y="4660439"/>
              <a:ext cx="900000" cy="900000"/>
            </a:xfrm>
            <a:prstGeom prst="rect">
              <a:avLst/>
            </a:prstGeom>
            <a:blipFill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artisticWatercolorSponge/>
                        </a14:imgEffect>
                        <a14:imgEffect>
                          <a14:brightnessContrast bright="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9050">
              <a:solidFill>
                <a:schemeClr val="bg1"/>
              </a:solidFill>
            </a:ln>
            <a:scene3d>
              <a:camera prst="orthographicFront"/>
              <a:lightRig rig="threePt" dir="t"/>
            </a:scene3d>
            <a:sp3d>
              <a:bevelT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07000"/>
                </a:lnSpc>
                <a:spcAft>
                  <a:spcPts val="800"/>
                </a:spcAft>
                <a:buNone/>
              </a:pPr>
              <a:r>
                <a:rPr lang="fr-FR" sz="1400" b="1" dirty="0">
                  <a:solidFill>
                    <a:schemeClr val="bg1"/>
                  </a:solidFill>
                  <a:effectLst/>
                  <a:latin typeface="Segoe UI" panose="020B0502040204020203" pitchFamily="34" charset="0"/>
                  <a:ea typeface="Aptos" panose="020B0004020202020204" pitchFamily="34" charset="0"/>
                  <a:cs typeface="Segoe UI" panose="020B0502040204020203" pitchFamily="34" charset="0"/>
                </a:rPr>
                <a:t>19</a:t>
              </a:r>
            </a:p>
          </p:txBody>
        </p:sp>
        <p:sp>
          <p:nvSpPr>
            <p:cNvPr id="155" name="Rectangle 154">
              <a:extLst>
                <a:ext uri="{FF2B5EF4-FFF2-40B4-BE49-F238E27FC236}">
                  <a16:creationId xmlns:a16="http://schemas.microsoft.com/office/drawing/2014/main" id="{8E67B59D-3C73-9EAA-5F11-7E7DA6B81DF0}"/>
                </a:ext>
              </a:extLst>
            </p:cNvPr>
            <p:cNvSpPr/>
            <p:nvPr/>
          </p:nvSpPr>
          <p:spPr>
            <a:xfrm>
              <a:off x="7435046" y="4660439"/>
              <a:ext cx="900000" cy="900000"/>
            </a:xfrm>
            <a:prstGeom prst="rect">
              <a:avLst/>
            </a:prstGeom>
            <a:blipFill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artisticWatercolorSponge/>
                        </a14:imgEffect>
                        <a14:imgEffect>
                          <a14:brightnessContrast bright="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9050">
              <a:solidFill>
                <a:schemeClr val="bg1"/>
              </a:solidFill>
            </a:ln>
            <a:scene3d>
              <a:camera prst="orthographicFront"/>
              <a:lightRig rig="threePt" dir="t"/>
            </a:scene3d>
            <a:sp3d>
              <a:bevelT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07000"/>
                </a:lnSpc>
                <a:spcAft>
                  <a:spcPts val="800"/>
                </a:spcAft>
                <a:buNone/>
              </a:pPr>
              <a:r>
                <a:rPr lang="fr-FR" sz="1400" b="1" dirty="0">
                  <a:solidFill>
                    <a:schemeClr val="bg1"/>
                  </a:solidFill>
                  <a:effectLst/>
                  <a:latin typeface="Segoe UI" panose="020B0502040204020203" pitchFamily="34" charset="0"/>
                  <a:ea typeface="Aptos" panose="020B0004020202020204" pitchFamily="34" charset="0"/>
                  <a:cs typeface="Segoe UI" panose="020B0502040204020203" pitchFamily="34" charset="0"/>
                </a:rPr>
                <a:t>17</a:t>
              </a:r>
            </a:p>
          </p:txBody>
        </p:sp>
        <p:sp>
          <p:nvSpPr>
            <p:cNvPr id="156" name="Rectangle 155">
              <a:extLst>
                <a:ext uri="{FF2B5EF4-FFF2-40B4-BE49-F238E27FC236}">
                  <a16:creationId xmlns:a16="http://schemas.microsoft.com/office/drawing/2014/main" id="{60E91C8D-F8EF-005A-2D21-8A5FF70DAB1C}"/>
                </a:ext>
              </a:extLst>
            </p:cNvPr>
            <p:cNvSpPr/>
            <p:nvPr/>
          </p:nvSpPr>
          <p:spPr>
            <a:xfrm>
              <a:off x="8609816" y="4660439"/>
              <a:ext cx="900000" cy="900000"/>
            </a:xfrm>
            <a:prstGeom prst="rect">
              <a:avLst/>
            </a:prstGeom>
            <a:blipFill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artisticWatercolorSponge/>
                        </a14:imgEffect>
                        <a14:imgEffect>
                          <a14:brightnessContrast bright="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9050">
              <a:solidFill>
                <a:schemeClr val="bg1"/>
              </a:solidFill>
            </a:ln>
            <a:scene3d>
              <a:camera prst="orthographicFront"/>
              <a:lightRig rig="threePt" dir="t"/>
            </a:scene3d>
            <a:sp3d>
              <a:bevelT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07000"/>
                </a:lnSpc>
                <a:spcAft>
                  <a:spcPts val="800"/>
                </a:spcAft>
                <a:buNone/>
              </a:pPr>
              <a:r>
                <a:rPr lang="fr-FR" sz="1400" b="1" dirty="0">
                  <a:solidFill>
                    <a:schemeClr val="bg1"/>
                  </a:solidFill>
                  <a:effectLst/>
                  <a:latin typeface="Segoe UI" panose="020B0502040204020203" pitchFamily="34" charset="0"/>
                  <a:ea typeface="Aptos" panose="020B0004020202020204" pitchFamily="34" charset="0"/>
                  <a:cs typeface="Segoe UI" panose="020B0502040204020203" pitchFamily="34" charset="0"/>
                </a:rPr>
                <a:t>16</a:t>
              </a:r>
            </a:p>
          </p:txBody>
        </p:sp>
        <p:cxnSp>
          <p:nvCxnSpPr>
            <p:cNvPr id="159" name="Connecteur : en angle 158">
              <a:extLst>
                <a:ext uri="{FF2B5EF4-FFF2-40B4-BE49-F238E27FC236}">
                  <a16:creationId xmlns:a16="http://schemas.microsoft.com/office/drawing/2014/main" id="{447F4C5F-BA83-0E88-B4C8-32A4451967E3}"/>
                </a:ext>
              </a:extLst>
            </p:cNvPr>
            <p:cNvCxnSpPr>
              <a:cxnSpLocks/>
              <a:stCxn id="10" idx="3"/>
              <a:endCxn id="135" idx="1"/>
            </p:cNvCxnSpPr>
            <p:nvPr/>
          </p:nvCxnSpPr>
          <p:spPr>
            <a:xfrm>
              <a:off x="4888492" y="1611579"/>
              <a:ext cx="246667" cy="0"/>
            </a:xfrm>
            <a:prstGeom prst="straightConnector1">
              <a:avLst/>
            </a:prstGeom>
            <a:ln w="1905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2" name="Connecteur : en angle 158">
              <a:extLst>
                <a:ext uri="{FF2B5EF4-FFF2-40B4-BE49-F238E27FC236}">
                  <a16:creationId xmlns:a16="http://schemas.microsoft.com/office/drawing/2014/main" id="{0C03B9B1-64DF-A680-F0C2-110FC3015D4F}"/>
                </a:ext>
              </a:extLst>
            </p:cNvPr>
            <p:cNvCxnSpPr>
              <a:cxnSpLocks/>
              <a:stCxn id="135" idx="3"/>
              <a:endCxn id="136" idx="1"/>
            </p:cNvCxnSpPr>
            <p:nvPr/>
          </p:nvCxnSpPr>
          <p:spPr>
            <a:xfrm>
              <a:off x="6035159" y="1611579"/>
              <a:ext cx="261259" cy="0"/>
            </a:xfrm>
            <a:prstGeom prst="straightConnector1">
              <a:avLst/>
            </a:prstGeom>
            <a:ln w="1905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5" name="Connecteur : en angle 158">
              <a:extLst>
                <a:ext uri="{FF2B5EF4-FFF2-40B4-BE49-F238E27FC236}">
                  <a16:creationId xmlns:a16="http://schemas.microsoft.com/office/drawing/2014/main" id="{A86018C9-85DE-4691-02EB-D8958EB2E0AB}"/>
                </a:ext>
              </a:extLst>
            </p:cNvPr>
            <p:cNvCxnSpPr>
              <a:cxnSpLocks/>
              <a:stCxn id="136" idx="3"/>
              <a:endCxn id="137" idx="1"/>
            </p:cNvCxnSpPr>
            <p:nvPr/>
          </p:nvCxnSpPr>
          <p:spPr>
            <a:xfrm>
              <a:off x="7196418" y="1611579"/>
              <a:ext cx="238628" cy="0"/>
            </a:xfrm>
            <a:prstGeom prst="straightConnector1">
              <a:avLst/>
            </a:prstGeom>
            <a:ln w="1905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8" name="Connecteur : en angle 158">
              <a:extLst>
                <a:ext uri="{FF2B5EF4-FFF2-40B4-BE49-F238E27FC236}">
                  <a16:creationId xmlns:a16="http://schemas.microsoft.com/office/drawing/2014/main" id="{9FD423E6-DDB7-241E-0FAB-6CCC146CD429}"/>
                </a:ext>
              </a:extLst>
            </p:cNvPr>
            <p:cNvCxnSpPr>
              <a:cxnSpLocks/>
              <a:stCxn id="137" idx="3"/>
              <a:endCxn id="138" idx="1"/>
            </p:cNvCxnSpPr>
            <p:nvPr/>
          </p:nvCxnSpPr>
          <p:spPr>
            <a:xfrm>
              <a:off x="8335046" y="1611579"/>
              <a:ext cx="274770" cy="0"/>
            </a:xfrm>
            <a:prstGeom prst="straightConnector1">
              <a:avLst/>
            </a:prstGeom>
            <a:ln w="1905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1" name="Connecteur : en angle 158">
              <a:extLst>
                <a:ext uri="{FF2B5EF4-FFF2-40B4-BE49-F238E27FC236}">
                  <a16:creationId xmlns:a16="http://schemas.microsoft.com/office/drawing/2014/main" id="{3D30A7FA-732D-0BCF-76C4-6D0B7CFBE8EF}"/>
                </a:ext>
              </a:extLst>
            </p:cNvPr>
            <p:cNvCxnSpPr>
              <a:cxnSpLocks/>
              <a:stCxn id="143" idx="3"/>
              <a:endCxn id="144" idx="1"/>
            </p:cNvCxnSpPr>
            <p:nvPr/>
          </p:nvCxnSpPr>
          <p:spPr>
            <a:xfrm>
              <a:off x="8335046" y="2757037"/>
              <a:ext cx="274770" cy="0"/>
            </a:xfrm>
            <a:prstGeom prst="straightConnector1">
              <a:avLst/>
            </a:prstGeom>
            <a:ln w="1905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4" name="Connecteur : en angle 158">
              <a:extLst>
                <a:ext uri="{FF2B5EF4-FFF2-40B4-BE49-F238E27FC236}">
                  <a16:creationId xmlns:a16="http://schemas.microsoft.com/office/drawing/2014/main" id="{13F03769-B935-D952-C6C8-3E9685638EC8}"/>
                </a:ext>
              </a:extLst>
            </p:cNvPr>
            <p:cNvCxnSpPr>
              <a:cxnSpLocks/>
              <a:stCxn id="144" idx="3"/>
              <a:endCxn id="138" idx="3"/>
            </p:cNvCxnSpPr>
            <p:nvPr/>
          </p:nvCxnSpPr>
          <p:spPr>
            <a:xfrm flipV="1">
              <a:off x="9509816" y="1611579"/>
              <a:ext cx="12700" cy="1145458"/>
            </a:xfrm>
            <a:prstGeom prst="bentConnector3">
              <a:avLst>
                <a:gd name="adj1" fmla="val 1800000"/>
              </a:avLst>
            </a:prstGeom>
            <a:ln w="1905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9" name="Connecteur : en angle 158">
              <a:extLst>
                <a:ext uri="{FF2B5EF4-FFF2-40B4-BE49-F238E27FC236}">
                  <a16:creationId xmlns:a16="http://schemas.microsoft.com/office/drawing/2014/main" id="{149A384E-790F-98A6-45A8-D3AB587C0D78}"/>
                </a:ext>
              </a:extLst>
            </p:cNvPr>
            <p:cNvCxnSpPr>
              <a:cxnSpLocks/>
              <a:stCxn id="146" idx="1"/>
              <a:endCxn id="140" idx="1"/>
            </p:cNvCxnSpPr>
            <p:nvPr/>
          </p:nvCxnSpPr>
          <p:spPr>
            <a:xfrm rot="10800000">
              <a:off x="3988492" y="2757038"/>
              <a:ext cx="12700" cy="1151399"/>
            </a:xfrm>
            <a:prstGeom prst="bentConnector3">
              <a:avLst>
                <a:gd name="adj1" fmla="val 1800000"/>
              </a:avLst>
            </a:prstGeom>
            <a:ln w="1905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2" name="Connecteur : en angle 158">
              <a:extLst>
                <a:ext uri="{FF2B5EF4-FFF2-40B4-BE49-F238E27FC236}">
                  <a16:creationId xmlns:a16="http://schemas.microsoft.com/office/drawing/2014/main" id="{2637FDCA-A5DB-1971-4B3E-7918F3E15FB6}"/>
                </a:ext>
              </a:extLst>
            </p:cNvPr>
            <p:cNvCxnSpPr>
              <a:cxnSpLocks/>
              <a:stCxn id="156" idx="3"/>
              <a:endCxn id="150" idx="3"/>
            </p:cNvCxnSpPr>
            <p:nvPr/>
          </p:nvCxnSpPr>
          <p:spPr>
            <a:xfrm flipV="1">
              <a:off x="9509816" y="3908436"/>
              <a:ext cx="12700" cy="1202003"/>
            </a:xfrm>
            <a:prstGeom prst="bentConnector3">
              <a:avLst>
                <a:gd name="adj1" fmla="val 1800000"/>
              </a:avLst>
            </a:prstGeom>
            <a:ln w="1905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5" name="Connecteur : en angle 158">
              <a:extLst>
                <a:ext uri="{FF2B5EF4-FFF2-40B4-BE49-F238E27FC236}">
                  <a16:creationId xmlns:a16="http://schemas.microsoft.com/office/drawing/2014/main" id="{CBBFEAB0-2C73-3088-989C-D29D0D543461}"/>
                </a:ext>
              </a:extLst>
            </p:cNvPr>
            <p:cNvCxnSpPr>
              <a:cxnSpLocks/>
              <a:stCxn id="142" idx="3"/>
              <a:endCxn id="143" idx="1"/>
            </p:cNvCxnSpPr>
            <p:nvPr/>
          </p:nvCxnSpPr>
          <p:spPr>
            <a:xfrm>
              <a:off x="7196418" y="2757037"/>
              <a:ext cx="238628" cy="0"/>
            </a:xfrm>
            <a:prstGeom prst="straightConnector1">
              <a:avLst/>
            </a:prstGeom>
            <a:ln w="1905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8" name="Connecteur : en angle 158">
              <a:extLst>
                <a:ext uri="{FF2B5EF4-FFF2-40B4-BE49-F238E27FC236}">
                  <a16:creationId xmlns:a16="http://schemas.microsoft.com/office/drawing/2014/main" id="{7EF79DBC-E2C0-292F-8B56-49652D43D65F}"/>
                </a:ext>
              </a:extLst>
            </p:cNvPr>
            <p:cNvCxnSpPr>
              <a:cxnSpLocks/>
              <a:stCxn id="141" idx="3"/>
              <a:endCxn id="142" idx="1"/>
            </p:cNvCxnSpPr>
            <p:nvPr/>
          </p:nvCxnSpPr>
          <p:spPr>
            <a:xfrm>
              <a:off x="6035159" y="2757037"/>
              <a:ext cx="261259" cy="0"/>
            </a:xfrm>
            <a:prstGeom prst="straightConnector1">
              <a:avLst/>
            </a:prstGeom>
            <a:ln w="1905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1" name="Connecteur : en angle 158">
              <a:extLst>
                <a:ext uri="{FF2B5EF4-FFF2-40B4-BE49-F238E27FC236}">
                  <a16:creationId xmlns:a16="http://schemas.microsoft.com/office/drawing/2014/main" id="{46613BF2-AE5D-B3CB-7A34-A7CCFB361499}"/>
                </a:ext>
              </a:extLst>
            </p:cNvPr>
            <p:cNvCxnSpPr>
              <a:cxnSpLocks/>
              <a:stCxn id="140" idx="3"/>
              <a:endCxn id="141" idx="1"/>
            </p:cNvCxnSpPr>
            <p:nvPr/>
          </p:nvCxnSpPr>
          <p:spPr>
            <a:xfrm>
              <a:off x="4888492" y="2757037"/>
              <a:ext cx="246667" cy="0"/>
            </a:xfrm>
            <a:prstGeom prst="straightConnector1">
              <a:avLst/>
            </a:prstGeom>
            <a:ln w="1905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4" name="Connecteur : en angle 158">
              <a:extLst>
                <a:ext uri="{FF2B5EF4-FFF2-40B4-BE49-F238E27FC236}">
                  <a16:creationId xmlns:a16="http://schemas.microsoft.com/office/drawing/2014/main" id="{13AFD17F-67D1-8134-A48B-CC5692294B1F}"/>
                </a:ext>
              </a:extLst>
            </p:cNvPr>
            <p:cNvCxnSpPr>
              <a:cxnSpLocks/>
              <a:stCxn id="146" idx="3"/>
              <a:endCxn id="147" idx="1"/>
            </p:cNvCxnSpPr>
            <p:nvPr/>
          </p:nvCxnSpPr>
          <p:spPr>
            <a:xfrm>
              <a:off x="4888492" y="3908436"/>
              <a:ext cx="246667" cy="0"/>
            </a:xfrm>
            <a:prstGeom prst="straightConnector1">
              <a:avLst/>
            </a:prstGeom>
            <a:ln w="1905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7" name="Connecteur : en angle 158">
              <a:extLst>
                <a:ext uri="{FF2B5EF4-FFF2-40B4-BE49-F238E27FC236}">
                  <a16:creationId xmlns:a16="http://schemas.microsoft.com/office/drawing/2014/main" id="{55708052-1CB7-B8F5-44BC-C8B0CB25DC5A}"/>
                </a:ext>
              </a:extLst>
            </p:cNvPr>
            <p:cNvCxnSpPr>
              <a:cxnSpLocks/>
              <a:stCxn id="147" idx="3"/>
              <a:endCxn id="148" idx="1"/>
            </p:cNvCxnSpPr>
            <p:nvPr/>
          </p:nvCxnSpPr>
          <p:spPr>
            <a:xfrm>
              <a:off x="6035159" y="3908436"/>
              <a:ext cx="261259" cy="0"/>
            </a:xfrm>
            <a:prstGeom prst="straightConnector1">
              <a:avLst/>
            </a:prstGeom>
            <a:ln w="1905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0" name="Connecteur : en angle 158">
              <a:extLst>
                <a:ext uri="{FF2B5EF4-FFF2-40B4-BE49-F238E27FC236}">
                  <a16:creationId xmlns:a16="http://schemas.microsoft.com/office/drawing/2014/main" id="{1C9F7BC2-833A-9369-F915-58682F6620AF}"/>
                </a:ext>
              </a:extLst>
            </p:cNvPr>
            <p:cNvCxnSpPr>
              <a:cxnSpLocks/>
              <a:stCxn id="148" idx="3"/>
              <a:endCxn id="149" idx="1"/>
            </p:cNvCxnSpPr>
            <p:nvPr/>
          </p:nvCxnSpPr>
          <p:spPr>
            <a:xfrm>
              <a:off x="7196418" y="3908436"/>
              <a:ext cx="238628" cy="0"/>
            </a:xfrm>
            <a:prstGeom prst="straightConnector1">
              <a:avLst/>
            </a:prstGeom>
            <a:ln w="1905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3" name="Connecteur : en angle 158">
              <a:extLst>
                <a:ext uri="{FF2B5EF4-FFF2-40B4-BE49-F238E27FC236}">
                  <a16:creationId xmlns:a16="http://schemas.microsoft.com/office/drawing/2014/main" id="{91B0C771-2155-67DF-5E49-DDAAAF987892}"/>
                </a:ext>
              </a:extLst>
            </p:cNvPr>
            <p:cNvCxnSpPr>
              <a:cxnSpLocks/>
              <a:stCxn id="149" idx="3"/>
              <a:endCxn id="150" idx="1"/>
            </p:cNvCxnSpPr>
            <p:nvPr/>
          </p:nvCxnSpPr>
          <p:spPr>
            <a:xfrm>
              <a:off x="8335046" y="3908436"/>
              <a:ext cx="274770" cy="0"/>
            </a:xfrm>
            <a:prstGeom prst="straightConnector1">
              <a:avLst/>
            </a:prstGeom>
            <a:ln w="1905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6" name="Connecteur : en angle 158">
              <a:extLst>
                <a:ext uri="{FF2B5EF4-FFF2-40B4-BE49-F238E27FC236}">
                  <a16:creationId xmlns:a16="http://schemas.microsoft.com/office/drawing/2014/main" id="{2CE708EA-75AE-04D2-E43C-1729E36CBF45}"/>
                </a:ext>
              </a:extLst>
            </p:cNvPr>
            <p:cNvCxnSpPr>
              <a:cxnSpLocks/>
              <a:stCxn id="155" idx="3"/>
              <a:endCxn id="156" idx="1"/>
            </p:cNvCxnSpPr>
            <p:nvPr/>
          </p:nvCxnSpPr>
          <p:spPr>
            <a:xfrm>
              <a:off x="8335046" y="5110439"/>
              <a:ext cx="274770" cy="0"/>
            </a:xfrm>
            <a:prstGeom prst="straightConnector1">
              <a:avLst/>
            </a:prstGeom>
            <a:ln w="1905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9" name="Connecteur : en angle 158">
              <a:extLst>
                <a:ext uri="{FF2B5EF4-FFF2-40B4-BE49-F238E27FC236}">
                  <a16:creationId xmlns:a16="http://schemas.microsoft.com/office/drawing/2014/main" id="{1CBBACBD-0A2A-8352-A408-BB02A5A0B493}"/>
                </a:ext>
              </a:extLst>
            </p:cNvPr>
            <p:cNvCxnSpPr>
              <a:cxnSpLocks/>
              <a:stCxn id="154" idx="3"/>
              <a:endCxn id="155" idx="1"/>
            </p:cNvCxnSpPr>
            <p:nvPr/>
          </p:nvCxnSpPr>
          <p:spPr>
            <a:xfrm>
              <a:off x="7196418" y="5110439"/>
              <a:ext cx="238628" cy="0"/>
            </a:xfrm>
            <a:prstGeom prst="straightConnector1">
              <a:avLst/>
            </a:prstGeom>
            <a:ln w="1905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2" name="Connecteur : en angle 158">
              <a:extLst>
                <a:ext uri="{FF2B5EF4-FFF2-40B4-BE49-F238E27FC236}">
                  <a16:creationId xmlns:a16="http://schemas.microsoft.com/office/drawing/2014/main" id="{596AAFC9-45D8-FCF3-464A-2F81AF789484}"/>
                </a:ext>
              </a:extLst>
            </p:cNvPr>
            <p:cNvCxnSpPr>
              <a:cxnSpLocks/>
              <a:stCxn id="153" idx="3"/>
              <a:endCxn id="154" idx="1"/>
            </p:cNvCxnSpPr>
            <p:nvPr/>
          </p:nvCxnSpPr>
          <p:spPr>
            <a:xfrm>
              <a:off x="6035159" y="5110439"/>
              <a:ext cx="261259" cy="0"/>
            </a:xfrm>
            <a:prstGeom prst="straightConnector1">
              <a:avLst/>
            </a:prstGeom>
            <a:ln w="1905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5" name="Connecteur : en angle 158">
              <a:extLst>
                <a:ext uri="{FF2B5EF4-FFF2-40B4-BE49-F238E27FC236}">
                  <a16:creationId xmlns:a16="http://schemas.microsoft.com/office/drawing/2014/main" id="{B0911DC8-7D88-FD54-2EED-8BF8C5DAEC3E}"/>
                </a:ext>
              </a:extLst>
            </p:cNvPr>
            <p:cNvCxnSpPr>
              <a:cxnSpLocks/>
              <a:stCxn id="152" idx="3"/>
              <a:endCxn id="153" idx="1"/>
            </p:cNvCxnSpPr>
            <p:nvPr/>
          </p:nvCxnSpPr>
          <p:spPr>
            <a:xfrm>
              <a:off x="4888492" y="5110439"/>
              <a:ext cx="246667" cy="0"/>
            </a:xfrm>
            <a:prstGeom prst="straightConnector1">
              <a:avLst/>
            </a:prstGeom>
            <a:ln w="1905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8" name="Groupe 7">
              <a:extLst>
                <a:ext uri="{FF2B5EF4-FFF2-40B4-BE49-F238E27FC236}">
                  <a16:creationId xmlns:a16="http://schemas.microsoft.com/office/drawing/2014/main" id="{B6457E2F-8BCE-B5F9-AAE3-2949356CDED1}"/>
                </a:ext>
              </a:extLst>
            </p:cNvPr>
            <p:cNvGrpSpPr/>
            <p:nvPr/>
          </p:nvGrpSpPr>
          <p:grpSpPr>
            <a:xfrm>
              <a:off x="6296418" y="4660439"/>
              <a:ext cx="900000" cy="900000"/>
              <a:chOff x="6296418" y="4660439"/>
              <a:chExt cx="900000" cy="900000"/>
            </a:xfrm>
          </p:grpSpPr>
          <p:sp>
            <p:nvSpPr>
              <p:cNvPr id="154" name="Rectangle 153">
                <a:extLst>
                  <a:ext uri="{FF2B5EF4-FFF2-40B4-BE49-F238E27FC236}">
                    <a16:creationId xmlns:a16="http://schemas.microsoft.com/office/drawing/2014/main" id="{1ECBCC94-1927-06D1-45F4-E653A80F3AF3}"/>
                  </a:ext>
                </a:extLst>
              </p:cNvPr>
              <p:cNvSpPr/>
              <p:nvPr/>
            </p:nvSpPr>
            <p:spPr>
              <a:xfrm>
                <a:off x="6296418" y="4660439"/>
                <a:ext cx="900000" cy="900000"/>
              </a:xfrm>
              <a:prstGeom prst="rect">
                <a:avLst/>
              </a:prstGeom>
              <a:blipFill>
                <a:blip r:embed="rId11"/>
                <a:tile tx="0" ty="0" sx="100000" sy="100000" flip="none" algn="tl"/>
              </a:blipFill>
              <a:ln w="19050">
                <a:solidFill>
                  <a:schemeClr val="bg1"/>
                </a:solidFill>
              </a:ln>
              <a:scene3d>
                <a:camera prst="orthographicFront"/>
                <a:lightRig rig="threePt" dir="t"/>
              </a:scene3d>
              <a:sp3d>
                <a:bevelT/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lnSpc>
                    <a:spcPct val="107000"/>
                  </a:lnSpc>
                  <a:spcAft>
                    <a:spcPts val="800"/>
                  </a:spcAft>
                  <a:buNone/>
                </a:pPr>
                <a:r>
                  <a:rPr lang="fr-FR" sz="1400" b="1" dirty="0">
                    <a:solidFill>
                      <a:schemeClr val="tx1"/>
                    </a:solidFill>
                    <a:effectLst/>
                    <a:latin typeface="Segoe UI" panose="020B0502040204020203" pitchFamily="34" charset="0"/>
                    <a:ea typeface="Aptos" panose="020B0004020202020204" pitchFamily="34" charset="0"/>
                    <a:cs typeface="Segoe UI" panose="020B0502040204020203" pitchFamily="34" charset="0"/>
                  </a:rPr>
                  <a:t>18</a:t>
                </a:r>
              </a:p>
            </p:txBody>
          </p:sp>
          <p:pic>
            <p:nvPicPr>
              <p:cNvPr id="218" name="Graphique 22" descr="Pion avec un remplissage uni">
                <a:extLst>
                  <a:ext uri="{FF2B5EF4-FFF2-40B4-BE49-F238E27FC236}">
                    <a16:creationId xmlns:a16="http://schemas.microsoft.com/office/drawing/2014/main" id="{EDEB36CE-ABAB-21F8-5E53-B3CE5E1E974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12"/>
                  </a:ext>
                </a:extLst>
              </a:blip>
              <a:stretch>
                <a:fillRect/>
              </a:stretch>
            </p:blipFill>
            <p:spPr>
              <a:xfrm>
                <a:off x="6516377" y="5226761"/>
                <a:ext cx="288000" cy="288000"/>
              </a:xfrm>
              <a:prstGeom prst="rect">
                <a:avLst/>
              </a:prstGeom>
            </p:spPr>
          </p:pic>
          <p:pic>
            <p:nvPicPr>
              <p:cNvPr id="219" name="Graphique 1" descr="Pion avec un remplissage uni">
                <a:extLst>
                  <a:ext uri="{FF2B5EF4-FFF2-40B4-BE49-F238E27FC236}">
                    <a16:creationId xmlns:a16="http://schemas.microsoft.com/office/drawing/2014/main" id="{47795E81-6A5F-16BD-AAEA-487C95FD491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12"/>
                  </a:ext>
                </a:extLst>
              </a:blip>
              <a:stretch>
                <a:fillRect/>
              </a:stretch>
            </p:blipFill>
            <p:spPr>
              <a:xfrm>
                <a:off x="6702301" y="5226761"/>
                <a:ext cx="286983" cy="288000"/>
              </a:xfrm>
              <a:prstGeom prst="rect">
                <a:avLst/>
              </a:prstGeom>
            </p:spPr>
          </p:pic>
        </p:grpSp>
        <p:grpSp>
          <p:nvGrpSpPr>
            <p:cNvPr id="11" name="Groupe 10">
              <a:extLst>
                <a:ext uri="{FF2B5EF4-FFF2-40B4-BE49-F238E27FC236}">
                  <a16:creationId xmlns:a16="http://schemas.microsoft.com/office/drawing/2014/main" id="{3B7ED9E7-0381-8ADE-1A8D-A0FBEDE26635}"/>
                </a:ext>
              </a:extLst>
            </p:cNvPr>
            <p:cNvGrpSpPr/>
            <p:nvPr/>
          </p:nvGrpSpPr>
          <p:grpSpPr>
            <a:xfrm>
              <a:off x="7435046" y="3458436"/>
              <a:ext cx="900000" cy="900000"/>
              <a:chOff x="7435046" y="3458436"/>
              <a:chExt cx="900000" cy="900000"/>
            </a:xfrm>
          </p:grpSpPr>
          <p:sp>
            <p:nvSpPr>
              <p:cNvPr id="149" name="Rectangle 148">
                <a:extLst>
                  <a:ext uri="{FF2B5EF4-FFF2-40B4-BE49-F238E27FC236}">
                    <a16:creationId xmlns:a16="http://schemas.microsoft.com/office/drawing/2014/main" id="{FDB779C8-202E-B522-53A8-D7184A20C4AC}"/>
                  </a:ext>
                </a:extLst>
              </p:cNvPr>
              <p:cNvSpPr/>
              <p:nvPr/>
            </p:nvSpPr>
            <p:spPr>
              <a:xfrm>
                <a:off x="7435046" y="3458436"/>
                <a:ext cx="900000" cy="900000"/>
              </a:xfrm>
              <a:prstGeom prst="rect">
                <a:avLst/>
              </a:prstGeom>
              <a:blipFill>
                <a:blip r:embed="rId13">
                  <a:extLst>
                    <a:ext uri="{BEBA8EAE-BF5A-486C-A8C5-ECC9F3942E4B}">
                      <a14:imgProps xmlns:a14="http://schemas.microsoft.com/office/drawing/2010/main">
                        <a14:imgLayer r:embed="rId14">
                          <a14:imgEffect>
                            <a14:artisticPaintBrush/>
                          </a14:imgEffect>
                        </a14:imgLayer>
                      </a14:imgProps>
                    </a:ext>
                  </a:extLst>
                </a:blip>
                <a:tile tx="0" ty="0" sx="100000" sy="100000" flip="none" algn="tl"/>
              </a:blipFill>
              <a:ln w="19050">
                <a:solidFill>
                  <a:schemeClr val="bg1"/>
                </a:solidFill>
              </a:ln>
              <a:scene3d>
                <a:camera prst="orthographicFront"/>
                <a:lightRig rig="threePt" dir="t"/>
              </a:scene3d>
              <a:sp3d>
                <a:bevelT/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lnSpc>
                    <a:spcPct val="107000"/>
                  </a:lnSpc>
                  <a:spcAft>
                    <a:spcPts val="800"/>
                  </a:spcAft>
                  <a:buNone/>
                </a:pPr>
                <a:r>
                  <a:rPr lang="fr-FR" sz="1400" b="1" dirty="0">
                    <a:solidFill>
                      <a:schemeClr val="tx1"/>
                    </a:solidFill>
                    <a:effectLst/>
                    <a:latin typeface="Segoe UI" panose="020B0502040204020203" pitchFamily="34" charset="0"/>
                    <a:ea typeface="Aptos" panose="020B0004020202020204" pitchFamily="34" charset="0"/>
                    <a:cs typeface="Segoe UI" panose="020B0502040204020203" pitchFamily="34" charset="0"/>
                  </a:rPr>
                  <a:t>14</a:t>
                </a:r>
              </a:p>
            </p:txBody>
          </p:sp>
          <p:pic>
            <p:nvPicPr>
              <p:cNvPr id="220" name="Graphique 1" descr="Pion avec un remplissage uni">
                <a:extLst>
                  <a:ext uri="{FF2B5EF4-FFF2-40B4-BE49-F238E27FC236}">
                    <a16:creationId xmlns:a16="http://schemas.microsoft.com/office/drawing/2014/main" id="{392E43EA-E753-58A2-24FF-339932FA3B0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12"/>
                  </a:ext>
                </a:extLst>
              </a:blip>
              <a:stretch>
                <a:fillRect/>
              </a:stretch>
            </p:blipFill>
            <p:spPr>
              <a:xfrm>
                <a:off x="7567773" y="4020967"/>
                <a:ext cx="286983" cy="288000"/>
              </a:xfrm>
              <a:prstGeom prst="rect">
                <a:avLst/>
              </a:prstGeom>
            </p:spPr>
          </p:pic>
          <p:pic>
            <p:nvPicPr>
              <p:cNvPr id="221" name="Graphique 1" descr="Pion avec un remplissage uni">
                <a:extLst>
                  <a:ext uri="{FF2B5EF4-FFF2-40B4-BE49-F238E27FC236}">
                    <a16:creationId xmlns:a16="http://schemas.microsoft.com/office/drawing/2014/main" id="{A55C691A-E4AA-F119-7638-9527D5C1807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12"/>
                  </a:ext>
                </a:extLst>
              </a:blip>
              <a:stretch>
                <a:fillRect/>
              </a:stretch>
            </p:blipFill>
            <p:spPr>
              <a:xfrm>
                <a:off x="7742600" y="4020967"/>
                <a:ext cx="288000" cy="288000"/>
              </a:xfrm>
              <a:prstGeom prst="rect">
                <a:avLst/>
              </a:prstGeom>
            </p:spPr>
          </p:pic>
          <p:pic>
            <p:nvPicPr>
              <p:cNvPr id="222" name="Graphique 1" descr="Pion avec un remplissage uni">
                <a:extLst>
                  <a:ext uri="{FF2B5EF4-FFF2-40B4-BE49-F238E27FC236}">
                    <a16:creationId xmlns:a16="http://schemas.microsoft.com/office/drawing/2014/main" id="{912F4CF0-7D46-F5F6-E0E5-8389200CB2C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12"/>
                  </a:ext>
                </a:extLst>
              </a:blip>
              <a:stretch>
                <a:fillRect/>
              </a:stretch>
            </p:blipFill>
            <p:spPr>
              <a:xfrm>
                <a:off x="7918445" y="4020967"/>
                <a:ext cx="288000" cy="288000"/>
              </a:xfrm>
              <a:prstGeom prst="rect">
                <a:avLst/>
              </a:prstGeom>
            </p:spPr>
          </p:pic>
        </p:grpSp>
        <p:grpSp>
          <p:nvGrpSpPr>
            <p:cNvPr id="9" name="Groupe 8">
              <a:extLst>
                <a:ext uri="{FF2B5EF4-FFF2-40B4-BE49-F238E27FC236}">
                  <a16:creationId xmlns:a16="http://schemas.microsoft.com/office/drawing/2014/main" id="{57F7A2D6-1B16-B339-D98A-41279154D127}"/>
                </a:ext>
              </a:extLst>
            </p:cNvPr>
            <p:cNvGrpSpPr/>
            <p:nvPr/>
          </p:nvGrpSpPr>
          <p:grpSpPr>
            <a:xfrm>
              <a:off x="5135159" y="3458436"/>
              <a:ext cx="900000" cy="900000"/>
              <a:chOff x="5135159" y="3458436"/>
              <a:chExt cx="900000" cy="900000"/>
            </a:xfrm>
          </p:grpSpPr>
          <p:sp>
            <p:nvSpPr>
              <p:cNvPr id="147" name="Rectangle 146">
                <a:extLst>
                  <a:ext uri="{FF2B5EF4-FFF2-40B4-BE49-F238E27FC236}">
                    <a16:creationId xmlns:a16="http://schemas.microsoft.com/office/drawing/2014/main" id="{993696D2-AB5B-AFF5-5984-623544EDEF1B}"/>
                  </a:ext>
                </a:extLst>
              </p:cNvPr>
              <p:cNvSpPr/>
              <p:nvPr/>
            </p:nvSpPr>
            <p:spPr>
              <a:xfrm>
                <a:off x="5135159" y="3458436"/>
                <a:ext cx="900000" cy="900000"/>
              </a:xfrm>
              <a:prstGeom prst="rect">
                <a:avLst/>
              </a:prstGeom>
              <a:blipFill>
                <a:blip r:embed="rId13">
                  <a:extLst>
                    <a:ext uri="{BEBA8EAE-BF5A-486C-A8C5-ECC9F3942E4B}">
                      <a14:imgProps xmlns:a14="http://schemas.microsoft.com/office/drawing/2010/main">
                        <a14:imgLayer r:embed="rId14">
                          <a14:imgEffect>
                            <a14:artisticPaintBrush/>
                          </a14:imgEffect>
                        </a14:imgLayer>
                      </a14:imgProps>
                    </a:ext>
                  </a:extLst>
                </a:blip>
                <a:tile tx="0" ty="0" sx="100000" sy="100000" flip="none" algn="tl"/>
              </a:blipFill>
              <a:ln w="19050">
                <a:solidFill>
                  <a:schemeClr val="bg1"/>
                </a:solidFill>
              </a:ln>
              <a:scene3d>
                <a:camera prst="orthographicFront"/>
                <a:lightRig rig="threePt" dir="t"/>
              </a:scene3d>
              <a:sp3d>
                <a:bevelT/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lnSpc>
                    <a:spcPct val="107000"/>
                  </a:lnSpc>
                  <a:spcAft>
                    <a:spcPts val="800"/>
                  </a:spcAft>
                  <a:buNone/>
                </a:pPr>
                <a:r>
                  <a:rPr lang="fr-FR" sz="1400" b="1" dirty="0">
                    <a:solidFill>
                      <a:schemeClr val="tx1"/>
                    </a:solidFill>
                    <a:effectLst/>
                    <a:latin typeface="Segoe UI" panose="020B0502040204020203" pitchFamily="34" charset="0"/>
                    <a:ea typeface="Aptos" panose="020B0004020202020204" pitchFamily="34" charset="0"/>
                    <a:cs typeface="Segoe UI" panose="020B0502040204020203" pitchFamily="34" charset="0"/>
                  </a:rPr>
                  <a:t>12</a:t>
                </a:r>
              </a:p>
            </p:txBody>
          </p:sp>
          <p:pic>
            <p:nvPicPr>
              <p:cNvPr id="223" name="Graphique 1" descr="Pion avec un remplissage uni">
                <a:extLst>
                  <a:ext uri="{FF2B5EF4-FFF2-40B4-BE49-F238E27FC236}">
                    <a16:creationId xmlns:a16="http://schemas.microsoft.com/office/drawing/2014/main" id="{8F0276D8-F6F7-3402-EC36-628726E362A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12"/>
                  </a:ext>
                </a:extLst>
              </a:blip>
              <a:stretch>
                <a:fillRect/>
              </a:stretch>
            </p:blipFill>
            <p:spPr>
              <a:xfrm>
                <a:off x="5158676" y="4020967"/>
                <a:ext cx="288000" cy="288000"/>
              </a:xfrm>
              <a:prstGeom prst="rect">
                <a:avLst/>
              </a:prstGeom>
            </p:spPr>
          </p:pic>
          <p:pic>
            <p:nvPicPr>
              <p:cNvPr id="224" name="Graphique 1" descr="Pion avec un remplissage uni">
                <a:extLst>
                  <a:ext uri="{FF2B5EF4-FFF2-40B4-BE49-F238E27FC236}">
                    <a16:creationId xmlns:a16="http://schemas.microsoft.com/office/drawing/2014/main" id="{8710D397-5FD4-FAC4-4FB0-E6E3815B051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12"/>
                  </a:ext>
                </a:extLst>
              </a:blip>
              <a:stretch>
                <a:fillRect/>
              </a:stretch>
            </p:blipFill>
            <p:spPr>
              <a:xfrm>
                <a:off x="5521749" y="4020967"/>
                <a:ext cx="289025" cy="288000"/>
              </a:xfrm>
              <a:prstGeom prst="rect">
                <a:avLst/>
              </a:prstGeom>
            </p:spPr>
          </p:pic>
          <p:pic>
            <p:nvPicPr>
              <p:cNvPr id="225" name="Graphique 1" descr="Pion avec un remplissage uni">
                <a:extLst>
                  <a:ext uri="{FF2B5EF4-FFF2-40B4-BE49-F238E27FC236}">
                    <a16:creationId xmlns:a16="http://schemas.microsoft.com/office/drawing/2014/main" id="{C253AB74-EA8C-F1F7-FB8A-C16CBFE4573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12"/>
                  </a:ext>
                </a:extLst>
              </a:blip>
              <a:stretch>
                <a:fillRect/>
              </a:stretch>
            </p:blipFill>
            <p:spPr>
              <a:xfrm>
                <a:off x="5339700" y="4020967"/>
                <a:ext cx="289025" cy="288000"/>
              </a:xfrm>
              <a:prstGeom prst="rect">
                <a:avLst/>
              </a:prstGeom>
            </p:spPr>
          </p:pic>
          <p:pic>
            <p:nvPicPr>
              <p:cNvPr id="226" name="Graphique 1" descr="Pion avec un remplissage uni">
                <a:extLst>
                  <a:ext uri="{FF2B5EF4-FFF2-40B4-BE49-F238E27FC236}">
                    <a16:creationId xmlns:a16="http://schemas.microsoft.com/office/drawing/2014/main" id="{8105F1DC-4B3D-8C60-341E-96DF864931B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12"/>
                  </a:ext>
                </a:extLst>
              </a:blip>
              <a:stretch>
                <a:fillRect/>
              </a:stretch>
            </p:blipFill>
            <p:spPr>
              <a:xfrm>
                <a:off x="5703797" y="4020967"/>
                <a:ext cx="290057" cy="288000"/>
              </a:xfrm>
              <a:prstGeom prst="rect">
                <a:avLst/>
              </a:prstGeom>
            </p:spPr>
          </p:pic>
        </p:grpSp>
        <p:sp>
          <p:nvSpPr>
            <p:cNvPr id="228" name="ZoneTexte 227">
              <a:extLst>
                <a:ext uri="{FF2B5EF4-FFF2-40B4-BE49-F238E27FC236}">
                  <a16:creationId xmlns:a16="http://schemas.microsoft.com/office/drawing/2014/main" id="{DE2651B4-C7AF-44AC-1930-29D5043CE9B3}"/>
                </a:ext>
              </a:extLst>
            </p:cNvPr>
            <p:cNvSpPr txBox="1"/>
            <p:nvPr/>
          </p:nvSpPr>
          <p:spPr>
            <a:xfrm>
              <a:off x="2375408" y="4216741"/>
              <a:ext cx="1405950" cy="646331"/>
            </a:xfrm>
            <a:prstGeom prst="rect">
              <a:avLst/>
            </a:prstGeom>
            <a:blipFill>
              <a:blip r:embed="rId13">
                <a:extLst>
                  <a:ext uri="{BEBA8EAE-BF5A-486C-A8C5-ECC9F3942E4B}">
                    <a14:imgProps xmlns:a14="http://schemas.microsoft.com/office/drawing/2010/main">
                      <a14:imgLayer r:embed="rId14">
                        <a14:imgEffect>
                          <a14:artisticPaintBrush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>
              <a:solidFill>
                <a:schemeClr val="tx1"/>
              </a:solidFill>
            </a:ln>
            <a:scene3d>
              <a:camera prst="orthographicFront"/>
              <a:lightRig rig="threePt" dir="t"/>
            </a:scene3d>
            <a:sp3d>
              <a:bevelT/>
            </a:sp3d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b="1" dirty="0">
                  <a:latin typeface="Segoe UI" panose="020B0502040204020203" pitchFamily="34" charset="0"/>
                  <a:cs typeface="Segoe UI" panose="020B0502040204020203" pitchFamily="34" charset="0"/>
                </a:rPr>
                <a:t>A player with</a:t>
              </a:r>
              <a:br>
                <a:rPr lang="en-US" sz="1200" b="1" dirty="0">
                  <a:latin typeface="Segoe UI" panose="020B0502040204020203" pitchFamily="34" charset="0"/>
                  <a:cs typeface="Segoe UI" panose="020B0502040204020203" pitchFamily="34" charset="0"/>
                </a:rPr>
              </a:br>
              <a:r>
                <a:rPr lang="en-US" sz="1200" b="1" dirty="0">
                  <a:solidFill>
                    <a:srgbClr val="FF0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5 troops</a:t>
              </a:r>
              <a:r>
                <a:rPr lang="en-US" sz="1200" b="1" dirty="0">
                  <a:latin typeface="Segoe UI" panose="020B0502040204020203" pitchFamily="34" charset="0"/>
                  <a:cs typeface="Segoe UI" panose="020B0502040204020203" pitchFamily="34" charset="0"/>
                </a:rPr>
                <a:t> or fewer </a:t>
              </a:r>
              <a:r>
                <a:rPr lang="fr-FR" sz="1200" b="1" dirty="0">
                  <a:latin typeface="Segoe UI" panose="020B0502040204020203" pitchFamily="34" charset="0"/>
                  <a:cs typeface="Segoe UI" panose="020B0502040204020203" pitchFamily="34" charset="0"/>
                  <a:sym typeface="Wingdings" panose="05000000000000000000" pitchFamily="2" charset="2"/>
                </a:rPr>
                <a:t> </a:t>
              </a:r>
              <a:r>
                <a:rPr lang="fr-FR" sz="1200" b="1" dirty="0">
                  <a:solidFill>
                    <a:srgbClr val="FF0000"/>
                  </a:solidFill>
                  <a:latin typeface="Segoe UI" panose="020B0502040204020203" pitchFamily="34" charset="0"/>
                  <a:cs typeface="Segoe UI" panose="020B0502040204020203" pitchFamily="34" charset="0"/>
                  <a:sym typeface="Wingdings" panose="05000000000000000000" pitchFamily="2" charset="2"/>
                </a:rPr>
                <a:t>STOP</a:t>
              </a:r>
              <a:endParaRPr lang="fr-FR" sz="1200" b="1" dirty="0">
                <a:solidFill>
                  <a:srgbClr val="FF0000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7" name="ZoneTexte 6">
              <a:extLst>
                <a:ext uri="{FF2B5EF4-FFF2-40B4-BE49-F238E27FC236}">
                  <a16:creationId xmlns:a16="http://schemas.microsoft.com/office/drawing/2014/main" id="{B0E31BB3-EE75-42CB-4F87-098EBC97F41F}"/>
                </a:ext>
              </a:extLst>
            </p:cNvPr>
            <p:cNvSpPr txBox="1"/>
            <p:nvPr/>
          </p:nvSpPr>
          <p:spPr>
            <a:xfrm>
              <a:off x="2350008" y="4969052"/>
              <a:ext cx="1431350" cy="646331"/>
            </a:xfrm>
            <a:prstGeom prst="rect">
              <a:avLst/>
            </a:prstGeom>
            <a:blipFill>
              <a:blip r:embed="rId13">
                <a:extLst>
                  <a:ext uri="{BEBA8EAE-BF5A-486C-A8C5-ECC9F3942E4B}">
                    <a14:imgProps xmlns:a14="http://schemas.microsoft.com/office/drawing/2010/main">
                      <a14:imgLayer r:embed="rId14">
                        <a14:imgEffect>
                          <a14:artisticPaintBrush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>
              <a:solidFill>
                <a:schemeClr val="tx1"/>
              </a:solidFill>
            </a:ln>
            <a:scene3d>
              <a:camera prst="orthographicFront"/>
              <a:lightRig rig="threePt" dir="t"/>
            </a:scene3d>
            <a:sp3d>
              <a:bevelT/>
            </a:sp3d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b="1" dirty="0">
                  <a:latin typeface="Segoe UI" panose="020B0502040204020203" pitchFamily="34" charset="0"/>
                  <a:cs typeface="Segoe UI" panose="020B0502040204020203" pitchFamily="34" charset="0"/>
                </a:rPr>
                <a:t>A player with </a:t>
              </a:r>
              <a:br>
                <a:rPr lang="en-US" sz="1200" b="1" dirty="0">
                  <a:latin typeface="Segoe UI" panose="020B0502040204020203" pitchFamily="34" charset="0"/>
                  <a:cs typeface="Segoe UI" panose="020B0502040204020203" pitchFamily="34" charset="0"/>
                </a:rPr>
              </a:br>
              <a:r>
                <a:rPr lang="en-US" sz="1200" b="1" dirty="0">
                  <a:solidFill>
                    <a:srgbClr val="FF0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0 cards</a:t>
              </a:r>
              <a:r>
                <a:rPr lang="en-US" sz="1200" b="1" dirty="0">
                  <a:latin typeface="Segoe UI" panose="020B0502040204020203" pitchFamily="34" charset="0"/>
                  <a:cs typeface="Segoe UI" panose="020B0502040204020203" pitchFamily="34" charset="0"/>
                </a:rPr>
                <a:t> in hand </a:t>
              </a:r>
              <a:r>
                <a:rPr lang="fr-FR" sz="1200" b="1" dirty="0">
                  <a:latin typeface="Segoe UI" panose="020B0502040204020203" pitchFamily="34" charset="0"/>
                  <a:cs typeface="Segoe UI" panose="020B0502040204020203" pitchFamily="34" charset="0"/>
                  <a:sym typeface="Wingdings" panose="05000000000000000000" pitchFamily="2" charset="2"/>
                </a:rPr>
                <a:t> </a:t>
              </a:r>
              <a:r>
                <a:rPr lang="fr-FR" sz="1200" b="1" dirty="0">
                  <a:solidFill>
                    <a:srgbClr val="FF0000"/>
                  </a:solidFill>
                  <a:latin typeface="Segoe UI" panose="020B0502040204020203" pitchFamily="34" charset="0"/>
                  <a:cs typeface="Segoe UI" panose="020B0502040204020203" pitchFamily="34" charset="0"/>
                  <a:sym typeface="Wingdings" panose="05000000000000000000" pitchFamily="2" charset="2"/>
                </a:rPr>
                <a:t>STOP</a:t>
              </a:r>
              <a:endParaRPr lang="fr-FR" sz="1200" b="1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3941665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A844A5-89FB-9DB6-D88E-438FE17AC8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0BE5BB0-A0F6-6008-FF54-3E077DCA08DF}"/>
              </a:ext>
            </a:extLst>
          </p:cNvPr>
          <p:cNvSpPr/>
          <p:nvPr/>
        </p:nvSpPr>
        <p:spPr>
          <a:xfrm>
            <a:off x="2316000" y="909000"/>
            <a:ext cx="7920000" cy="5040000"/>
          </a:xfrm>
          <a:prstGeom prst="rect">
            <a:avLst/>
          </a:prstGeom>
          <a:blipFill>
            <a:blip r:embed="rId2"/>
            <a:tile tx="0" ty="0" sx="100000" sy="100000" flip="none" algn="tl"/>
          </a:blipFill>
          <a:ln w="9525">
            <a:solidFill>
              <a:schemeClr val="tx1"/>
            </a:solidFill>
          </a:ln>
          <a:scene3d>
            <a:camera prst="orthographicFront"/>
            <a:lightRig rig="threePt" dir="t"/>
          </a:scene3d>
          <a:sp3d>
            <a:bevelT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210007129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1324</TotalTime>
  <Words>48</Words>
  <Application>Microsoft Office PowerPoint</Application>
  <PresentationFormat>Grand écran</PresentationFormat>
  <Paragraphs>27</Paragraphs>
  <Slides>2</Slides>
  <Notes>1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2</vt:i4>
      </vt:variant>
    </vt:vector>
  </HeadingPairs>
  <TitlesOfParts>
    <vt:vector size="7" baseType="lpstr">
      <vt:lpstr>Aptos</vt:lpstr>
      <vt:lpstr>Aptos Display</vt:lpstr>
      <vt:lpstr>Arial</vt:lpstr>
      <vt:lpstr>Segoe UI</vt:lpstr>
      <vt:lpstr>Thème Office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Léandre Brault</dc:creator>
  <cp:lastModifiedBy>Léandre Brault</cp:lastModifiedBy>
  <cp:revision>91</cp:revision>
  <cp:lastPrinted>2026-02-28T18:10:31Z</cp:lastPrinted>
  <dcterms:created xsi:type="dcterms:W3CDTF">2026-02-07T18:04:07Z</dcterms:created>
  <dcterms:modified xsi:type="dcterms:W3CDTF">2026-09-16T20:34:38Z</dcterms:modified>
</cp:coreProperties>
</file>