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9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jpeg"/><Relationship Id="rId5" Type="http://schemas.microsoft.com/office/2007/relationships/hdphoto" Target="../media/hdphoto1.wdp"/><Relationship Id="rId10" Type="http://schemas.openxmlformats.org/officeDocument/2006/relationships/image" Target="../media/image5.jpe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2E40BB44-66DC-7D3E-DC30-2C241F3E36C3}"/>
              </a:ext>
            </a:extLst>
          </p:cNvPr>
          <p:cNvGrpSpPr/>
          <p:nvPr/>
        </p:nvGrpSpPr>
        <p:grpSpPr>
          <a:xfrm>
            <a:off x="2156460" y="878520"/>
            <a:ext cx="7920000" cy="5040000"/>
            <a:chOff x="2156460" y="87852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56460" y="87852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080613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653372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226131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10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 err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Colors</a:t>
              </a: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B6457E2F-8BCE-B5F9-AAE3-2949356CDED1}"/>
                </a:ext>
              </a:extLst>
            </p:cNvPr>
            <p:cNvGrpSpPr/>
            <p:nvPr/>
          </p:nvGrpSpPr>
          <p:grpSpPr>
            <a:xfrm>
              <a:off x="6296418" y="4660439"/>
              <a:ext cx="900000" cy="900000"/>
              <a:chOff x="6296418" y="4660439"/>
              <a:chExt cx="900000" cy="900000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ECBCC94-1927-06D1-45F4-E653A80F3AF3}"/>
                  </a:ext>
                </a:extLst>
              </p:cNvPr>
              <p:cNvSpPr/>
              <p:nvPr/>
            </p:nvSpPr>
            <p:spPr>
              <a:xfrm>
                <a:off x="6296418" y="4660439"/>
                <a:ext cx="900000" cy="900000"/>
              </a:xfrm>
              <a:prstGeom prst="rect">
                <a:avLst/>
              </a:prstGeom>
              <a:blipFill>
                <a:blip r:embed="rId11"/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18</a:t>
                </a:r>
              </a:p>
            </p:txBody>
          </p:sp>
          <p:pic>
            <p:nvPicPr>
              <p:cNvPr id="218" name="Graphique 22" descr="Pion avec un remplissage uni">
                <a:extLst>
                  <a:ext uri="{FF2B5EF4-FFF2-40B4-BE49-F238E27FC236}">
                    <a16:creationId xmlns:a16="http://schemas.microsoft.com/office/drawing/2014/main" id="{EDEB36CE-ABAB-21F8-5E53-B3CE5E1E9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516377" y="5226761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19" name="Graphique 1" descr="Pion avec un remplissage uni">
                <a:extLst>
                  <a:ext uri="{FF2B5EF4-FFF2-40B4-BE49-F238E27FC236}">
                    <a16:creationId xmlns:a16="http://schemas.microsoft.com/office/drawing/2014/main" id="{47795E81-6A5F-16BD-AAEA-487C95FD4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702301" y="5226761"/>
                <a:ext cx="286983" cy="288000"/>
              </a:xfrm>
              <a:prstGeom prst="rect">
                <a:avLst/>
              </a:prstGeom>
            </p:spPr>
          </p:pic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3B7ED9E7-0381-8ADE-1A8D-A0FBEDE26635}"/>
                </a:ext>
              </a:extLst>
            </p:cNvPr>
            <p:cNvGrpSpPr/>
            <p:nvPr/>
          </p:nvGrpSpPr>
          <p:grpSpPr>
            <a:xfrm>
              <a:off x="7435046" y="3458436"/>
              <a:ext cx="900000" cy="900000"/>
              <a:chOff x="7435046" y="3458436"/>
              <a:chExt cx="900000" cy="9000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FDB779C8-202E-B522-53A8-D7184A20C4AC}"/>
                  </a:ext>
                </a:extLst>
              </p:cNvPr>
              <p:cNvSpPr/>
              <p:nvPr/>
            </p:nvSpPr>
            <p:spPr>
              <a:xfrm>
                <a:off x="7435046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14</a:t>
                </a:r>
              </a:p>
            </p:txBody>
          </p:sp>
          <p:pic>
            <p:nvPicPr>
              <p:cNvPr id="220" name="Graphique 1" descr="Pion avec un remplissage uni">
                <a:extLst>
                  <a:ext uri="{FF2B5EF4-FFF2-40B4-BE49-F238E27FC236}">
                    <a16:creationId xmlns:a16="http://schemas.microsoft.com/office/drawing/2014/main" id="{392E43EA-E753-58A2-24FF-339932FA3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567773" y="4020967"/>
                <a:ext cx="286983" cy="288000"/>
              </a:xfrm>
              <a:prstGeom prst="rect">
                <a:avLst/>
              </a:prstGeom>
            </p:spPr>
          </p:pic>
          <p:pic>
            <p:nvPicPr>
              <p:cNvPr id="221" name="Graphique 1" descr="Pion avec un remplissage uni">
                <a:extLst>
                  <a:ext uri="{FF2B5EF4-FFF2-40B4-BE49-F238E27FC236}">
                    <a16:creationId xmlns:a16="http://schemas.microsoft.com/office/drawing/2014/main" id="{A55C691A-E4AA-F119-7638-9527D5C18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742600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2" name="Graphique 1" descr="Pion avec un remplissage uni">
                <a:extLst>
                  <a:ext uri="{FF2B5EF4-FFF2-40B4-BE49-F238E27FC236}">
                    <a16:creationId xmlns:a16="http://schemas.microsoft.com/office/drawing/2014/main" id="{912F4CF0-7D46-F5F6-E0E5-8389200CB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918445" y="4020967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57F7A2D6-1B16-B339-D98A-41279154D127}"/>
                </a:ext>
              </a:extLst>
            </p:cNvPr>
            <p:cNvGrpSpPr/>
            <p:nvPr/>
          </p:nvGrpSpPr>
          <p:grpSpPr>
            <a:xfrm>
              <a:off x="5135159" y="3458436"/>
              <a:ext cx="900000" cy="900000"/>
              <a:chOff x="5135159" y="3458436"/>
              <a:chExt cx="900000" cy="900000"/>
            </a:xfrm>
          </p:grpSpPr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3696D2-AB5B-AFF5-5984-623544EDEF1B}"/>
                  </a:ext>
                </a:extLst>
              </p:cNvPr>
              <p:cNvSpPr/>
              <p:nvPr/>
            </p:nvSpPr>
            <p:spPr>
              <a:xfrm>
                <a:off x="5135159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12</a:t>
                </a:r>
              </a:p>
            </p:txBody>
          </p:sp>
          <p:pic>
            <p:nvPicPr>
              <p:cNvPr id="223" name="Graphique 1" descr="Pion avec un remplissage uni">
                <a:extLst>
                  <a:ext uri="{FF2B5EF4-FFF2-40B4-BE49-F238E27FC236}">
                    <a16:creationId xmlns:a16="http://schemas.microsoft.com/office/drawing/2014/main" id="{8F0276D8-F6F7-3402-EC36-628726E36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158676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4" name="Graphique 1" descr="Pion avec un remplissage uni">
                <a:extLst>
                  <a:ext uri="{FF2B5EF4-FFF2-40B4-BE49-F238E27FC236}">
                    <a16:creationId xmlns:a16="http://schemas.microsoft.com/office/drawing/2014/main" id="{8710D397-5FD4-FAC4-4FB0-E6E3815B0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521749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5" name="Graphique 1" descr="Pion avec un remplissage uni">
                <a:extLst>
                  <a:ext uri="{FF2B5EF4-FFF2-40B4-BE49-F238E27FC236}">
                    <a16:creationId xmlns:a16="http://schemas.microsoft.com/office/drawing/2014/main" id="{C253AB74-EA8C-F1F7-FB8A-C16CBFE45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339700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6" name="Graphique 1" descr="Pion avec un remplissage uni">
                <a:extLst>
                  <a:ext uri="{FF2B5EF4-FFF2-40B4-BE49-F238E27FC236}">
                    <a16:creationId xmlns:a16="http://schemas.microsoft.com/office/drawing/2014/main" id="{8105F1DC-4B3D-8C60-341E-96DF864931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03797" y="4020967"/>
                <a:ext cx="290057" cy="288000"/>
              </a:xfrm>
              <a:prstGeom prst="rect">
                <a:avLst/>
              </a:prstGeom>
            </p:spPr>
          </p:pic>
        </p:grpSp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428568" y="4216741"/>
              <a:ext cx="1352790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 player with</a:t>
              </a:r>
              <a:b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troops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or fewer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0E31BB3-EE75-42CB-4F87-098EBC97F41F}"/>
                </a:ext>
              </a:extLst>
            </p:cNvPr>
            <p:cNvSpPr txBox="1"/>
            <p:nvPr/>
          </p:nvSpPr>
          <p:spPr>
            <a:xfrm>
              <a:off x="2428568" y="4969052"/>
              <a:ext cx="1352790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End of turn with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calamities 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or more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1316</TotalTime>
  <Words>48</Words>
  <Application>Microsoft Office PowerPoint</Application>
  <PresentationFormat>Grand écran</PresentationFormat>
  <Paragraphs>27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88</cp:revision>
  <cp:lastPrinted>2026-02-28T18:10:31Z</cp:lastPrinted>
  <dcterms:created xsi:type="dcterms:W3CDTF">2026-02-07T18:04:07Z</dcterms:created>
  <dcterms:modified xsi:type="dcterms:W3CDTF">2026-04-15T20:44:42Z</dcterms:modified>
</cp:coreProperties>
</file>