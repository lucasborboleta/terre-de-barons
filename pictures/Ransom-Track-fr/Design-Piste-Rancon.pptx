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88" r:id="rId2"/>
    <p:sldId id="289" r:id="rId3"/>
  </p:sldIdLst>
  <p:sldSz cx="12192000" cy="6858000"/>
  <p:notesSz cx="6888163" cy="100203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5D77"/>
    <a:srgbClr val="873939"/>
    <a:srgbClr val="2D5E3B"/>
    <a:srgbClr val="EDCCA9"/>
    <a:srgbClr val="FFFFFF"/>
    <a:srgbClr val="ECF3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948" y="-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3B0988-6DB9-4E3D-B7FD-EFF3BCABE954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8975" y="4822825"/>
            <a:ext cx="5510213" cy="3944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02075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B0DD9D-2173-49B3-B084-704F33D217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3057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0DD9D-2173-49B3-B084-704F33D21705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5745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326CA0-4995-0C08-7797-F33521EAB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56BD9EB-4496-9D4D-620C-28FC4AD79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4783DB-349C-DC47-3F19-9F6FE3457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ABB338-D7AB-BECB-8825-35FDCDD6F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788C04-DF9E-18E1-1C78-22223CDA3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1420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91FF5E-723A-5769-9875-ECCB71F4C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92A3EA-8D65-250B-B84B-578097665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62E3F1-B56B-4677-DB7F-0770A1364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9FF79B-1134-344A-160B-04517ABB9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5E0855-2925-24BA-4822-237CCA714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0470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AFA286-8472-0A00-CA07-5AB3EA8C8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DA7A315-DAAD-22AB-720D-55C5A1DA5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8AD03D-2FD2-B95E-8065-676BECF96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40879B-D231-E255-0E5B-4131FA83B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DE6B84-78E3-0FC3-68AC-D31BC1D2C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9657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C2695C-1CC2-F9D9-3360-F59408FDB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137B99-3F1C-8A85-292A-278C20593F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6C38B07-3438-3854-9B4B-8054F12BB3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B7EBEAD-3BD9-AC63-4288-5F9399A4F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73FB668-E751-6B60-E0ED-733D5B044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99B6ABF-9EDC-475B-1756-9E0FECE7F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1321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9B28A2-1252-79F6-DFDF-365A2E3A8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4C0C046-101B-25B6-7229-E9C92EECE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13D23B0-7578-BB6C-5A16-5784B6833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6EE2B08-AEC7-1D82-5EA4-228A6E1C09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E637B45-13A0-9658-B807-4DF5AAEFCF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17756EC-C374-A970-CDDC-6A0966E7C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C71EE66-3555-7D59-1983-06022B4E6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7FFA3AF-E5BB-43A6-B569-5735AAE71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5762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5697B1-3031-9D4D-0491-A3E757A8D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F64A07F-6830-7533-467D-6333F3105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19B0866-463C-85FE-9C80-B8CB97F9E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770557D-F4C9-27B2-BA7E-EA628AD2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6306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2F3D329-2193-6B0C-8918-89402DEC6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3B4BAB6-2233-62BD-8D79-686AA7771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547BC2-476A-1A4A-6C5B-95D915D63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8616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4D4F34-513B-892E-BF30-65DD3902B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D49C84-7B01-C7C9-B429-5256B74B6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B193FD1-03C4-B1F3-4B28-235B957D8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E52021-544B-F5CC-CE20-26C632A90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EA1C446-E50F-3006-D363-7341F55F0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3A7F131-5969-6B91-92CC-7DFDB8CB4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4438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0448E9-A8A5-DEAE-069A-F882822AE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7DEF628-9230-1879-72E8-B49C3367BB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F4CBB16-91AD-3D08-EE54-4CAE12B5E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FF3E57A-900B-E0F9-DE3D-9F758CCF3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12574B3-834C-2CD5-5C55-DAEEB4E26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AA995DD-EA0B-FCF8-DC3A-E8A2E3D15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1191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C91528-514F-C50E-F5A3-8E21B724F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CB2835-C493-BF73-0B0F-B7A9A96ED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792B13-004A-BED3-A051-A1D330164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0F2FD7-F792-2E18-0A08-403693D9B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91404F-9201-3795-E4AF-59A0F302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3102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C8D6F5A-DA3A-C69A-4DBA-9A5D1A26E4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A59EF5B-C47F-FF3D-332C-2D8B81C0F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9D9841-3EA5-E28D-4437-BC02BF32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EAC8F6-2A17-E43A-A427-C845F7174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82677B-B16E-55E3-8452-9857089B3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4356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B60EE35-8DAE-FD87-CCF9-28E349904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BDAF75-9C9F-AD9A-FDEE-C6A8C83F8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B1D349-64DD-1A17-5958-3D16E29715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8505E2-0C4C-443F-8F57-41958F504CA2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ADEE84-75CE-9A62-8BE9-CE6EEBC78E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023943-28BF-0B7E-6F46-B515E22DC3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4365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124ED-5D56-0D12-306C-3F65A1B6B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3" name="Groupe 352">
            <a:extLst>
              <a:ext uri="{FF2B5EF4-FFF2-40B4-BE49-F238E27FC236}">
                <a16:creationId xmlns:a16="http://schemas.microsoft.com/office/drawing/2014/main" id="{9261C1AB-040F-EBA2-A676-AD3D540EBBA8}"/>
              </a:ext>
            </a:extLst>
          </p:cNvPr>
          <p:cNvGrpSpPr/>
          <p:nvPr/>
        </p:nvGrpSpPr>
        <p:grpSpPr>
          <a:xfrm>
            <a:off x="2136000" y="909000"/>
            <a:ext cx="7920000" cy="5040000"/>
            <a:chOff x="2136000" y="909000"/>
            <a:chExt cx="7920000" cy="5040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C698BD7-B7EC-74CC-FE1A-06349FAC6598}"/>
                </a:ext>
              </a:extLst>
            </p:cNvPr>
            <p:cNvSpPr/>
            <p:nvPr/>
          </p:nvSpPr>
          <p:spPr>
            <a:xfrm>
              <a:off x="2136000" y="909000"/>
              <a:ext cx="7920000" cy="5040000"/>
            </a:xfrm>
            <a:prstGeom prst="rect">
              <a:avLst/>
            </a:prstGeom>
            <a:blipFill>
              <a:blip r:embed="rId3"/>
              <a:tile tx="0" ty="0" sx="100000" sy="100000" flip="none" algn="tl"/>
            </a:blipFill>
            <a:ln w="952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CC1460-7C9F-844A-0337-C03BE9497F3E}"/>
                </a:ext>
              </a:extLst>
            </p:cNvPr>
            <p:cNvSpPr/>
            <p:nvPr/>
          </p:nvSpPr>
          <p:spPr>
            <a:xfrm>
              <a:off x="2298183" y="108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 cmpd="sng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cxnSp>
          <p:nvCxnSpPr>
            <p:cNvPr id="159" name="Connecteur : en angle 158">
              <a:extLst>
                <a:ext uri="{FF2B5EF4-FFF2-40B4-BE49-F238E27FC236}">
                  <a16:creationId xmlns:a16="http://schemas.microsoft.com/office/drawing/2014/main" id="{447F4C5F-BA83-0E88-B4C8-32A4451967E3}"/>
                </a:ext>
              </a:extLst>
            </p:cNvPr>
            <p:cNvCxnSpPr>
              <a:cxnSpLocks/>
              <a:stCxn id="10" idx="3"/>
              <a:endCxn id="50" idx="1"/>
            </p:cNvCxnSpPr>
            <p:nvPr/>
          </p:nvCxnSpPr>
          <p:spPr>
            <a:xfrm>
              <a:off x="2946183" y="1533272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65A20D1-7819-6EA9-89E2-A92EBC7353BC}"/>
                </a:ext>
              </a:extLst>
            </p:cNvPr>
            <p:cNvSpPr/>
            <p:nvPr/>
          </p:nvSpPr>
          <p:spPr>
            <a:xfrm>
              <a:off x="2298183" y="2157544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56D1DB1-D594-811A-CA2C-054ED5D5B0E0}"/>
                </a:ext>
              </a:extLst>
            </p:cNvPr>
            <p:cNvSpPr/>
            <p:nvPr/>
          </p:nvSpPr>
          <p:spPr>
            <a:xfrm>
              <a:off x="2298183" y="315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fr-FR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B1F7F63-16CA-0D63-E4FD-020645CB55E1}"/>
                </a:ext>
              </a:extLst>
            </p:cNvPr>
            <p:cNvSpPr/>
            <p:nvPr/>
          </p:nvSpPr>
          <p:spPr>
            <a:xfrm>
              <a:off x="3070142" y="108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 cmpd="sng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ECB81CB1-E566-C171-E52A-63ED1F9DE122}"/>
                </a:ext>
              </a:extLst>
            </p:cNvPr>
            <p:cNvSpPr/>
            <p:nvPr/>
          </p:nvSpPr>
          <p:spPr>
            <a:xfrm>
              <a:off x="3842101" y="108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 cmpd="sng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73D6652-9A78-5CEB-4923-554DEC810393}"/>
                </a:ext>
              </a:extLst>
            </p:cNvPr>
            <p:cNvSpPr/>
            <p:nvPr/>
          </p:nvSpPr>
          <p:spPr>
            <a:xfrm>
              <a:off x="4614060" y="108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 cmpd="sng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1426E44-9803-90DC-6259-6ECB0C569D91}"/>
                </a:ext>
              </a:extLst>
            </p:cNvPr>
            <p:cNvSpPr/>
            <p:nvPr/>
          </p:nvSpPr>
          <p:spPr>
            <a:xfrm>
              <a:off x="5386019" y="108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 cmpd="sng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C62D5E3B-2A05-A236-0E32-D3050B1C5321}"/>
                </a:ext>
              </a:extLst>
            </p:cNvPr>
            <p:cNvSpPr/>
            <p:nvPr/>
          </p:nvSpPr>
          <p:spPr>
            <a:xfrm>
              <a:off x="6157978" y="108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 cmpd="sng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9C766B54-EF4E-E393-CB6C-1512FF329701}"/>
                </a:ext>
              </a:extLst>
            </p:cNvPr>
            <p:cNvSpPr/>
            <p:nvPr/>
          </p:nvSpPr>
          <p:spPr>
            <a:xfrm>
              <a:off x="6929937" y="108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 cmpd="sng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CA34F47-DEB8-CE71-0F02-D43FD9AC2308}"/>
                </a:ext>
              </a:extLst>
            </p:cNvPr>
            <p:cNvSpPr/>
            <p:nvPr/>
          </p:nvSpPr>
          <p:spPr>
            <a:xfrm>
              <a:off x="7701896" y="108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 cmpd="sng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EE10F360-130B-F487-13CF-545DAF9A8A2F}"/>
                </a:ext>
              </a:extLst>
            </p:cNvPr>
            <p:cNvSpPr/>
            <p:nvPr/>
          </p:nvSpPr>
          <p:spPr>
            <a:xfrm>
              <a:off x="8473855" y="108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 cmpd="sng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9FD35C7D-57FD-DE39-AA80-1AA4A6361BA8}"/>
                </a:ext>
              </a:extLst>
            </p:cNvPr>
            <p:cNvSpPr/>
            <p:nvPr/>
          </p:nvSpPr>
          <p:spPr>
            <a:xfrm>
              <a:off x="9245817" y="108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 cmpd="sng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10</a:t>
              </a:r>
            </a:p>
          </p:txBody>
        </p:sp>
        <p:cxnSp>
          <p:nvCxnSpPr>
            <p:cNvPr id="145" name="Connecteur : en angle 158">
              <a:extLst>
                <a:ext uri="{FF2B5EF4-FFF2-40B4-BE49-F238E27FC236}">
                  <a16:creationId xmlns:a16="http://schemas.microsoft.com/office/drawing/2014/main" id="{33F370BA-1572-6F8A-8456-D9E54A8A59D6}"/>
                </a:ext>
              </a:extLst>
            </p:cNvPr>
            <p:cNvCxnSpPr>
              <a:cxnSpLocks/>
              <a:stCxn id="50" idx="3"/>
              <a:endCxn id="52" idx="1"/>
            </p:cNvCxnSpPr>
            <p:nvPr/>
          </p:nvCxnSpPr>
          <p:spPr>
            <a:xfrm>
              <a:off x="3718142" y="1533272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Connecteur : en angle 158">
              <a:extLst>
                <a:ext uri="{FF2B5EF4-FFF2-40B4-BE49-F238E27FC236}">
                  <a16:creationId xmlns:a16="http://schemas.microsoft.com/office/drawing/2014/main" id="{34E8F131-C6BD-567E-BFFD-470D526F6A46}"/>
                </a:ext>
              </a:extLst>
            </p:cNvPr>
            <p:cNvCxnSpPr>
              <a:cxnSpLocks/>
              <a:stCxn id="52" idx="3"/>
              <a:endCxn id="54" idx="1"/>
            </p:cNvCxnSpPr>
            <p:nvPr/>
          </p:nvCxnSpPr>
          <p:spPr>
            <a:xfrm>
              <a:off x="4490101" y="1533272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 : en angle 158">
              <a:extLst>
                <a:ext uri="{FF2B5EF4-FFF2-40B4-BE49-F238E27FC236}">
                  <a16:creationId xmlns:a16="http://schemas.microsoft.com/office/drawing/2014/main" id="{46376E17-3539-D42A-29D8-3DED3A2B9375}"/>
                </a:ext>
              </a:extLst>
            </p:cNvPr>
            <p:cNvCxnSpPr>
              <a:cxnSpLocks/>
              <a:stCxn id="54" idx="3"/>
              <a:endCxn id="56" idx="1"/>
            </p:cNvCxnSpPr>
            <p:nvPr/>
          </p:nvCxnSpPr>
          <p:spPr>
            <a:xfrm>
              <a:off x="5262060" y="1533272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 : en angle 158">
              <a:extLst>
                <a:ext uri="{FF2B5EF4-FFF2-40B4-BE49-F238E27FC236}">
                  <a16:creationId xmlns:a16="http://schemas.microsoft.com/office/drawing/2014/main" id="{18850B86-69D9-10CD-BB89-9F6DD7F0F0A1}"/>
                </a:ext>
              </a:extLst>
            </p:cNvPr>
            <p:cNvCxnSpPr>
              <a:cxnSpLocks/>
              <a:stCxn id="56" idx="3"/>
              <a:endCxn id="58" idx="1"/>
            </p:cNvCxnSpPr>
            <p:nvPr/>
          </p:nvCxnSpPr>
          <p:spPr>
            <a:xfrm>
              <a:off x="6034019" y="1533272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cteur : en angle 158">
              <a:extLst>
                <a:ext uri="{FF2B5EF4-FFF2-40B4-BE49-F238E27FC236}">
                  <a16:creationId xmlns:a16="http://schemas.microsoft.com/office/drawing/2014/main" id="{685038AA-EED0-ACDA-4959-7190BAD21B20}"/>
                </a:ext>
              </a:extLst>
            </p:cNvPr>
            <p:cNvCxnSpPr>
              <a:cxnSpLocks/>
              <a:stCxn id="58" idx="3"/>
              <a:endCxn id="60" idx="1"/>
            </p:cNvCxnSpPr>
            <p:nvPr/>
          </p:nvCxnSpPr>
          <p:spPr>
            <a:xfrm>
              <a:off x="6805978" y="1533272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necteur : en angle 158">
              <a:extLst>
                <a:ext uri="{FF2B5EF4-FFF2-40B4-BE49-F238E27FC236}">
                  <a16:creationId xmlns:a16="http://schemas.microsoft.com/office/drawing/2014/main" id="{86F24C8A-54D0-DC0E-45B5-3118AF7A40A0}"/>
                </a:ext>
              </a:extLst>
            </p:cNvPr>
            <p:cNvCxnSpPr>
              <a:cxnSpLocks/>
              <a:stCxn id="60" idx="3"/>
              <a:endCxn id="62" idx="1"/>
            </p:cNvCxnSpPr>
            <p:nvPr/>
          </p:nvCxnSpPr>
          <p:spPr>
            <a:xfrm>
              <a:off x="7577937" y="1533272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necteur : en angle 158">
              <a:extLst>
                <a:ext uri="{FF2B5EF4-FFF2-40B4-BE49-F238E27FC236}">
                  <a16:creationId xmlns:a16="http://schemas.microsoft.com/office/drawing/2014/main" id="{E913FE44-207D-7A05-E7A1-0CAC3C683524}"/>
                </a:ext>
              </a:extLst>
            </p:cNvPr>
            <p:cNvCxnSpPr>
              <a:cxnSpLocks/>
              <a:stCxn id="62" idx="3"/>
              <a:endCxn id="128" idx="1"/>
            </p:cNvCxnSpPr>
            <p:nvPr/>
          </p:nvCxnSpPr>
          <p:spPr>
            <a:xfrm>
              <a:off x="8349896" y="1533272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necteur : en angle 158">
              <a:extLst>
                <a:ext uri="{FF2B5EF4-FFF2-40B4-BE49-F238E27FC236}">
                  <a16:creationId xmlns:a16="http://schemas.microsoft.com/office/drawing/2014/main" id="{D1FF5B41-AD14-4603-40EB-78B41F72C964}"/>
                </a:ext>
              </a:extLst>
            </p:cNvPr>
            <p:cNvCxnSpPr>
              <a:cxnSpLocks/>
              <a:stCxn id="128" idx="3"/>
              <a:endCxn id="130" idx="1"/>
            </p:cNvCxnSpPr>
            <p:nvPr/>
          </p:nvCxnSpPr>
          <p:spPr>
            <a:xfrm>
              <a:off x="9121855" y="1533272"/>
              <a:ext cx="123962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ZoneTexte 192">
              <a:extLst>
                <a:ext uri="{FF2B5EF4-FFF2-40B4-BE49-F238E27FC236}">
                  <a16:creationId xmlns:a16="http://schemas.microsoft.com/office/drawing/2014/main" id="{86AF0B9B-FAE7-5F6E-9FF9-F2255BA1F9D3}"/>
                </a:ext>
              </a:extLst>
            </p:cNvPr>
            <p:cNvSpPr txBox="1"/>
            <p:nvPr/>
          </p:nvSpPr>
          <p:spPr>
            <a:xfrm>
              <a:off x="4086194" y="5251306"/>
              <a:ext cx="47915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8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Captivité </a:t>
              </a:r>
              <a:r>
                <a:rPr lang="fr-FR" sz="28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Wingdings" panose="05000000000000000000" pitchFamily="2" charset="2"/>
                </a:rPr>
                <a:t>Points de Rançon</a:t>
              </a:r>
              <a:endParaRPr lang="fr-FR" sz="2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5A940CA7-3711-74BD-E8B5-F3699DBEA11F}"/>
                </a:ext>
              </a:extLst>
            </p:cNvPr>
            <p:cNvSpPr/>
            <p:nvPr/>
          </p:nvSpPr>
          <p:spPr>
            <a:xfrm>
              <a:off x="8473855" y="2157544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2B2ECDA4-52A3-A5D9-1D71-921E460ADD0D}"/>
                </a:ext>
              </a:extLst>
            </p:cNvPr>
            <p:cNvSpPr/>
            <p:nvPr/>
          </p:nvSpPr>
          <p:spPr>
            <a:xfrm>
              <a:off x="6929937" y="2157544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BA172177-C40F-0981-6EEA-76BDECB12A28}"/>
                </a:ext>
              </a:extLst>
            </p:cNvPr>
            <p:cNvSpPr/>
            <p:nvPr/>
          </p:nvSpPr>
          <p:spPr>
            <a:xfrm>
              <a:off x="7701896" y="2157544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B5F5A395-B671-780A-4FFF-4C39135A8837}"/>
                </a:ext>
              </a:extLst>
            </p:cNvPr>
            <p:cNvSpPr/>
            <p:nvPr/>
          </p:nvSpPr>
          <p:spPr>
            <a:xfrm>
              <a:off x="3070142" y="2157544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997F2DC3-9977-7EDD-9DA1-2BA9057A3D0B}"/>
                </a:ext>
              </a:extLst>
            </p:cNvPr>
            <p:cNvSpPr/>
            <p:nvPr/>
          </p:nvSpPr>
          <p:spPr>
            <a:xfrm>
              <a:off x="3842101" y="2157544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4ACE9223-6FFE-1CE4-8EDA-3CA57258B999}"/>
                </a:ext>
              </a:extLst>
            </p:cNvPr>
            <p:cNvSpPr/>
            <p:nvPr/>
          </p:nvSpPr>
          <p:spPr>
            <a:xfrm>
              <a:off x="4614060" y="2157544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ED7AD93F-C72C-BB57-F129-65E1FFF64EF8}"/>
                </a:ext>
              </a:extLst>
            </p:cNvPr>
            <p:cNvSpPr/>
            <p:nvPr/>
          </p:nvSpPr>
          <p:spPr>
            <a:xfrm>
              <a:off x="5386019" y="2157544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F43EF233-0473-2D67-4DA4-3EDB7E778488}"/>
                </a:ext>
              </a:extLst>
            </p:cNvPr>
            <p:cNvSpPr/>
            <p:nvPr/>
          </p:nvSpPr>
          <p:spPr>
            <a:xfrm>
              <a:off x="6157978" y="2157544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E7CC08C7-CBEE-A7FF-75E2-FD2FCF8EDD4F}"/>
                </a:ext>
              </a:extLst>
            </p:cNvPr>
            <p:cNvSpPr/>
            <p:nvPr/>
          </p:nvSpPr>
          <p:spPr>
            <a:xfrm>
              <a:off x="9245817" y="2157544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C20DD654-82F0-17E4-069F-894B8E89A98D}"/>
                </a:ext>
              </a:extLst>
            </p:cNvPr>
            <p:cNvSpPr/>
            <p:nvPr/>
          </p:nvSpPr>
          <p:spPr>
            <a:xfrm>
              <a:off x="3070142" y="315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fr-FR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7EB60738-DB24-F5FE-1CA3-9A365CB7F16E}"/>
                </a:ext>
              </a:extLst>
            </p:cNvPr>
            <p:cNvSpPr/>
            <p:nvPr/>
          </p:nvSpPr>
          <p:spPr>
            <a:xfrm>
              <a:off x="3842101" y="315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fr-FR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B238082B-5119-E38C-0826-3BE0CD6B8ED3}"/>
                </a:ext>
              </a:extLst>
            </p:cNvPr>
            <p:cNvSpPr/>
            <p:nvPr/>
          </p:nvSpPr>
          <p:spPr>
            <a:xfrm>
              <a:off x="4614060" y="315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fr-FR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DE9A2370-2EEC-6E75-2E17-A7860610121C}"/>
                </a:ext>
              </a:extLst>
            </p:cNvPr>
            <p:cNvSpPr/>
            <p:nvPr/>
          </p:nvSpPr>
          <p:spPr>
            <a:xfrm>
              <a:off x="5386019" y="315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fr-FR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B4D0219B-7EF4-C495-6221-64F8C5837CC8}"/>
                </a:ext>
              </a:extLst>
            </p:cNvPr>
            <p:cNvSpPr/>
            <p:nvPr/>
          </p:nvSpPr>
          <p:spPr>
            <a:xfrm>
              <a:off x="6157978" y="315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fr-FR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0CD9C418-27A3-4AD2-9E7C-CE76EBA62F80}"/>
                </a:ext>
              </a:extLst>
            </p:cNvPr>
            <p:cNvSpPr/>
            <p:nvPr/>
          </p:nvSpPr>
          <p:spPr>
            <a:xfrm>
              <a:off x="6929937" y="315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fr-FR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C285DAD7-FF0E-EEDC-DC4B-351A57F081B9}"/>
                </a:ext>
              </a:extLst>
            </p:cNvPr>
            <p:cNvSpPr/>
            <p:nvPr/>
          </p:nvSpPr>
          <p:spPr>
            <a:xfrm>
              <a:off x="7701896" y="315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fr-FR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35470535-A252-F7FC-A9C6-01BC108656B2}"/>
                </a:ext>
              </a:extLst>
            </p:cNvPr>
            <p:cNvSpPr/>
            <p:nvPr/>
          </p:nvSpPr>
          <p:spPr>
            <a:xfrm>
              <a:off x="8473855" y="315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fr-FR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7B6C355C-054A-0639-4F8C-465535DA6F24}"/>
                </a:ext>
              </a:extLst>
            </p:cNvPr>
            <p:cNvSpPr/>
            <p:nvPr/>
          </p:nvSpPr>
          <p:spPr>
            <a:xfrm>
              <a:off x="9245817" y="315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fr-FR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DF2AF375-2CA1-9405-9BB7-9F6C61E8325A}"/>
                </a:ext>
              </a:extLst>
            </p:cNvPr>
            <p:cNvSpPr/>
            <p:nvPr/>
          </p:nvSpPr>
          <p:spPr>
            <a:xfrm>
              <a:off x="2298183" y="4197145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2F76F1A6-69EE-72A1-1F98-5409804BE7D3}"/>
                </a:ext>
              </a:extLst>
            </p:cNvPr>
            <p:cNvSpPr/>
            <p:nvPr/>
          </p:nvSpPr>
          <p:spPr>
            <a:xfrm>
              <a:off x="3070142" y="4197145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1FF4D873-BBFB-A647-801A-EC1443FF8E88}"/>
                </a:ext>
              </a:extLst>
            </p:cNvPr>
            <p:cNvSpPr/>
            <p:nvPr/>
          </p:nvSpPr>
          <p:spPr>
            <a:xfrm>
              <a:off x="3842101" y="4197145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4C722333-58B6-0496-7146-7E0912D495D3}"/>
                </a:ext>
              </a:extLst>
            </p:cNvPr>
            <p:cNvSpPr/>
            <p:nvPr/>
          </p:nvSpPr>
          <p:spPr>
            <a:xfrm>
              <a:off x="4614060" y="4197145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08A9A4EB-B47B-51BF-AEDB-3C8CAE6BEE55}"/>
                </a:ext>
              </a:extLst>
            </p:cNvPr>
            <p:cNvSpPr/>
            <p:nvPr/>
          </p:nvSpPr>
          <p:spPr>
            <a:xfrm>
              <a:off x="5386019" y="4197145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B985ACE3-B9B1-FB86-6636-704868071FE7}"/>
                </a:ext>
              </a:extLst>
            </p:cNvPr>
            <p:cNvSpPr/>
            <p:nvPr/>
          </p:nvSpPr>
          <p:spPr>
            <a:xfrm>
              <a:off x="6157978" y="4197145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EEAB4C16-0D53-680F-363E-6E9D29F7DE14}"/>
                </a:ext>
              </a:extLst>
            </p:cNvPr>
            <p:cNvSpPr/>
            <p:nvPr/>
          </p:nvSpPr>
          <p:spPr>
            <a:xfrm>
              <a:off x="6929937" y="4197145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49C726C6-C803-861D-B2A6-09F877635D20}"/>
                </a:ext>
              </a:extLst>
            </p:cNvPr>
            <p:cNvSpPr/>
            <p:nvPr/>
          </p:nvSpPr>
          <p:spPr>
            <a:xfrm>
              <a:off x="7701896" y="4197145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E1D8F907-291C-4947-7BED-A2B3BC4AC04B}"/>
                </a:ext>
              </a:extLst>
            </p:cNvPr>
            <p:cNvSpPr/>
            <p:nvPr/>
          </p:nvSpPr>
          <p:spPr>
            <a:xfrm>
              <a:off x="8473855" y="4197145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0C66BE80-9E45-A78E-D309-4E6F1D40584C}"/>
                </a:ext>
              </a:extLst>
            </p:cNvPr>
            <p:cNvSpPr/>
            <p:nvPr/>
          </p:nvSpPr>
          <p:spPr>
            <a:xfrm>
              <a:off x="9245817" y="4197145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10</a:t>
              </a:r>
            </a:p>
          </p:txBody>
        </p:sp>
        <p:cxnSp>
          <p:nvCxnSpPr>
            <p:cNvPr id="270" name="Connecteur : en angle 158">
              <a:extLst>
                <a:ext uri="{FF2B5EF4-FFF2-40B4-BE49-F238E27FC236}">
                  <a16:creationId xmlns:a16="http://schemas.microsoft.com/office/drawing/2014/main" id="{8FD9BCA4-FA69-9371-BD95-4A57A2E2C4C3}"/>
                </a:ext>
              </a:extLst>
            </p:cNvPr>
            <p:cNvCxnSpPr>
              <a:cxnSpLocks/>
              <a:stCxn id="21" idx="3"/>
              <a:endCxn id="205" idx="1"/>
            </p:cNvCxnSpPr>
            <p:nvPr/>
          </p:nvCxnSpPr>
          <p:spPr>
            <a:xfrm>
              <a:off x="2946183" y="2607544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Connecteur : en angle 158">
              <a:extLst>
                <a:ext uri="{FF2B5EF4-FFF2-40B4-BE49-F238E27FC236}">
                  <a16:creationId xmlns:a16="http://schemas.microsoft.com/office/drawing/2014/main" id="{AF4D03A5-3BE9-F921-2DB6-084E5F64EFF7}"/>
                </a:ext>
              </a:extLst>
            </p:cNvPr>
            <p:cNvCxnSpPr>
              <a:cxnSpLocks/>
              <a:stCxn id="205" idx="3"/>
              <a:endCxn id="208" idx="1"/>
            </p:cNvCxnSpPr>
            <p:nvPr/>
          </p:nvCxnSpPr>
          <p:spPr>
            <a:xfrm>
              <a:off x="3718142" y="2607544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Connecteur : en angle 158">
              <a:extLst>
                <a:ext uri="{FF2B5EF4-FFF2-40B4-BE49-F238E27FC236}">
                  <a16:creationId xmlns:a16="http://schemas.microsoft.com/office/drawing/2014/main" id="{918999EC-DD31-E911-12F2-53AF95BD4CF9}"/>
                </a:ext>
              </a:extLst>
            </p:cNvPr>
            <p:cNvCxnSpPr>
              <a:cxnSpLocks/>
              <a:stCxn id="208" idx="3"/>
              <a:endCxn id="211" idx="1"/>
            </p:cNvCxnSpPr>
            <p:nvPr/>
          </p:nvCxnSpPr>
          <p:spPr>
            <a:xfrm>
              <a:off x="4490101" y="2607544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Connecteur : en angle 158">
              <a:extLst>
                <a:ext uri="{FF2B5EF4-FFF2-40B4-BE49-F238E27FC236}">
                  <a16:creationId xmlns:a16="http://schemas.microsoft.com/office/drawing/2014/main" id="{CB475507-A77E-A306-8B73-A74FB5D0EE74}"/>
                </a:ext>
              </a:extLst>
            </p:cNvPr>
            <p:cNvCxnSpPr>
              <a:cxnSpLocks/>
              <a:stCxn id="211" idx="3"/>
              <a:endCxn id="214" idx="1"/>
            </p:cNvCxnSpPr>
            <p:nvPr/>
          </p:nvCxnSpPr>
          <p:spPr>
            <a:xfrm>
              <a:off x="5262060" y="2607544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Connecteur : en angle 158">
              <a:extLst>
                <a:ext uri="{FF2B5EF4-FFF2-40B4-BE49-F238E27FC236}">
                  <a16:creationId xmlns:a16="http://schemas.microsoft.com/office/drawing/2014/main" id="{FD40A615-1197-916E-0530-9A7ABEB5AAE2}"/>
                </a:ext>
              </a:extLst>
            </p:cNvPr>
            <p:cNvCxnSpPr>
              <a:cxnSpLocks/>
              <a:stCxn id="214" idx="3"/>
              <a:endCxn id="217" idx="1"/>
            </p:cNvCxnSpPr>
            <p:nvPr/>
          </p:nvCxnSpPr>
          <p:spPr>
            <a:xfrm>
              <a:off x="6034019" y="2607544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Connecteur : en angle 158">
              <a:extLst>
                <a:ext uri="{FF2B5EF4-FFF2-40B4-BE49-F238E27FC236}">
                  <a16:creationId xmlns:a16="http://schemas.microsoft.com/office/drawing/2014/main" id="{5E3165A0-3763-4A9D-CDE4-2FDCE3789363}"/>
                </a:ext>
              </a:extLst>
            </p:cNvPr>
            <p:cNvCxnSpPr>
              <a:cxnSpLocks/>
              <a:stCxn id="217" idx="3"/>
              <a:endCxn id="199" idx="1"/>
            </p:cNvCxnSpPr>
            <p:nvPr/>
          </p:nvCxnSpPr>
          <p:spPr>
            <a:xfrm>
              <a:off x="6805978" y="2607544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Connecteur : en angle 158">
              <a:extLst>
                <a:ext uri="{FF2B5EF4-FFF2-40B4-BE49-F238E27FC236}">
                  <a16:creationId xmlns:a16="http://schemas.microsoft.com/office/drawing/2014/main" id="{21700F0D-9AC5-758D-B9D5-9A288B67CEAE}"/>
                </a:ext>
              </a:extLst>
            </p:cNvPr>
            <p:cNvCxnSpPr>
              <a:cxnSpLocks/>
              <a:stCxn id="199" idx="3"/>
              <a:endCxn id="202" idx="1"/>
            </p:cNvCxnSpPr>
            <p:nvPr/>
          </p:nvCxnSpPr>
          <p:spPr>
            <a:xfrm>
              <a:off x="7577937" y="2607544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Connecteur : en angle 158">
              <a:extLst>
                <a:ext uri="{FF2B5EF4-FFF2-40B4-BE49-F238E27FC236}">
                  <a16:creationId xmlns:a16="http://schemas.microsoft.com/office/drawing/2014/main" id="{A175EC47-B742-B1ED-A0B1-6573DB5C86ED}"/>
                </a:ext>
              </a:extLst>
            </p:cNvPr>
            <p:cNvCxnSpPr>
              <a:cxnSpLocks/>
              <a:stCxn id="202" idx="3"/>
              <a:endCxn id="196" idx="1"/>
            </p:cNvCxnSpPr>
            <p:nvPr/>
          </p:nvCxnSpPr>
          <p:spPr>
            <a:xfrm>
              <a:off x="8349896" y="2607544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Connecteur : en angle 158">
              <a:extLst>
                <a:ext uri="{FF2B5EF4-FFF2-40B4-BE49-F238E27FC236}">
                  <a16:creationId xmlns:a16="http://schemas.microsoft.com/office/drawing/2014/main" id="{F28C04A9-4605-E30D-73B7-EABD30B85FF3}"/>
                </a:ext>
              </a:extLst>
            </p:cNvPr>
            <p:cNvCxnSpPr>
              <a:cxnSpLocks/>
              <a:stCxn id="196" idx="3"/>
              <a:endCxn id="229" idx="1"/>
            </p:cNvCxnSpPr>
            <p:nvPr/>
          </p:nvCxnSpPr>
          <p:spPr>
            <a:xfrm>
              <a:off x="9121855" y="2607544"/>
              <a:ext cx="123962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Connecteur : en angle 158">
              <a:extLst>
                <a:ext uri="{FF2B5EF4-FFF2-40B4-BE49-F238E27FC236}">
                  <a16:creationId xmlns:a16="http://schemas.microsoft.com/office/drawing/2014/main" id="{0CFDCB75-2A80-74A2-11B8-D438CF81818A}"/>
                </a:ext>
              </a:extLst>
            </p:cNvPr>
            <p:cNvCxnSpPr>
              <a:cxnSpLocks/>
              <a:stCxn id="24" idx="3"/>
              <a:endCxn id="231" idx="1"/>
            </p:cNvCxnSpPr>
            <p:nvPr/>
          </p:nvCxnSpPr>
          <p:spPr>
            <a:xfrm>
              <a:off x="2946183" y="3603272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Connecteur : en angle 158">
              <a:extLst>
                <a:ext uri="{FF2B5EF4-FFF2-40B4-BE49-F238E27FC236}">
                  <a16:creationId xmlns:a16="http://schemas.microsoft.com/office/drawing/2014/main" id="{7F1DB365-23EE-CAEC-3EE4-907DCAC8972F}"/>
                </a:ext>
              </a:extLst>
            </p:cNvPr>
            <p:cNvCxnSpPr>
              <a:cxnSpLocks/>
              <a:stCxn id="231" idx="3"/>
              <a:endCxn id="233" idx="1"/>
            </p:cNvCxnSpPr>
            <p:nvPr/>
          </p:nvCxnSpPr>
          <p:spPr>
            <a:xfrm>
              <a:off x="3718142" y="3603272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Connecteur : en angle 158">
              <a:extLst>
                <a:ext uri="{FF2B5EF4-FFF2-40B4-BE49-F238E27FC236}">
                  <a16:creationId xmlns:a16="http://schemas.microsoft.com/office/drawing/2014/main" id="{90C5E3B4-1B8A-7B08-88C5-4D30FCCA1AA4}"/>
                </a:ext>
              </a:extLst>
            </p:cNvPr>
            <p:cNvCxnSpPr>
              <a:cxnSpLocks/>
              <a:stCxn id="233" idx="3"/>
              <a:endCxn id="235" idx="1"/>
            </p:cNvCxnSpPr>
            <p:nvPr/>
          </p:nvCxnSpPr>
          <p:spPr>
            <a:xfrm>
              <a:off x="4490101" y="3603272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Connecteur : en angle 158">
              <a:extLst>
                <a:ext uri="{FF2B5EF4-FFF2-40B4-BE49-F238E27FC236}">
                  <a16:creationId xmlns:a16="http://schemas.microsoft.com/office/drawing/2014/main" id="{8FF5C218-D587-00B7-FE47-52EF204BD43A}"/>
                </a:ext>
              </a:extLst>
            </p:cNvPr>
            <p:cNvCxnSpPr>
              <a:cxnSpLocks/>
              <a:stCxn id="235" idx="3"/>
              <a:endCxn id="237" idx="1"/>
            </p:cNvCxnSpPr>
            <p:nvPr/>
          </p:nvCxnSpPr>
          <p:spPr>
            <a:xfrm>
              <a:off x="5262060" y="3603272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Connecteur : en angle 158">
              <a:extLst>
                <a:ext uri="{FF2B5EF4-FFF2-40B4-BE49-F238E27FC236}">
                  <a16:creationId xmlns:a16="http://schemas.microsoft.com/office/drawing/2014/main" id="{9FBEF074-3512-A595-C86F-0780B706412C}"/>
                </a:ext>
              </a:extLst>
            </p:cNvPr>
            <p:cNvCxnSpPr>
              <a:cxnSpLocks/>
              <a:stCxn id="237" idx="3"/>
              <a:endCxn id="239" idx="1"/>
            </p:cNvCxnSpPr>
            <p:nvPr/>
          </p:nvCxnSpPr>
          <p:spPr>
            <a:xfrm>
              <a:off x="6034019" y="3603272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Connecteur : en angle 158">
              <a:extLst>
                <a:ext uri="{FF2B5EF4-FFF2-40B4-BE49-F238E27FC236}">
                  <a16:creationId xmlns:a16="http://schemas.microsoft.com/office/drawing/2014/main" id="{DD6287B6-8198-3E4D-3E60-9FD6DE8163C2}"/>
                </a:ext>
              </a:extLst>
            </p:cNvPr>
            <p:cNvCxnSpPr>
              <a:cxnSpLocks/>
              <a:stCxn id="239" idx="3"/>
              <a:endCxn id="241" idx="1"/>
            </p:cNvCxnSpPr>
            <p:nvPr/>
          </p:nvCxnSpPr>
          <p:spPr>
            <a:xfrm>
              <a:off x="6805978" y="3603272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Connecteur : en angle 158">
              <a:extLst>
                <a:ext uri="{FF2B5EF4-FFF2-40B4-BE49-F238E27FC236}">
                  <a16:creationId xmlns:a16="http://schemas.microsoft.com/office/drawing/2014/main" id="{0FB1CAF6-A7B4-D59B-34D6-783C81FB76E4}"/>
                </a:ext>
              </a:extLst>
            </p:cNvPr>
            <p:cNvCxnSpPr>
              <a:cxnSpLocks/>
              <a:stCxn id="241" idx="3"/>
              <a:endCxn id="243" idx="1"/>
            </p:cNvCxnSpPr>
            <p:nvPr/>
          </p:nvCxnSpPr>
          <p:spPr>
            <a:xfrm>
              <a:off x="7577937" y="3603272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Connecteur : en angle 158">
              <a:extLst>
                <a:ext uri="{FF2B5EF4-FFF2-40B4-BE49-F238E27FC236}">
                  <a16:creationId xmlns:a16="http://schemas.microsoft.com/office/drawing/2014/main" id="{FA67A1E7-D500-8A96-4B77-F39B7887BED4}"/>
                </a:ext>
              </a:extLst>
            </p:cNvPr>
            <p:cNvCxnSpPr>
              <a:cxnSpLocks/>
              <a:stCxn id="243" idx="3"/>
              <a:endCxn id="245" idx="1"/>
            </p:cNvCxnSpPr>
            <p:nvPr/>
          </p:nvCxnSpPr>
          <p:spPr>
            <a:xfrm>
              <a:off x="8349896" y="3603272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Connecteur : en angle 158">
              <a:extLst>
                <a:ext uri="{FF2B5EF4-FFF2-40B4-BE49-F238E27FC236}">
                  <a16:creationId xmlns:a16="http://schemas.microsoft.com/office/drawing/2014/main" id="{807366CD-CDFD-552D-7F65-B7D6CE5530E7}"/>
                </a:ext>
              </a:extLst>
            </p:cNvPr>
            <p:cNvCxnSpPr>
              <a:cxnSpLocks/>
              <a:stCxn id="245" idx="3"/>
              <a:endCxn id="249" idx="1"/>
            </p:cNvCxnSpPr>
            <p:nvPr/>
          </p:nvCxnSpPr>
          <p:spPr>
            <a:xfrm>
              <a:off x="9121855" y="3603272"/>
              <a:ext cx="123962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Connecteur : en angle 158">
              <a:extLst>
                <a:ext uri="{FF2B5EF4-FFF2-40B4-BE49-F238E27FC236}">
                  <a16:creationId xmlns:a16="http://schemas.microsoft.com/office/drawing/2014/main" id="{4A4EA4E7-5A56-26C5-7232-945E7F201A68}"/>
                </a:ext>
              </a:extLst>
            </p:cNvPr>
            <p:cNvCxnSpPr>
              <a:cxnSpLocks/>
              <a:stCxn id="251" idx="3"/>
              <a:endCxn id="253" idx="1"/>
            </p:cNvCxnSpPr>
            <p:nvPr/>
          </p:nvCxnSpPr>
          <p:spPr>
            <a:xfrm>
              <a:off x="2946183" y="4647145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Connecteur : en angle 158">
              <a:extLst>
                <a:ext uri="{FF2B5EF4-FFF2-40B4-BE49-F238E27FC236}">
                  <a16:creationId xmlns:a16="http://schemas.microsoft.com/office/drawing/2014/main" id="{C1F9C1D0-99AE-7492-38F1-0FF135805976}"/>
                </a:ext>
              </a:extLst>
            </p:cNvPr>
            <p:cNvCxnSpPr>
              <a:cxnSpLocks/>
              <a:stCxn id="253" idx="3"/>
              <a:endCxn id="255" idx="1"/>
            </p:cNvCxnSpPr>
            <p:nvPr/>
          </p:nvCxnSpPr>
          <p:spPr>
            <a:xfrm>
              <a:off x="3718142" y="4647145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Connecteur : en angle 158">
              <a:extLst>
                <a:ext uri="{FF2B5EF4-FFF2-40B4-BE49-F238E27FC236}">
                  <a16:creationId xmlns:a16="http://schemas.microsoft.com/office/drawing/2014/main" id="{2EACDEAA-77DF-6BD3-115B-BCB6788F3CB3}"/>
                </a:ext>
              </a:extLst>
            </p:cNvPr>
            <p:cNvCxnSpPr>
              <a:cxnSpLocks/>
              <a:stCxn id="255" idx="3"/>
              <a:endCxn id="257" idx="1"/>
            </p:cNvCxnSpPr>
            <p:nvPr/>
          </p:nvCxnSpPr>
          <p:spPr>
            <a:xfrm>
              <a:off x="4490101" y="4647145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Connecteur : en angle 158">
              <a:extLst>
                <a:ext uri="{FF2B5EF4-FFF2-40B4-BE49-F238E27FC236}">
                  <a16:creationId xmlns:a16="http://schemas.microsoft.com/office/drawing/2014/main" id="{5168EE22-2F87-8D89-3BFD-CB73AF6FD40E}"/>
                </a:ext>
              </a:extLst>
            </p:cNvPr>
            <p:cNvCxnSpPr>
              <a:cxnSpLocks/>
              <a:stCxn id="257" idx="3"/>
              <a:endCxn id="259" idx="1"/>
            </p:cNvCxnSpPr>
            <p:nvPr/>
          </p:nvCxnSpPr>
          <p:spPr>
            <a:xfrm>
              <a:off x="5262060" y="4647145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Connecteur : en angle 158">
              <a:extLst>
                <a:ext uri="{FF2B5EF4-FFF2-40B4-BE49-F238E27FC236}">
                  <a16:creationId xmlns:a16="http://schemas.microsoft.com/office/drawing/2014/main" id="{CF01AABC-6204-DD5B-B689-B4BBBB979E1B}"/>
                </a:ext>
              </a:extLst>
            </p:cNvPr>
            <p:cNvCxnSpPr>
              <a:cxnSpLocks/>
              <a:stCxn id="259" idx="3"/>
              <a:endCxn id="261" idx="1"/>
            </p:cNvCxnSpPr>
            <p:nvPr/>
          </p:nvCxnSpPr>
          <p:spPr>
            <a:xfrm>
              <a:off x="6034019" y="4647145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Connecteur : en angle 158">
              <a:extLst>
                <a:ext uri="{FF2B5EF4-FFF2-40B4-BE49-F238E27FC236}">
                  <a16:creationId xmlns:a16="http://schemas.microsoft.com/office/drawing/2014/main" id="{4CFE0577-AEE8-2DB1-C62C-B10572B9F55F}"/>
                </a:ext>
              </a:extLst>
            </p:cNvPr>
            <p:cNvCxnSpPr>
              <a:cxnSpLocks/>
              <a:stCxn id="261" idx="3"/>
              <a:endCxn id="263" idx="1"/>
            </p:cNvCxnSpPr>
            <p:nvPr/>
          </p:nvCxnSpPr>
          <p:spPr>
            <a:xfrm>
              <a:off x="6805978" y="4647145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Connecteur : en angle 158">
              <a:extLst>
                <a:ext uri="{FF2B5EF4-FFF2-40B4-BE49-F238E27FC236}">
                  <a16:creationId xmlns:a16="http://schemas.microsoft.com/office/drawing/2014/main" id="{343D8DE4-3DC7-04FB-3697-B3B7FCAFC323}"/>
                </a:ext>
              </a:extLst>
            </p:cNvPr>
            <p:cNvCxnSpPr>
              <a:cxnSpLocks/>
              <a:stCxn id="263" idx="3"/>
              <a:endCxn id="265" idx="1"/>
            </p:cNvCxnSpPr>
            <p:nvPr/>
          </p:nvCxnSpPr>
          <p:spPr>
            <a:xfrm>
              <a:off x="7577937" y="4647145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Connecteur : en angle 158">
              <a:extLst>
                <a:ext uri="{FF2B5EF4-FFF2-40B4-BE49-F238E27FC236}">
                  <a16:creationId xmlns:a16="http://schemas.microsoft.com/office/drawing/2014/main" id="{BFDA9B2C-9DA7-773A-A4B6-C8F5F55C6938}"/>
                </a:ext>
              </a:extLst>
            </p:cNvPr>
            <p:cNvCxnSpPr>
              <a:cxnSpLocks/>
              <a:stCxn id="265" idx="3"/>
              <a:endCxn id="267" idx="1"/>
            </p:cNvCxnSpPr>
            <p:nvPr/>
          </p:nvCxnSpPr>
          <p:spPr>
            <a:xfrm>
              <a:off x="8349896" y="4647145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Connecteur : en angle 158">
              <a:extLst>
                <a:ext uri="{FF2B5EF4-FFF2-40B4-BE49-F238E27FC236}">
                  <a16:creationId xmlns:a16="http://schemas.microsoft.com/office/drawing/2014/main" id="{474FC4CC-62F4-70AF-848C-5EE23884A071}"/>
                </a:ext>
              </a:extLst>
            </p:cNvPr>
            <p:cNvCxnSpPr>
              <a:cxnSpLocks/>
              <a:stCxn id="267" idx="3"/>
              <a:endCxn id="269" idx="1"/>
            </p:cNvCxnSpPr>
            <p:nvPr/>
          </p:nvCxnSpPr>
          <p:spPr>
            <a:xfrm>
              <a:off x="9121855" y="4647145"/>
              <a:ext cx="123962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3941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844A5-89FB-9DB6-D88E-438FE17AC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BE5BB0-A0F6-6008-FF54-3E077DCA08DF}"/>
              </a:ext>
            </a:extLst>
          </p:cNvPr>
          <p:cNvSpPr/>
          <p:nvPr/>
        </p:nvSpPr>
        <p:spPr>
          <a:xfrm>
            <a:off x="2316000" y="909000"/>
            <a:ext cx="7920000" cy="5040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9525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1000712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1201</TotalTime>
  <Words>46</Words>
  <Application>Microsoft Office PowerPoint</Application>
  <PresentationFormat>Grand écran</PresentationFormat>
  <Paragraphs>42</Paragraphs>
  <Slides>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Léandre Brault</dc:creator>
  <cp:lastModifiedBy>Léandre Brault</cp:lastModifiedBy>
  <cp:revision>90</cp:revision>
  <cp:lastPrinted>2026-02-28T18:10:31Z</cp:lastPrinted>
  <dcterms:created xsi:type="dcterms:W3CDTF">2026-02-07T18:04:07Z</dcterms:created>
  <dcterms:modified xsi:type="dcterms:W3CDTF">2026-09-28T18:04:48Z</dcterms:modified>
</cp:coreProperties>
</file>