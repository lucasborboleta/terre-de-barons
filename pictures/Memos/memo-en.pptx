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>
        <p:scale>
          <a:sx n="50" d="100"/>
          <a:sy n="50" d="100"/>
        </p:scale>
        <p:origin x="4260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emf"/><Relationship Id="rId5" Type="http://schemas.microsoft.com/office/2007/relationships/hdphoto" Target="../media/hdphoto1.wdp"/><Relationship Id="rId10" Type="http://schemas.openxmlformats.org/officeDocument/2006/relationships/image" Target="../media/image6.emf"/><Relationship Id="rId4" Type="http://schemas.openxmlformats.org/officeDocument/2006/relationships/image" Target="../media/image2.png"/><Relationship Id="rId9" Type="http://schemas.openxmlformats.org/officeDocument/2006/relationships/image" Target="../media/image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"Act" or "Replan"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184517"/>
            <a:ext cx="2308744" cy="235594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Refill hand to 6 cards </a:t>
            </a:r>
            <a:br>
              <a:rPr lang="en-US" sz="1200" dirty="0"/>
            </a:br>
            <a:r>
              <a:rPr lang="en-US" sz="1117" noProof="0" dirty="0"/>
              <a:t>(except after "Court Intrigue")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Replan</a:t>
            </a:r>
            <a:endParaRPr lang="en-US" sz="1117" noProof="0" dirty="0"/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706773"/>
            <a:ext cx="1915543" cy="1640615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200" dirty="0"/>
              <a:t>Draw each card</a:t>
            </a:r>
            <a:br>
              <a:rPr lang="en-US" sz="1200" dirty="0"/>
            </a:br>
            <a:r>
              <a:rPr lang="en-US" sz="1200" dirty="0"/>
              <a:t>one by one</a:t>
            </a:r>
            <a:endParaRPr lang="en-US" sz="1117" noProof="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End of turn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Start of turn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dirty="0"/>
              <a:t>Act</a:t>
            </a:r>
            <a:endParaRPr lang="en-US" sz="1117" noProof="0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769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Discard 1 to 6 cards</a:t>
            </a:r>
            <a:endParaRPr lang="en-US" sz="1117" noProof="0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Update the score track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Action card drawn </a:t>
            </a:r>
            <a:br>
              <a:rPr lang="en-US" sz="1200" dirty="0"/>
            </a:br>
            <a:r>
              <a:rPr lang="en-US" sz="1200" dirty="0">
                <a:sym typeface="Wingdings" panose="05000000000000000000" pitchFamily="2" charset="2"/>
              </a:rPr>
              <a:t></a:t>
            </a:r>
            <a:r>
              <a:rPr lang="en-US" sz="1200" dirty="0"/>
              <a:t> Add to hand</a:t>
            </a:r>
            <a:endParaRPr lang="en-US" sz="1117" noProof="0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Event card drawn</a:t>
            </a:r>
            <a:br>
              <a:rPr lang="en-US" sz="1117" noProof="0" dirty="0"/>
            </a:br>
            <a:r>
              <a:rPr lang="en-US" sz="1117" noProof="0" dirty="0">
                <a:sym typeface="Wingdings" panose="05000000000000000000" pitchFamily="2" charset="2"/>
              </a:rPr>
              <a:t> </a:t>
            </a:r>
            <a:r>
              <a:rPr lang="en-US" sz="1117" noProof="0" dirty="0"/>
              <a:t>Resolve Event</a:t>
            </a:r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Choose Action cards for a maximum total of 3 credits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Play each card, then discard it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717182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Move Lord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38553" y="2678836"/>
            <a:ext cx="1704424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Recruit Knight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51311" y="2993259"/>
            <a:ext cx="1691666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17" noProof="0" dirty="0"/>
              <a:t>Exile Knight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51311" y="3752491"/>
            <a:ext cx="1691666" cy="531420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Court Intrigue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003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From a Command Tile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07060" y="2664682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Recruit Troops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2495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07060" y="3056814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Build Keep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07060" y="3474620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Disperse Troops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070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>
                <a:solidFill>
                  <a:schemeClr val="bg1"/>
                </a:solidFill>
              </a:rPr>
              <a:t>Concentrate Troops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751518" y="3959730"/>
            <a:ext cx="1538310" cy="219036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Draw each card 1 by 1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3"/>
            <a:ext cx="3327" cy="3415995"/>
          </a:xfrm>
          <a:prstGeom prst="bentConnector3">
            <a:avLst>
              <a:gd name="adj1" fmla="val -68710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70735" y="8906661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89828" y="3527081"/>
            <a:ext cx="690323" cy="542167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CDBABFD-CE18-5EE2-E3A8-88238F36A8DB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84" r="32145" b="13393"/>
          <a:stretch>
            <a:fillRect/>
          </a:stretch>
        </p:blipFill>
        <p:spPr bwMode="auto">
          <a:xfrm>
            <a:off x="203228" y="6093130"/>
            <a:ext cx="5173891" cy="25869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6" name="ZoneTexte 15">
            <a:extLst>
              <a:ext uri="{FF2B5EF4-FFF2-40B4-BE49-F238E27FC236}">
                <a16:creationId xmlns:a16="http://schemas.microsoft.com/office/drawing/2014/main" id="{ECE59A6C-C1F3-2506-2BEF-F4AEACDD1743}"/>
              </a:ext>
            </a:extLst>
          </p:cNvPr>
          <p:cNvSpPr txBox="1"/>
          <p:nvPr/>
        </p:nvSpPr>
        <p:spPr>
          <a:xfrm>
            <a:off x="2651311" y="3340042"/>
            <a:ext cx="1691666" cy="291259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117" noProof="0" dirty="0"/>
              <a:t>Spy</a:t>
            </a: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29C9C883-A08C-1143-0123-132D70CFA9B9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88" r="37446" b="24600"/>
          <a:stretch>
            <a:fillRect/>
          </a:stretch>
        </p:blipFill>
        <p:spPr bwMode="auto">
          <a:xfrm>
            <a:off x="2287455" y="8827695"/>
            <a:ext cx="4831468" cy="1627479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</TotalTime>
  <Words>105</Words>
  <Application>Microsoft Office PowerPoint</Application>
  <PresentationFormat>Personnalisé</PresentationFormat>
  <Paragraphs>25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16</cp:revision>
  <cp:lastPrinted>2026-04-26T14:16:53Z</cp:lastPrinted>
  <dcterms:created xsi:type="dcterms:W3CDTF">2026-04-25T15:42:38Z</dcterms:created>
  <dcterms:modified xsi:type="dcterms:W3CDTF">2026-05-30T17:58:43Z</dcterms:modified>
</cp:coreProperties>
</file>