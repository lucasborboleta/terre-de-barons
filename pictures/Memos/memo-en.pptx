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150" d="100"/>
          <a:sy n="150" d="100"/>
        </p:scale>
        <p:origin x="1878" y="-55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emf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"Act" or "Replan"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184517"/>
            <a:ext cx="2308744" cy="23559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Refill hand to 6 cards </a:t>
            </a:r>
            <a:br>
              <a:rPr lang="en-US" sz="1200" dirty="0"/>
            </a:br>
            <a:r>
              <a:rPr lang="en-US" sz="1117" noProof="0" dirty="0"/>
              <a:t>(except after "Court Intrigue")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Replan</a:t>
            </a:r>
            <a:endParaRPr lang="en-US" sz="1117" noProof="0" dirty="0"/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706773"/>
            <a:ext cx="1915543" cy="1640615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Draw each card</a:t>
            </a:r>
            <a:br>
              <a:rPr lang="en-US" sz="1200" dirty="0"/>
            </a:br>
            <a:r>
              <a:rPr lang="en-US" sz="1200" dirty="0"/>
              <a:t>one by one</a:t>
            </a:r>
            <a:endParaRPr lang="en-US" sz="1117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End of turn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Start of turn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Act</a:t>
            </a:r>
            <a:endParaRPr lang="en-US" sz="1117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Discard 1 to 6 cards</a:t>
            </a:r>
            <a:endParaRPr lang="en-US" sz="1117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Update the score track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Action card drawn </a:t>
            </a:r>
            <a:br>
              <a:rPr lang="en-US" sz="1200" dirty="0"/>
            </a:b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Add to hand</a:t>
            </a:r>
            <a:endParaRPr lang="en-US" sz="1117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Event card drawn</a:t>
            </a:r>
            <a:br>
              <a:rPr lang="en-US" sz="1117" noProof="0" dirty="0"/>
            </a:br>
            <a:r>
              <a:rPr lang="en-US" sz="1117" noProof="0" dirty="0">
                <a:sym typeface="Wingdings" panose="05000000000000000000" pitchFamily="2" charset="2"/>
              </a:rPr>
              <a:t> </a:t>
            </a:r>
            <a:r>
              <a:rPr lang="en-US" sz="1117" noProof="0" dirty="0"/>
              <a:t>Resolve Evant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Action cards for a maximum total of 3 credits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Play each card, then discard it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717182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Move Lord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38553" y="2678836"/>
            <a:ext cx="1704424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Recruit Knight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51311" y="2993259"/>
            <a:ext cx="1691666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Exile Knight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51311" y="3752491"/>
            <a:ext cx="1691666" cy="53142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Court Intrigue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003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From a Command Tile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07060" y="2664682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Recruit Troops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249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07060" y="3056814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Build Keep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07060" y="3474620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Disperse Troops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070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Concentrate Troops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751518" y="3959730"/>
            <a:ext cx="1538310" cy="219036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Draw each card 1 by 1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3"/>
            <a:ext cx="3327" cy="3415995"/>
          </a:xfrm>
          <a:prstGeom prst="bentConnector3">
            <a:avLst>
              <a:gd name="adj1" fmla="val -68710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0735" y="8906661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89828" y="3527081"/>
            <a:ext cx="690323" cy="542167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CDBABFD-CE18-5EE2-E3A8-88238F36A8D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84" r="32145" b="13393"/>
          <a:stretch>
            <a:fillRect/>
          </a:stretch>
        </p:blipFill>
        <p:spPr bwMode="auto">
          <a:xfrm>
            <a:off x="203228" y="6093130"/>
            <a:ext cx="5173891" cy="25869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CE59A6C-C1F3-2506-2BEF-F4AEACDD1743}"/>
              </a:ext>
            </a:extLst>
          </p:cNvPr>
          <p:cNvSpPr txBox="1"/>
          <p:nvPr/>
        </p:nvSpPr>
        <p:spPr>
          <a:xfrm>
            <a:off x="2651311" y="3340042"/>
            <a:ext cx="1691666" cy="291259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Spy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9C9C883-A08C-1143-0123-132D70CFA9B9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88" r="37446" b="24600"/>
          <a:stretch>
            <a:fillRect/>
          </a:stretch>
        </p:blipFill>
        <p:spPr bwMode="auto">
          <a:xfrm>
            <a:off x="2287455" y="8827695"/>
            <a:ext cx="4831468" cy="162747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</TotalTime>
  <Words>105</Words>
  <Application>Microsoft Office PowerPoint</Application>
  <PresentationFormat>Personnalisé</PresentationFormat>
  <Paragraphs>25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13</cp:revision>
  <cp:lastPrinted>2026-04-26T14:16:53Z</cp:lastPrinted>
  <dcterms:created xsi:type="dcterms:W3CDTF">2026-04-25T15:42:38Z</dcterms:created>
  <dcterms:modified xsi:type="dcterms:W3CDTF">2026-05-30T15:50:08Z</dcterms:modified>
</cp:coreProperties>
</file>