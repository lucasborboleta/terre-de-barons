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"/>
  </p:notesMasterIdLst>
  <p:sldIdLst>
    <p:sldId id="256" r:id="rId2"/>
  </p:sldIdLst>
  <p:sldSz cx="7559675" cy="10691813"/>
  <p:notesSz cx="6889750" cy="100218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5C79D"/>
    <a:srgbClr val="E3C19C"/>
    <a:srgbClr val="D2D3D2"/>
    <a:srgbClr val="E8A0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220" autoAdjust="0"/>
    <p:restoredTop sz="94660"/>
  </p:normalViewPr>
  <p:slideViewPr>
    <p:cSldViewPr snapToGrid="0">
      <p:cViewPr>
        <p:scale>
          <a:sx n="50" d="100"/>
          <a:sy n="50" d="100"/>
        </p:scale>
        <p:origin x="4260" y="6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5558" cy="502835"/>
          </a:xfrm>
          <a:prstGeom prst="rect">
            <a:avLst/>
          </a:prstGeom>
        </p:spPr>
        <p:txBody>
          <a:bodyPr vert="horz" lIns="96634" tIns="48317" rIns="96634" bIns="48317" rtlCol="0"/>
          <a:lstStyle>
            <a:lvl1pPr algn="l">
              <a:defRPr sz="13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902597" y="0"/>
            <a:ext cx="2985558" cy="502835"/>
          </a:xfrm>
          <a:prstGeom prst="rect">
            <a:avLst/>
          </a:prstGeom>
        </p:spPr>
        <p:txBody>
          <a:bodyPr vert="horz" lIns="96634" tIns="48317" rIns="96634" bIns="48317" rtlCol="0"/>
          <a:lstStyle>
            <a:lvl1pPr algn="r">
              <a:defRPr sz="1300"/>
            </a:lvl1pPr>
          </a:lstStyle>
          <a:p>
            <a:fld id="{849D895D-661B-479D-A688-27E503324CF6}" type="datetimeFigureOut">
              <a:rPr lang="fr-FR" smtClean="0"/>
              <a:t>05/07/2026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2249488" y="1252538"/>
            <a:ext cx="2390775" cy="33829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34" tIns="48317" rIns="96634" bIns="48317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8975" y="4823034"/>
            <a:ext cx="5511800" cy="3946118"/>
          </a:xfrm>
          <a:prstGeom prst="rect">
            <a:avLst/>
          </a:prstGeom>
        </p:spPr>
        <p:txBody>
          <a:bodyPr vert="horz" lIns="96634" tIns="48317" rIns="96634" bIns="48317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519055"/>
            <a:ext cx="2985558" cy="502834"/>
          </a:xfrm>
          <a:prstGeom prst="rect">
            <a:avLst/>
          </a:prstGeom>
        </p:spPr>
        <p:txBody>
          <a:bodyPr vert="horz" lIns="96634" tIns="48317" rIns="96634" bIns="48317" rtlCol="0" anchor="b"/>
          <a:lstStyle>
            <a:lvl1pPr algn="l">
              <a:defRPr sz="13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902597" y="9519055"/>
            <a:ext cx="2985558" cy="502834"/>
          </a:xfrm>
          <a:prstGeom prst="rect">
            <a:avLst/>
          </a:prstGeom>
        </p:spPr>
        <p:txBody>
          <a:bodyPr vert="horz" lIns="96634" tIns="48317" rIns="96634" bIns="48317" rtlCol="0" anchor="b"/>
          <a:lstStyle>
            <a:lvl1pPr algn="r">
              <a:defRPr sz="1300"/>
            </a:lvl1pPr>
          </a:lstStyle>
          <a:p>
            <a:fld id="{BAF959F4-80F3-402A-9D25-879686CF8B5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320880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F959F4-80F3-402A-9D25-879686CF8B58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616803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66976" y="1749795"/>
            <a:ext cx="6425724" cy="3722335"/>
          </a:xfrm>
        </p:spPr>
        <p:txBody>
          <a:bodyPr anchor="b"/>
          <a:lstStyle>
            <a:lvl1pPr algn="ctr">
              <a:defRPr sz="496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4960" y="5615678"/>
            <a:ext cx="5669756" cy="2581379"/>
          </a:xfrm>
        </p:spPr>
        <p:txBody>
          <a:bodyPr/>
          <a:lstStyle>
            <a:lvl1pPr marL="0" indent="0" algn="ctr">
              <a:buNone/>
              <a:defRPr sz="1984"/>
            </a:lvl1pPr>
            <a:lvl2pPr marL="377967" indent="0" algn="ctr">
              <a:buNone/>
              <a:defRPr sz="1653"/>
            </a:lvl2pPr>
            <a:lvl3pPr marL="755934" indent="0" algn="ctr">
              <a:buNone/>
              <a:defRPr sz="1488"/>
            </a:lvl3pPr>
            <a:lvl4pPr marL="1133902" indent="0" algn="ctr">
              <a:buNone/>
              <a:defRPr sz="1323"/>
            </a:lvl4pPr>
            <a:lvl5pPr marL="1511869" indent="0" algn="ctr">
              <a:buNone/>
              <a:defRPr sz="1323"/>
            </a:lvl5pPr>
            <a:lvl6pPr marL="1889836" indent="0" algn="ctr">
              <a:buNone/>
              <a:defRPr sz="1323"/>
            </a:lvl6pPr>
            <a:lvl7pPr marL="2267803" indent="0" algn="ctr">
              <a:buNone/>
              <a:defRPr sz="1323"/>
            </a:lvl7pPr>
            <a:lvl8pPr marL="2645771" indent="0" algn="ctr">
              <a:buNone/>
              <a:defRPr sz="1323"/>
            </a:lvl8pPr>
            <a:lvl9pPr marL="3023738" indent="0" algn="ctr">
              <a:buNone/>
              <a:defRPr sz="1323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05/07/2026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98854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05/07/2026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651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791" y="2665532"/>
            <a:ext cx="6520220" cy="4447496"/>
          </a:xfrm>
        </p:spPr>
        <p:txBody>
          <a:bodyPr anchor="b"/>
          <a:lstStyle>
            <a:lvl1pPr>
              <a:defRPr sz="496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5791" y="7155103"/>
            <a:ext cx="6520220" cy="2338833"/>
          </a:xfrm>
        </p:spPr>
        <p:txBody>
          <a:bodyPr/>
          <a:lstStyle>
            <a:lvl1pPr marL="0" indent="0">
              <a:buNone/>
              <a:defRPr sz="1984">
                <a:solidFill>
                  <a:schemeClr val="tx1">
                    <a:tint val="82000"/>
                  </a:schemeClr>
                </a:solidFill>
              </a:defRPr>
            </a:lvl1pPr>
            <a:lvl2pPr marL="377967" indent="0">
              <a:buNone/>
              <a:defRPr sz="1653">
                <a:solidFill>
                  <a:schemeClr val="tx1">
                    <a:tint val="82000"/>
                  </a:schemeClr>
                </a:solidFill>
              </a:defRPr>
            </a:lvl2pPr>
            <a:lvl3pPr marL="755934" indent="0">
              <a:buNone/>
              <a:defRPr sz="1488">
                <a:solidFill>
                  <a:schemeClr val="tx1">
                    <a:tint val="82000"/>
                  </a:schemeClr>
                </a:solidFill>
              </a:defRPr>
            </a:lvl3pPr>
            <a:lvl4pPr marL="1133902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4pPr>
            <a:lvl5pPr marL="1511869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5pPr>
            <a:lvl6pPr marL="1889836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6pPr>
            <a:lvl7pPr marL="2267803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7pPr>
            <a:lvl8pPr marL="2645771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8pPr>
            <a:lvl9pPr marL="3023738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05/07/2026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55315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9728" y="2846200"/>
            <a:ext cx="3212862" cy="6783857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27085" y="2846200"/>
            <a:ext cx="3212862" cy="6783857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05/07/2026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32975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569242"/>
            <a:ext cx="6520220" cy="206659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0713" y="2620980"/>
            <a:ext cx="3198096" cy="1284502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713" y="3905482"/>
            <a:ext cx="3198096" cy="5744375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27086" y="2620980"/>
            <a:ext cx="3213847" cy="1284502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27086" y="3905482"/>
            <a:ext cx="3213847" cy="5744375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05/07/2026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07381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05/07/2026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523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05/07/2026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603858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2788"/>
            <a:ext cx="2438192" cy="2494756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13847" y="1539425"/>
            <a:ext cx="3827085" cy="7598117"/>
          </a:xfrm>
        </p:spPr>
        <p:txBody>
          <a:bodyPr/>
          <a:lstStyle>
            <a:lvl1pPr>
              <a:defRPr sz="2645"/>
            </a:lvl1pPr>
            <a:lvl2pPr>
              <a:defRPr sz="2315"/>
            </a:lvl2pPr>
            <a:lvl3pPr>
              <a:defRPr sz="1984"/>
            </a:lvl3pPr>
            <a:lvl4pPr>
              <a:defRPr sz="1653"/>
            </a:lvl4pPr>
            <a:lvl5pPr>
              <a:defRPr sz="1653"/>
            </a:lvl5pPr>
            <a:lvl6pPr>
              <a:defRPr sz="1653"/>
            </a:lvl6pPr>
            <a:lvl7pPr>
              <a:defRPr sz="1653"/>
            </a:lvl7pPr>
            <a:lvl8pPr>
              <a:defRPr sz="1653"/>
            </a:lvl8pPr>
            <a:lvl9pPr>
              <a:defRPr sz="1653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07544"/>
            <a:ext cx="2438192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05/07/2026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5629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2788"/>
            <a:ext cx="2438192" cy="2494756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213847" y="1539425"/>
            <a:ext cx="3827085" cy="7598117"/>
          </a:xfrm>
        </p:spPr>
        <p:txBody>
          <a:bodyPr anchor="t"/>
          <a:lstStyle>
            <a:lvl1pPr marL="0" indent="0">
              <a:buNone/>
              <a:defRPr sz="2645"/>
            </a:lvl1pPr>
            <a:lvl2pPr marL="377967" indent="0">
              <a:buNone/>
              <a:defRPr sz="2315"/>
            </a:lvl2pPr>
            <a:lvl3pPr marL="755934" indent="0">
              <a:buNone/>
              <a:defRPr sz="1984"/>
            </a:lvl3pPr>
            <a:lvl4pPr marL="1133902" indent="0">
              <a:buNone/>
              <a:defRPr sz="1653"/>
            </a:lvl4pPr>
            <a:lvl5pPr marL="1511869" indent="0">
              <a:buNone/>
              <a:defRPr sz="1653"/>
            </a:lvl5pPr>
            <a:lvl6pPr marL="1889836" indent="0">
              <a:buNone/>
              <a:defRPr sz="1653"/>
            </a:lvl6pPr>
            <a:lvl7pPr marL="2267803" indent="0">
              <a:buNone/>
              <a:defRPr sz="1653"/>
            </a:lvl7pPr>
            <a:lvl8pPr marL="2645771" indent="0">
              <a:buNone/>
              <a:defRPr sz="1653"/>
            </a:lvl8pPr>
            <a:lvl9pPr marL="3023738" indent="0">
              <a:buNone/>
              <a:defRPr sz="1653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07544"/>
            <a:ext cx="2438192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05/07/2026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896584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05/07/2026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8179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409893" y="569240"/>
            <a:ext cx="1630055" cy="9060817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9728" y="569240"/>
            <a:ext cx="4795669" cy="9060817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05/07/2026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8150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9728" y="569242"/>
            <a:ext cx="6520220" cy="20665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9728" y="2846200"/>
            <a:ext cx="6520220" cy="67838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9728" y="9909729"/>
            <a:ext cx="1700927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7B969D-5DBB-4D98-A8ED-E39D79CDECF7}" type="datetimeFigureOut">
              <a:rPr lang="fr-FR" smtClean="0"/>
              <a:t>05/07/2026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4143" y="9909729"/>
            <a:ext cx="2551390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39020" y="9909729"/>
            <a:ext cx="1700927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2848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755934" rtl="0" eaLnBrk="1" latinLnBrk="0" hangingPunct="1">
        <a:lnSpc>
          <a:spcPct val="90000"/>
        </a:lnSpc>
        <a:spcBef>
          <a:spcPct val="0"/>
        </a:spcBef>
        <a:buNone/>
        <a:defRPr sz="363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8984" indent="-188984" algn="l" defTabSz="755934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315" kern="1200">
          <a:solidFill>
            <a:schemeClr val="tx1"/>
          </a:solidFill>
          <a:latin typeface="+mn-lt"/>
          <a:ea typeface="+mn-ea"/>
          <a:cs typeface="+mn-cs"/>
        </a:defRPr>
      </a:lvl1pPr>
      <a:lvl2pPr marL="566951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944918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653" kern="1200">
          <a:solidFill>
            <a:schemeClr val="tx1"/>
          </a:solidFill>
          <a:latin typeface="+mn-lt"/>
          <a:ea typeface="+mn-ea"/>
          <a:cs typeface="+mn-cs"/>
        </a:defRPr>
      </a:lvl3pPr>
      <a:lvl4pPr marL="1322885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700853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2078820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456787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834754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212722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1pPr>
      <a:lvl2pPr marL="377967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2pPr>
      <a:lvl3pPr marL="755934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3pPr>
      <a:lvl4pPr marL="1133902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511869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1889836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267803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645771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023738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.jpeg"/><Relationship Id="rId7" Type="http://schemas.microsoft.com/office/2007/relationships/hdphoto" Target="../media/hdphoto2.wdp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7.emf"/><Relationship Id="rId5" Type="http://schemas.microsoft.com/office/2007/relationships/hdphoto" Target="../media/hdphoto1.wdp"/><Relationship Id="rId10" Type="http://schemas.openxmlformats.org/officeDocument/2006/relationships/image" Target="../media/image6.emf"/><Relationship Id="rId4" Type="http://schemas.openxmlformats.org/officeDocument/2006/relationships/image" Target="../media/image2.png"/><Relationship Id="rId9" Type="http://schemas.openxmlformats.org/officeDocument/2006/relationships/image" Target="../media/image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EC0162E-72FA-4D0C-3FCD-9AE847B95E39}"/>
              </a:ext>
            </a:extLst>
          </p:cNvPr>
          <p:cNvSpPr/>
          <p:nvPr/>
        </p:nvSpPr>
        <p:spPr>
          <a:xfrm>
            <a:off x="0" y="-562708"/>
            <a:ext cx="7559675" cy="11254521"/>
          </a:xfrm>
          <a:prstGeom prst="rect">
            <a:avLst/>
          </a:prstGeom>
          <a:blipFill dpi="0" rotWithShape="1">
            <a:blip r:embed="rId3">
              <a:alphaModFix amt="90000"/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7" name="ZoneTexte 116">
            <a:extLst>
              <a:ext uri="{FF2B5EF4-FFF2-40B4-BE49-F238E27FC236}">
                <a16:creationId xmlns:a16="http://schemas.microsoft.com/office/drawing/2014/main" id="{D5373BA0-F92B-E8F1-6337-DA519B871547}"/>
              </a:ext>
            </a:extLst>
          </p:cNvPr>
          <p:cNvSpPr txBox="1"/>
          <p:nvPr/>
        </p:nvSpPr>
        <p:spPr>
          <a:xfrm>
            <a:off x="203228" y="722729"/>
            <a:ext cx="7115535" cy="41997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117" noProof="0" dirty="0"/>
              <a:t>Choose "Act" or "Replan"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0AFC0063-431D-8B36-BDCB-788AD19FD63D}"/>
              </a:ext>
            </a:extLst>
          </p:cNvPr>
          <p:cNvSpPr txBox="1"/>
          <p:nvPr/>
        </p:nvSpPr>
        <p:spPr>
          <a:xfrm>
            <a:off x="4810180" y="4047077"/>
            <a:ext cx="2308744" cy="496707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200" dirty="0"/>
              <a:t>Refill hand to 6 cards </a:t>
            </a:r>
            <a:br>
              <a:rPr lang="en-US" sz="1200" dirty="0"/>
            </a:br>
            <a:r>
              <a:rPr lang="en-US" sz="1117" noProof="0" dirty="0"/>
              <a:t>(except after "Court Intrigue")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404ACA21-4852-0B64-9123-3525666B8E16}"/>
              </a:ext>
            </a:extLst>
          </p:cNvPr>
          <p:cNvSpPr txBox="1"/>
          <p:nvPr/>
        </p:nvSpPr>
        <p:spPr>
          <a:xfrm>
            <a:off x="4802648" y="1150187"/>
            <a:ext cx="2316275" cy="784815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117" dirty="0"/>
              <a:t>Replan</a:t>
            </a:r>
            <a:endParaRPr lang="en-US" sz="1117" noProof="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7DCD537-E7EE-76E4-18A9-54550E4B20BD}"/>
              </a:ext>
            </a:extLst>
          </p:cNvPr>
          <p:cNvSpPr txBox="1"/>
          <p:nvPr/>
        </p:nvSpPr>
        <p:spPr>
          <a:xfrm>
            <a:off x="203230" y="5652471"/>
            <a:ext cx="7115536" cy="2642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17" noProof="0" dirty="0"/>
              <a:t>End of turn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3A5C500-E43E-C23A-D3DE-4A342521CDDC}"/>
              </a:ext>
            </a:extLst>
          </p:cNvPr>
          <p:cNvSpPr txBox="1"/>
          <p:nvPr/>
        </p:nvSpPr>
        <p:spPr>
          <a:xfrm>
            <a:off x="203229" y="260010"/>
            <a:ext cx="7115538" cy="2642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17" noProof="0" dirty="0"/>
              <a:t>Start of turn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F0BD238-C221-ED3A-2871-3ED667F757DE}"/>
              </a:ext>
            </a:extLst>
          </p:cNvPr>
          <p:cNvSpPr txBox="1"/>
          <p:nvPr/>
        </p:nvSpPr>
        <p:spPr>
          <a:xfrm>
            <a:off x="430742" y="1153895"/>
            <a:ext cx="4235629" cy="3389889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117" dirty="0"/>
              <a:t>Act</a:t>
            </a:r>
            <a:endParaRPr lang="en-US" sz="1117" noProof="0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D6800718-EE48-68B1-C18D-62732A4D6A7D}"/>
              </a:ext>
            </a:extLst>
          </p:cNvPr>
          <p:cNvSpPr txBox="1"/>
          <p:nvPr/>
        </p:nvSpPr>
        <p:spPr>
          <a:xfrm>
            <a:off x="5103064" y="1440321"/>
            <a:ext cx="1647500" cy="27699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Discard 1 to 6 cards</a:t>
            </a:r>
            <a:endParaRPr lang="en-US" sz="1117" noProof="0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F6F2B23-ADF2-EE55-C768-7902C9750C8C}"/>
              </a:ext>
            </a:extLst>
          </p:cNvPr>
          <p:cNvSpPr txBox="1"/>
          <p:nvPr/>
        </p:nvSpPr>
        <p:spPr>
          <a:xfrm>
            <a:off x="203229" y="5172033"/>
            <a:ext cx="7115537" cy="2642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17" noProof="0" dirty="0"/>
              <a:t>Update the score track</a:t>
            </a:r>
          </a:p>
        </p:txBody>
      </p:sp>
      <p:cxnSp>
        <p:nvCxnSpPr>
          <p:cNvPr id="102" name="Connecteur : en angle 97">
            <a:extLst>
              <a:ext uri="{FF2B5EF4-FFF2-40B4-BE49-F238E27FC236}">
                <a16:creationId xmlns:a16="http://schemas.microsoft.com/office/drawing/2014/main" id="{4A273C23-2131-E0AF-6196-8088CD2DB22C}"/>
              </a:ext>
            </a:extLst>
          </p:cNvPr>
          <p:cNvCxnSpPr>
            <a:cxnSpLocks/>
            <a:stCxn id="11" idx="2"/>
            <a:endCxn id="4" idx="0"/>
          </p:cNvCxnSpPr>
          <p:nvPr/>
        </p:nvCxnSpPr>
        <p:spPr>
          <a:xfrm>
            <a:off x="3760998" y="5436273"/>
            <a:ext cx="0" cy="21619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eur : en angle 119">
            <a:extLst>
              <a:ext uri="{FF2B5EF4-FFF2-40B4-BE49-F238E27FC236}">
                <a16:creationId xmlns:a16="http://schemas.microsoft.com/office/drawing/2014/main" id="{F46FD572-39E5-676C-0E50-57C4C4170703}"/>
              </a:ext>
            </a:extLst>
          </p:cNvPr>
          <p:cNvCxnSpPr>
            <a:cxnSpLocks/>
            <a:stCxn id="6" idx="2"/>
            <a:endCxn id="117" idx="0"/>
          </p:cNvCxnSpPr>
          <p:nvPr/>
        </p:nvCxnSpPr>
        <p:spPr>
          <a:xfrm flipH="1">
            <a:off x="3760996" y="524250"/>
            <a:ext cx="2" cy="198479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ZoneTexte 137">
            <a:extLst>
              <a:ext uri="{FF2B5EF4-FFF2-40B4-BE49-F238E27FC236}">
                <a16:creationId xmlns:a16="http://schemas.microsoft.com/office/drawing/2014/main" id="{F197E6A8-B54B-0AEB-9598-AC371936E10D}"/>
              </a:ext>
            </a:extLst>
          </p:cNvPr>
          <p:cNvSpPr txBox="1"/>
          <p:nvPr/>
        </p:nvSpPr>
        <p:spPr>
          <a:xfrm>
            <a:off x="566764" y="1438137"/>
            <a:ext cx="3935305" cy="373170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117" noProof="0" dirty="0"/>
              <a:t>Choose cards for a maximum amount of credits</a:t>
            </a:r>
          </a:p>
        </p:txBody>
      </p:sp>
      <p:sp>
        <p:nvSpPr>
          <p:cNvPr id="139" name="ZoneTexte 138">
            <a:extLst>
              <a:ext uri="{FF2B5EF4-FFF2-40B4-BE49-F238E27FC236}">
                <a16:creationId xmlns:a16="http://schemas.microsoft.com/office/drawing/2014/main" id="{88CC0CB3-83D1-6006-A001-70DA7FB93AC5}"/>
              </a:ext>
            </a:extLst>
          </p:cNvPr>
          <p:cNvSpPr txBox="1"/>
          <p:nvPr/>
        </p:nvSpPr>
        <p:spPr>
          <a:xfrm>
            <a:off x="552563" y="2094831"/>
            <a:ext cx="3963708" cy="2309528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117" noProof="0" dirty="0"/>
              <a:t>Play each card, then discard it</a:t>
            </a:r>
          </a:p>
        </p:txBody>
      </p:sp>
      <p:cxnSp>
        <p:nvCxnSpPr>
          <p:cNvPr id="198" name="Connecteur : en angle 97">
            <a:extLst>
              <a:ext uri="{FF2B5EF4-FFF2-40B4-BE49-F238E27FC236}">
                <a16:creationId xmlns:a16="http://schemas.microsoft.com/office/drawing/2014/main" id="{FB3D6D6B-69B5-9D52-E20C-80AD36EB2A32}"/>
              </a:ext>
            </a:extLst>
          </p:cNvPr>
          <p:cNvCxnSpPr>
            <a:cxnSpLocks/>
            <a:stCxn id="138" idx="2"/>
            <a:endCxn id="139" idx="0"/>
          </p:cNvCxnSpPr>
          <p:nvPr/>
        </p:nvCxnSpPr>
        <p:spPr>
          <a:xfrm>
            <a:off x="2534417" y="1811307"/>
            <a:ext cx="0" cy="2835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1" name="ZoneTexte 200">
            <a:extLst>
              <a:ext uri="{FF2B5EF4-FFF2-40B4-BE49-F238E27FC236}">
                <a16:creationId xmlns:a16="http://schemas.microsoft.com/office/drawing/2014/main" id="{0B98995D-1246-0C1A-4627-BBEF965B1486}"/>
              </a:ext>
            </a:extLst>
          </p:cNvPr>
          <p:cNvSpPr txBox="1"/>
          <p:nvPr/>
        </p:nvSpPr>
        <p:spPr>
          <a:xfrm>
            <a:off x="2625795" y="2366738"/>
            <a:ext cx="1717182" cy="264240"/>
          </a:xfrm>
          <a:prstGeom prst="rect">
            <a:avLst/>
          </a:prstGeom>
          <a:solidFill>
            <a:srgbClr val="E8A0D5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117" noProof="0" dirty="0"/>
              <a:t>Move Lord</a:t>
            </a:r>
          </a:p>
        </p:txBody>
      </p:sp>
      <p:sp>
        <p:nvSpPr>
          <p:cNvPr id="202" name="ZoneTexte 201">
            <a:extLst>
              <a:ext uri="{FF2B5EF4-FFF2-40B4-BE49-F238E27FC236}">
                <a16:creationId xmlns:a16="http://schemas.microsoft.com/office/drawing/2014/main" id="{03CD3FC7-A849-C927-CD01-FF0368D6C892}"/>
              </a:ext>
            </a:extLst>
          </p:cNvPr>
          <p:cNvSpPr txBox="1"/>
          <p:nvPr/>
        </p:nvSpPr>
        <p:spPr>
          <a:xfrm>
            <a:off x="2638553" y="2678836"/>
            <a:ext cx="1704424" cy="264240"/>
          </a:xfrm>
          <a:prstGeom prst="rect">
            <a:avLst/>
          </a:prstGeom>
          <a:solidFill>
            <a:srgbClr val="E8A0D5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117" noProof="0" dirty="0"/>
              <a:t>Recruit Knight</a:t>
            </a:r>
          </a:p>
        </p:txBody>
      </p:sp>
      <p:sp>
        <p:nvSpPr>
          <p:cNvPr id="203" name="ZoneTexte 202">
            <a:extLst>
              <a:ext uri="{FF2B5EF4-FFF2-40B4-BE49-F238E27FC236}">
                <a16:creationId xmlns:a16="http://schemas.microsoft.com/office/drawing/2014/main" id="{3F926420-6362-667F-1199-D8F019BA874F}"/>
              </a:ext>
            </a:extLst>
          </p:cNvPr>
          <p:cNvSpPr txBox="1"/>
          <p:nvPr/>
        </p:nvSpPr>
        <p:spPr>
          <a:xfrm>
            <a:off x="2651311" y="2993259"/>
            <a:ext cx="1691666" cy="264240"/>
          </a:xfrm>
          <a:prstGeom prst="rect">
            <a:avLst/>
          </a:prstGeom>
          <a:solidFill>
            <a:srgbClr val="E8A0D5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117" noProof="0" dirty="0"/>
              <a:t>Exile Knight</a:t>
            </a:r>
          </a:p>
        </p:txBody>
      </p:sp>
      <p:sp>
        <p:nvSpPr>
          <p:cNvPr id="204" name="ZoneTexte 203">
            <a:extLst>
              <a:ext uri="{FF2B5EF4-FFF2-40B4-BE49-F238E27FC236}">
                <a16:creationId xmlns:a16="http://schemas.microsoft.com/office/drawing/2014/main" id="{D6E55733-EC83-E678-E68C-B58BB4D51FF2}"/>
              </a:ext>
            </a:extLst>
          </p:cNvPr>
          <p:cNvSpPr txBox="1"/>
          <p:nvPr/>
        </p:nvSpPr>
        <p:spPr>
          <a:xfrm>
            <a:off x="2651311" y="3752491"/>
            <a:ext cx="1691666" cy="291259"/>
          </a:xfrm>
          <a:prstGeom prst="rect">
            <a:avLst/>
          </a:prstGeom>
          <a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artisticWatercolorSponge/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635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117" noProof="0" dirty="0"/>
              <a:t>Court Intrigue</a:t>
            </a:r>
          </a:p>
        </p:txBody>
      </p:sp>
      <p:sp>
        <p:nvSpPr>
          <p:cNvPr id="153" name="ZoneTexte 152">
            <a:extLst>
              <a:ext uri="{FF2B5EF4-FFF2-40B4-BE49-F238E27FC236}">
                <a16:creationId xmlns:a16="http://schemas.microsoft.com/office/drawing/2014/main" id="{27B585F0-32F5-655D-584A-7CC60B5B37C5}"/>
              </a:ext>
            </a:extLst>
          </p:cNvPr>
          <p:cNvSpPr txBox="1"/>
          <p:nvPr/>
        </p:nvSpPr>
        <p:spPr>
          <a:xfrm>
            <a:off x="700318" y="2371636"/>
            <a:ext cx="1691666" cy="1918423"/>
          </a:xfrm>
          <a:prstGeom prst="rect">
            <a:avLst/>
          </a:prstGeom>
          <a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artisticLineDrawing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en-US" sz="1117" noProof="0" dirty="0"/>
              <a:t>From a Command Tile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2AD12B3B-572F-D94B-320D-9112846390CA}"/>
              </a:ext>
            </a:extLst>
          </p:cNvPr>
          <p:cNvSpPr txBox="1"/>
          <p:nvPr/>
        </p:nvSpPr>
        <p:spPr>
          <a:xfrm>
            <a:off x="807060" y="2664682"/>
            <a:ext cx="1463066" cy="285237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en-US" sz="1117" noProof="0" dirty="0">
                <a:solidFill>
                  <a:schemeClr val="bg1"/>
                </a:solidFill>
              </a:rPr>
              <a:t>Recruit Troops</a:t>
            </a:r>
          </a:p>
        </p:txBody>
      </p:sp>
      <p:cxnSp>
        <p:nvCxnSpPr>
          <p:cNvPr id="122" name="Connecteur : en angle 24">
            <a:extLst>
              <a:ext uri="{FF2B5EF4-FFF2-40B4-BE49-F238E27FC236}">
                <a16:creationId xmlns:a16="http://schemas.microsoft.com/office/drawing/2014/main" id="{F7DD50F1-E096-E83F-0F26-6F0AAF47889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5960786" y="1935002"/>
            <a:ext cx="3766" cy="21120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ZoneTexte 145">
            <a:extLst>
              <a:ext uri="{FF2B5EF4-FFF2-40B4-BE49-F238E27FC236}">
                <a16:creationId xmlns:a16="http://schemas.microsoft.com/office/drawing/2014/main" id="{438A5D98-5BF6-E314-37D8-A96866BE7DCD}"/>
              </a:ext>
            </a:extLst>
          </p:cNvPr>
          <p:cNvSpPr txBox="1"/>
          <p:nvPr/>
        </p:nvSpPr>
        <p:spPr>
          <a:xfrm>
            <a:off x="807060" y="3056814"/>
            <a:ext cx="1463066" cy="285237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en-US" sz="1117" noProof="0" dirty="0">
                <a:solidFill>
                  <a:schemeClr val="bg1"/>
                </a:solidFill>
              </a:rPr>
              <a:t>Build Keep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9CCF28DF-2D4E-2CBC-AFE8-420614343504}"/>
              </a:ext>
            </a:extLst>
          </p:cNvPr>
          <p:cNvSpPr txBox="1"/>
          <p:nvPr/>
        </p:nvSpPr>
        <p:spPr>
          <a:xfrm>
            <a:off x="807060" y="3474620"/>
            <a:ext cx="1463066" cy="285237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en-US" sz="1117" noProof="0" dirty="0">
                <a:solidFill>
                  <a:schemeClr val="bg1"/>
                </a:solidFill>
              </a:rPr>
              <a:t>Disperse Troops</a:t>
            </a:r>
          </a:p>
        </p:txBody>
      </p:sp>
      <p:sp>
        <p:nvSpPr>
          <p:cNvPr id="148" name="ZoneTexte 147">
            <a:extLst>
              <a:ext uri="{FF2B5EF4-FFF2-40B4-BE49-F238E27FC236}">
                <a16:creationId xmlns:a16="http://schemas.microsoft.com/office/drawing/2014/main" id="{46F0894D-49B9-1E91-4BD5-7B0FA75CE661}"/>
              </a:ext>
            </a:extLst>
          </p:cNvPr>
          <p:cNvSpPr txBox="1"/>
          <p:nvPr/>
        </p:nvSpPr>
        <p:spPr>
          <a:xfrm>
            <a:off x="807060" y="3862357"/>
            <a:ext cx="1463066" cy="285237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en-US" sz="1117" noProof="0" dirty="0">
                <a:solidFill>
                  <a:schemeClr val="bg1"/>
                </a:solidFill>
              </a:rPr>
              <a:t>Concentrate Troops</a:t>
            </a:r>
          </a:p>
        </p:txBody>
      </p:sp>
      <p:cxnSp>
        <p:nvCxnSpPr>
          <p:cNvPr id="221" name="Connecteur : en angle 97">
            <a:extLst>
              <a:ext uri="{FF2B5EF4-FFF2-40B4-BE49-F238E27FC236}">
                <a16:creationId xmlns:a16="http://schemas.microsoft.com/office/drawing/2014/main" id="{C89A0D04-3493-3F94-5CEF-CA5DE9750840}"/>
              </a:ext>
            </a:extLst>
          </p:cNvPr>
          <p:cNvCxnSpPr>
            <a:cxnSpLocks/>
            <a:stCxn id="7" idx="2"/>
            <a:endCxn id="10" idx="2"/>
          </p:cNvCxnSpPr>
          <p:nvPr/>
        </p:nvCxnSpPr>
        <p:spPr>
          <a:xfrm rot="16200000" flipH="1">
            <a:off x="4256554" y="2835786"/>
            <a:ext cx="12700" cy="3415995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eur : en angle 97">
            <a:extLst>
              <a:ext uri="{FF2B5EF4-FFF2-40B4-BE49-F238E27FC236}">
                <a16:creationId xmlns:a16="http://schemas.microsoft.com/office/drawing/2014/main" id="{82C5AF85-B39C-D73F-5A8C-868CFA93D44A}"/>
              </a:ext>
            </a:extLst>
          </p:cNvPr>
          <p:cNvCxnSpPr>
            <a:cxnSpLocks/>
            <a:stCxn id="117" idx="2"/>
            <a:endCxn id="11" idx="0"/>
          </p:cNvCxnSpPr>
          <p:nvPr/>
        </p:nvCxnSpPr>
        <p:spPr>
          <a:xfrm>
            <a:off x="3760996" y="4922519"/>
            <a:ext cx="2" cy="249514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3" name="Image 282">
            <a:extLst>
              <a:ext uri="{FF2B5EF4-FFF2-40B4-BE49-F238E27FC236}">
                <a16:creationId xmlns:a16="http://schemas.microsoft.com/office/drawing/2014/main" id="{08814F9E-50BE-0635-BF03-7D7E6B225C9D}"/>
              </a:ext>
            </a:extLst>
          </p:cNvPr>
          <p:cNvPicPr>
            <a:picLocks noChangeAspect="1"/>
          </p:cNvPicPr>
          <p:nvPr/>
        </p:nvPicPr>
        <p:blipFill>
          <a:blip r:embed="rId8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3083" y="6438967"/>
            <a:ext cx="2130628" cy="2130568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" name="Image 283">
            <a:extLst>
              <a:ext uri="{FF2B5EF4-FFF2-40B4-BE49-F238E27FC236}">
                <a16:creationId xmlns:a16="http://schemas.microsoft.com/office/drawing/2014/main" id="{5B5F9645-D9FA-651C-390F-15C1E32D7521}"/>
              </a:ext>
            </a:extLst>
          </p:cNvPr>
          <p:cNvPicPr>
            <a:picLocks noChangeAspect="1"/>
          </p:cNvPicPr>
          <p:nvPr/>
        </p:nvPicPr>
        <p:blipFill>
          <a:blip r:embed="rId8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70735" y="8906661"/>
            <a:ext cx="1558607" cy="155856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056" name="Groupe 1"/>
          <p:cNvGrpSpPr>
            <a:grpSpLocks noChangeAspect="1"/>
          </p:cNvGrpSpPr>
          <p:nvPr/>
        </p:nvGrpSpPr>
        <p:grpSpPr bwMode="auto">
          <a:xfrm>
            <a:off x="0" y="0"/>
            <a:ext cx="479425" cy="504825"/>
            <a:chOff x="0" y="0"/>
            <a:chExt cx="7229" cy="7654"/>
          </a:xfrm>
        </p:grpSpPr>
      </p:grpSp>
      <p:grpSp>
        <p:nvGrpSpPr>
          <p:cNvPr id="2052" name="Group 4"/>
          <p:cNvGrpSpPr>
            <a:grpSpLocks noChangeAspect="1"/>
          </p:cNvGrpSpPr>
          <p:nvPr/>
        </p:nvGrpSpPr>
        <p:grpSpPr bwMode="auto">
          <a:xfrm>
            <a:off x="0" y="0"/>
            <a:ext cx="479425" cy="504825"/>
            <a:chOff x="18297" y="0"/>
            <a:chExt cx="7229" cy="7654"/>
          </a:xfrm>
        </p:grpSpPr>
      </p:grpSp>
      <p:grpSp>
        <p:nvGrpSpPr>
          <p:cNvPr id="2049" name="Group 1"/>
          <p:cNvGrpSpPr>
            <a:grpSpLocks noChangeAspect="1"/>
          </p:cNvGrpSpPr>
          <p:nvPr/>
        </p:nvGrpSpPr>
        <p:grpSpPr bwMode="auto">
          <a:xfrm>
            <a:off x="0" y="0"/>
            <a:ext cx="479425" cy="504825"/>
            <a:chOff x="9153" y="0"/>
            <a:chExt cx="7229" cy="7654"/>
          </a:xfrm>
        </p:grpSpPr>
      </p:grpSp>
      <p:pic>
        <p:nvPicPr>
          <p:cNvPr id="38" name="Graphique 37" descr="Couronne avec un remplissage uni">
            <a:extLst>
              <a:ext uri="{FF2B5EF4-FFF2-40B4-BE49-F238E27FC236}">
                <a16:creationId xmlns:a16="http://schemas.microsoft.com/office/drawing/2014/main" id="{ADF59C5C-A511-D993-4575-6B0F9AE66F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75260" y="6121536"/>
            <a:ext cx="914400" cy="914400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0CDBABFD-CE18-5EE2-E3A8-88238F36A8DB}"/>
              </a:ext>
            </a:extLst>
          </p:cNvPr>
          <p:cNvPicPr>
            <a:picLocks noChangeAspect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84" r="32145" b="13393"/>
          <a:stretch>
            <a:fillRect/>
          </a:stretch>
        </p:blipFill>
        <p:spPr bwMode="auto">
          <a:xfrm>
            <a:off x="203228" y="6093130"/>
            <a:ext cx="5173891" cy="2586946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ECE59A6C-C1F3-2506-2BEF-F4AEACDD1743}"/>
              </a:ext>
            </a:extLst>
          </p:cNvPr>
          <p:cNvSpPr txBox="1"/>
          <p:nvPr/>
        </p:nvSpPr>
        <p:spPr>
          <a:xfrm>
            <a:off x="2651311" y="3340042"/>
            <a:ext cx="1691666" cy="291259"/>
          </a:xfrm>
          <a:prstGeom prst="rect">
            <a:avLst/>
          </a:prstGeom>
          <a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artisticWatercolorSponge/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635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117" noProof="0" dirty="0"/>
              <a:t>Spy</a:t>
            </a:r>
          </a:p>
        </p:txBody>
      </p:sp>
      <p:pic>
        <p:nvPicPr>
          <p:cNvPr id="30" name="Image 29">
            <a:extLst>
              <a:ext uri="{FF2B5EF4-FFF2-40B4-BE49-F238E27FC236}">
                <a16:creationId xmlns:a16="http://schemas.microsoft.com/office/drawing/2014/main" id="{29C9C883-A08C-1143-0123-132D70CFA9B9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488" r="37446" b="24600"/>
          <a:stretch>
            <a:fillRect/>
          </a:stretch>
        </p:blipFill>
        <p:spPr bwMode="auto">
          <a:xfrm>
            <a:off x="2287455" y="8827695"/>
            <a:ext cx="4831468" cy="1627479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80071521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hème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238</TotalTime>
  <Words>75</Words>
  <Application>Microsoft Office PowerPoint</Application>
  <PresentationFormat>Personnalisé</PresentationFormat>
  <Paragraphs>21</Paragraphs>
  <Slides>1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Léandre Brault</dc:creator>
  <cp:lastModifiedBy>Léandre Brault</cp:lastModifiedBy>
  <cp:revision>19</cp:revision>
  <cp:lastPrinted>2026-04-26T14:16:53Z</cp:lastPrinted>
  <dcterms:created xsi:type="dcterms:W3CDTF">2026-04-25T15:42:38Z</dcterms:created>
  <dcterms:modified xsi:type="dcterms:W3CDTF">2026-07-05T13:56:36Z</dcterms:modified>
</cp:coreProperties>
</file>