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100" d="100"/>
          <a:sy n="100" d="100"/>
        </p:scale>
        <p:origin x="3066" y="-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sv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9206" y="4040407"/>
            <a:ext cx="2308744" cy="50672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pour un montant max de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69761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02848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688239"/>
            <a:ext cx="1682065" cy="26224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12792" cy="2105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4259393" y="2832947"/>
            <a:ext cx="3348" cy="3425021"/>
          </a:xfrm>
          <a:prstGeom prst="bentConnector3">
            <a:avLst>
              <a:gd name="adj1" fmla="val 69279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4FEE4FC-DEC2-D3E9-BAD5-F20D5FF66777}"/>
              </a:ext>
            </a:extLst>
          </p:cNvPr>
          <p:cNvSpPr txBox="1"/>
          <p:nvPr/>
        </p:nvSpPr>
        <p:spPr>
          <a:xfrm>
            <a:off x="2621110" y="3359363"/>
            <a:ext cx="1682065" cy="26224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Espion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1144B545-CC35-190B-52DA-97E13E34059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80" r="35811" b="24080"/>
          <a:stretch>
            <a:fillRect/>
          </a:stretch>
        </p:blipFill>
        <p:spPr bwMode="auto">
          <a:xfrm>
            <a:off x="2143352" y="8910041"/>
            <a:ext cx="5046038" cy="150758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208</TotalTime>
  <Words>84</Words>
  <Application>Microsoft Office PowerPoint</Application>
  <PresentationFormat>Personnalisé</PresentationFormat>
  <Paragraphs>22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17</cp:revision>
  <cp:lastPrinted>2026-04-26T14:16:53Z</cp:lastPrinted>
  <dcterms:created xsi:type="dcterms:W3CDTF">2026-04-25T15:42:38Z</dcterms:created>
  <dcterms:modified xsi:type="dcterms:W3CDTF">2026-07-05T13:56:10Z</dcterms:modified>
</cp:coreProperties>
</file>