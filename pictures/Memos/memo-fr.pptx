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7559675" cy="10691813"/>
  <p:notesSz cx="6889750" cy="100218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C79D"/>
    <a:srgbClr val="E3C19C"/>
    <a:srgbClr val="D2D3D2"/>
    <a:srgbClr val="E8A0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220" autoAdjust="0"/>
    <p:restoredTop sz="94660"/>
  </p:normalViewPr>
  <p:slideViewPr>
    <p:cSldViewPr snapToGrid="0">
      <p:cViewPr varScale="1">
        <p:scale>
          <a:sx n="68" d="100"/>
          <a:sy n="68" d="100"/>
        </p:scale>
        <p:origin x="2832" y="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597" y="0"/>
            <a:ext cx="2985558" cy="502835"/>
          </a:xfrm>
          <a:prstGeom prst="rect">
            <a:avLst/>
          </a:prstGeom>
        </p:spPr>
        <p:txBody>
          <a:bodyPr vert="horz" lIns="96634" tIns="48317" rIns="96634" bIns="48317" rtlCol="0"/>
          <a:lstStyle>
            <a:lvl1pPr algn="r">
              <a:defRPr sz="1300"/>
            </a:lvl1pPr>
          </a:lstStyle>
          <a:p>
            <a:fld id="{849D895D-661B-479D-A688-27E503324CF6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2249488" y="1252538"/>
            <a:ext cx="2390775" cy="33829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34" tIns="48317" rIns="96634" bIns="48317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3034"/>
            <a:ext cx="5511800" cy="3946118"/>
          </a:xfrm>
          <a:prstGeom prst="rect">
            <a:avLst/>
          </a:prstGeom>
        </p:spPr>
        <p:txBody>
          <a:bodyPr vert="horz" lIns="96634" tIns="48317" rIns="96634" bIns="48317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l">
              <a:defRPr sz="13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597" y="9519055"/>
            <a:ext cx="2985558" cy="502834"/>
          </a:xfrm>
          <a:prstGeom prst="rect">
            <a:avLst/>
          </a:prstGeom>
        </p:spPr>
        <p:txBody>
          <a:bodyPr vert="horz" lIns="96634" tIns="48317" rIns="96634" bIns="48317" rtlCol="0" anchor="b"/>
          <a:lstStyle>
            <a:lvl1pPr algn="r">
              <a:defRPr sz="1300"/>
            </a:lvl1pPr>
          </a:lstStyle>
          <a:p>
            <a:fld id="{BAF959F4-80F3-402A-9D25-879686CF8B58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20880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F959F4-80F3-402A-9D25-879686CF8B5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1680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9885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651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45531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3297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07381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523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603858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5629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9658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68179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8150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7B969D-5DBB-4D98-A8ED-E39D79CDECF7}" type="datetimeFigureOut">
              <a:rPr lang="fr-FR" smtClean="0"/>
              <a:t>27/04/2026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312A64-99EE-492D-8F0B-9449CDF29F2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2848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image" Target="../media/image1.jpeg"/><Relationship Id="rId7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openxmlformats.org/officeDocument/2006/relationships/image" Target="../media/image7.svg"/><Relationship Id="rId5" Type="http://schemas.microsoft.com/office/2007/relationships/hdphoto" Target="../media/hdphoto1.wdp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C0162E-72FA-4D0C-3FCD-9AE847B95E39}"/>
              </a:ext>
            </a:extLst>
          </p:cNvPr>
          <p:cNvSpPr/>
          <p:nvPr/>
        </p:nvSpPr>
        <p:spPr>
          <a:xfrm>
            <a:off x="0" y="-562708"/>
            <a:ext cx="7559675" cy="11254521"/>
          </a:xfrm>
          <a:prstGeom prst="rect">
            <a:avLst/>
          </a:prstGeom>
          <a:blipFill dpi="0" rotWithShape="1">
            <a:blip r:embed="rId3">
              <a:alphaModFix amt="90000"/>
            </a:blip>
            <a:srcRect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ZoneTexte 116">
            <a:extLst>
              <a:ext uri="{FF2B5EF4-FFF2-40B4-BE49-F238E27FC236}">
                <a16:creationId xmlns:a16="http://schemas.microsoft.com/office/drawing/2014/main" id="{D5373BA0-F92B-E8F1-6337-DA519B871547}"/>
              </a:ext>
            </a:extLst>
          </p:cNvPr>
          <p:cNvSpPr txBox="1"/>
          <p:nvPr/>
        </p:nvSpPr>
        <p:spPr>
          <a:xfrm>
            <a:off x="203228" y="722729"/>
            <a:ext cx="7115535" cy="41997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« Agir » ou « Replanifier »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0AFC0063-431D-8B36-BDCB-788AD19FD63D}"/>
              </a:ext>
            </a:extLst>
          </p:cNvPr>
          <p:cNvSpPr txBox="1"/>
          <p:nvPr/>
        </p:nvSpPr>
        <p:spPr>
          <a:xfrm>
            <a:off x="4810180" y="2358395"/>
            <a:ext cx="2308744" cy="2182061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Compléter sa main à 6 cartes</a:t>
            </a:r>
          </a:p>
          <a:p>
            <a:pPr algn="ctr"/>
            <a:r>
              <a:rPr lang="fr-FR" sz="1117" dirty="0"/>
              <a:t>(sauf après « Complot à la Cour »)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04ACA21-4852-0B64-9123-3525666B8E16}"/>
              </a:ext>
            </a:extLst>
          </p:cNvPr>
          <p:cNvSpPr txBox="1"/>
          <p:nvPr/>
        </p:nvSpPr>
        <p:spPr>
          <a:xfrm>
            <a:off x="4802648" y="1150187"/>
            <a:ext cx="2316275" cy="784815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Replanifier</a:t>
            </a:r>
          </a:p>
        </p:txBody>
      </p:sp>
      <p:sp>
        <p:nvSpPr>
          <p:cNvPr id="216" name="ZoneTexte 215">
            <a:extLst>
              <a:ext uri="{FF2B5EF4-FFF2-40B4-BE49-F238E27FC236}">
                <a16:creationId xmlns:a16="http://schemas.microsoft.com/office/drawing/2014/main" id="{A22F7A29-34AB-1622-248B-87B64EB60B36}"/>
              </a:ext>
            </a:extLst>
          </p:cNvPr>
          <p:cNvSpPr txBox="1"/>
          <p:nvPr/>
        </p:nvSpPr>
        <p:spPr>
          <a:xfrm>
            <a:off x="4980151" y="2866256"/>
            <a:ext cx="1915543" cy="1481132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7DCD537-E7EE-76E4-18A9-54550E4B20BD}"/>
              </a:ext>
            </a:extLst>
          </p:cNvPr>
          <p:cNvSpPr txBox="1"/>
          <p:nvPr/>
        </p:nvSpPr>
        <p:spPr>
          <a:xfrm>
            <a:off x="203230" y="5652471"/>
            <a:ext cx="7115536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Fin du tour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3A5C500-E43E-C23A-D3DE-4A342521CDDC}"/>
              </a:ext>
            </a:extLst>
          </p:cNvPr>
          <p:cNvSpPr txBox="1"/>
          <p:nvPr/>
        </p:nvSpPr>
        <p:spPr>
          <a:xfrm>
            <a:off x="203229" y="260010"/>
            <a:ext cx="7115538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Début du tour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0BD238-C221-ED3A-2871-3ED667F757DE}"/>
              </a:ext>
            </a:extLst>
          </p:cNvPr>
          <p:cNvSpPr txBox="1"/>
          <p:nvPr/>
        </p:nvSpPr>
        <p:spPr>
          <a:xfrm>
            <a:off x="430742" y="1153895"/>
            <a:ext cx="4235629" cy="3389889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Agir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6800718-EE48-68B1-C18D-62732A4D6A7D}"/>
              </a:ext>
            </a:extLst>
          </p:cNvPr>
          <p:cNvSpPr txBox="1"/>
          <p:nvPr/>
        </p:nvSpPr>
        <p:spPr>
          <a:xfrm>
            <a:off x="5103064" y="1440321"/>
            <a:ext cx="1647500" cy="26424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Défausser 1 à 6 cartes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F6F2B23-ADF2-EE55-C768-7902C9750C8C}"/>
              </a:ext>
            </a:extLst>
          </p:cNvPr>
          <p:cNvSpPr txBox="1"/>
          <p:nvPr/>
        </p:nvSpPr>
        <p:spPr>
          <a:xfrm>
            <a:off x="203229" y="5172033"/>
            <a:ext cx="7115537" cy="2642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Mettre à jour la piste de score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39C86B1-F9A8-AE14-9545-EEE77A7647BE}"/>
              </a:ext>
            </a:extLst>
          </p:cNvPr>
          <p:cNvSpPr txBox="1"/>
          <p:nvPr/>
        </p:nvSpPr>
        <p:spPr>
          <a:xfrm>
            <a:off x="5115154" y="3196538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Action tirée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Prendre en main</a:t>
            </a:r>
            <a:endParaRPr lang="fr-FR" sz="1117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154A6FF8-9966-AAC6-8637-61073C9102C1}"/>
              </a:ext>
            </a:extLst>
          </p:cNvPr>
          <p:cNvSpPr txBox="1"/>
          <p:nvPr/>
        </p:nvSpPr>
        <p:spPr>
          <a:xfrm>
            <a:off x="5103064" y="3768779"/>
            <a:ext cx="1691262" cy="43614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Evénement tiré </a:t>
            </a:r>
          </a:p>
          <a:p>
            <a:pPr algn="ctr"/>
            <a:r>
              <a:rPr lang="fr-FR" sz="1117" dirty="0">
                <a:sym typeface="Wingdings" panose="05000000000000000000" pitchFamily="2" charset="2"/>
              </a:rPr>
              <a:t> Résoudre la Calamité</a:t>
            </a:r>
            <a:endParaRPr lang="fr-FR" sz="1117" dirty="0"/>
          </a:p>
        </p:txBody>
      </p:sp>
      <p:cxnSp>
        <p:nvCxnSpPr>
          <p:cNvPr id="102" name="Connecteur : en angle 97">
            <a:extLst>
              <a:ext uri="{FF2B5EF4-FFF2-40B4-BE49-F238E27FC236}">
                <a16:creationId xmlns:a16="http://schemas.microsoft.com/office/drawing/2014/main" id="{4A273C23-2131-E0AF-6196-8088CD2DB22C}"/>
              </a:ext>
            </a:extLst>
          </p:cNvPr>
          <p:cNvCxnSpPr>
            <a:cxnSpLocks/>
            <a:stCxn id="11" idx="2"/>
            <a:endCxn id="4" idx="0"/>
          </p:cNvCxnSpPr>
          <p:nvPr/>
        </p:nvCxnSpPr>
        <p:spPr>
          <a:xfrm>
            <a:off x="3760998" y="5436273"/>
            <a:ext cx="0" cy="216198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" name="Connecteur : en angle 119">
            <a:extLst>
              <a:ext uri="{FF2B5EF4-FFF2-40B4-BE49-F238E27FC236}">
                <a16:creationId xmlns:a16="http://schemas.microsoft.com/office/drawing/2014/main" id="{F46FD572-39E5-676C-0E50-57C4C4170703}"/>
              </a:ext>
            </a:extLst>
          </p:cNvPr>
          <p:cNvCxnSpPr>
            <a:cxnSpLocks/>
            <a:stCxn id="6" idx="2"/>
            <a:endCxn id="117" idx="0"/>
          </p:cNvCxnSpPr>
          <p:nvPr/>
        </p:nvCxnSpPr>
        <p:spPr>
          <a:xfrm flipH="1">
            <a:off x="3760996" y="524250"/>
            <a:ext cx="2" cy="198479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ZoneTexte 137">
            <a:extLst>
              <a:ext uri="{FF2B5EF4-FFF2-40B4-BE49-F238E27FC236}">
                <a16:creationId xmlns:a16="http://schemas.microsoft.com/office/drawing/2014/main" id="{F197E6A8-B54B-0AEB-9598-AC371936E10D}"/>
              </a:ext>
            </a:extLst>
          </p:cNvPr>
          <p:cNvSpPr txBox="1"/>
          <p:nvPr/>
        </p:nvSpPr>
        <p:spPr>
          <a:xfrm>
            <a:off x="566764" y="1438137"/>
            <a:ext cx="3935305" cy="373170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Choisir des cartes Action pour un total maximum de 3 crédits</a:t>
            </a:r>
          </a:p>
        </p:txBody>
      </p:sp>
      <p:sp>
        <p:nvSpPr>
          <p:cNvPr id="139" name="ZoneTexte 138">
            <a:extLst>
              <a:ext uri="{FF2B5EF4-FFF2-40B4-BE49-F238E27FC236}">
                <a16:creationId xmlns:a16="http://schemas.microsoft.com/office/drawing/2014/main" id="{88CC0CB3-83D1-6006-A001-70DA7FB93AC5}"/>
              </a:ext>
            </a:extLst>
          </p:cNvPr>
          <p:cNvSpPr txBox="1"/>
          <p:nvPr/>
        </p:nvSpPr>
        <p:spPr>
          <a:xfrm>
            <a:off x="552563" y="2094831"/>
            <a:ext cx="3963708" cy="2309528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Jouer chaque carte, puis la défausser</a:t>
            </a:r>
          </a:p>
        </p:txBody>
      </p:sp>
      <p:cxnSp>
        <p:nvCxnSpPr>
          <p:cNvPr id="198" name="Connecteur : en angle 97">
            <a:extLst>
              <a:ext uri="{FF2B5EF4-FFF2-40B4-BE49-F238E27FC236}">
                <a16:creationId xmlns:a16="http://schemas.microsoft.com/office/drawing/2014/main" id="{FB3D6D6B-69B5-9D52-E20C-80AD36EB2A32}"/>
              </a:ext>
            </a:extLst>
          </p:cNvPr>
          <p:cNvCxnSpPr>
            <a:cxnSpLocks/>
            <a:stCxn id="138" idx="2"/>
            <a:endCxn id="139" idx="0"/>
          </p:cNvCxnSpPr>
          <p:nvPr/>
        </p:nvCxnSpPr>
        <p:spPr>
          <a:xfrm>
            <a:off x="2534417" y="1811307"/>
            <a:ext cx="0" cy="2835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1" name="ZoneTexte 200">
            <a:extLst>
              <a:ext uri="{FF2B5EF4-FFF2-40B4-BE49-F238E27FC236}">
                <a16:creationId xmlns:a16="http://schemas.microsoft.com/office/drawing/2014/main" id="{0B98995D-1246-0C1A-4627-BBEF965B1486}"/>
              </a:ext>
            </a:extLst>
          </p:cNvPr>
          <p:cNvSpPr txBox="1"/>
          <p:nvPr/>
        </p:nvSpPr>
        <p:spPr>
          <a:xfrm>
            <a:off x="2625795" y="2366738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Déplacer Seigneur</a:t>
            </a:r>
          </a:p>
        </p:txBody>
      </p:sp>
      <p:sp>
        <p:nvSpPr>
          <p:cNvPr id="202" name="ZoneTexte 201">
            <a:extLst>
              <a:ext uri="{FF2B5EF4-FFF2-40B4-BE49-F238E27FC236}">
                <a16:creationId xmlns:a16="http://schemas.microsoft.com/office/drawing/2014/main" id="{03CD3FC7-A849-C927-CD01-FF0368D6C892}"/>
              </a:ext>
            </a:extLst>
          </p:cNvPr>
          <p:cNvSpPr txBox="1"/>
          <p:nvPr/>
        </p:nvSpPr>
        <p:spPr>
          <a:xfrm>
            <a:off x="2621110" y="2721793"/>
            <a:ext cx="1656369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Recruter Chevalier</a:t>
            </a:r>
          </a:p>
        </p:txBody>
      </p:sp>
      <p:sp>
        <p:nvSpPr>
          <p:cNvPr id="203" name="ZoneTexte 202">
            <a:extLst>
              <a:ext uri="{FF2B5EF4-FFF2-40B4-BE49-F238E27FC236}">
                <a16:creationId xmlns:a16="http://schemas.microsoft.com/office/drawing/2014/main" id="{3F926420-6362-667F-1199-D8F019BA874F}"/>
              </a:ext>
            </a:extLst>
          </p:cNvPr>
          <p:cNvSpPr txBox="1"/>
          <p:nvPr/>
        </p:nvSpPr>
        <p:spPr>
          <a:xfrm>
            <a:off x="2629545" y="3102529"/>
            <a:ext cx="1682065" cy="264240"/>
          </a:xfrm>
          <a:prstGeom prst="rect">
            <a:avLst/>
          </a:prstGeom>
          <a:solidFill>
            <a:srgbClr val="E8A0D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117" dirty="0"/>
              <a:t>Exiler Chevalier</a:t>
            </a:r>
          </a:p>
        </p:txBody>
      </p:sp>
      <p:sp>
        <p:nvSpPr>
          <p:cNvPr id="204" name="ZoneTexte 203">
            <a:extLst>
              <a:ext uri="{FF2B5EF4-FFF2-40B4-BE49-F238E27FC236}">
                <a16:creationId xmlns:a16="http://schemas.microsoft.com/office/drawing/2014/main" id="{D6E55733-EC83-E678-E68C-B58BB4D51FF2}"/>
              </a:ext>
            </a:extLst>
          </p:cNvPr>
          <p:cNvSpPr txBox="1"/>
          <p:nvPr/>
        </p:nvSpPr>
        <p:spPr>
          <a:xfrm>
            <a:off x="2621110" y="3485038"/>
            <a:ext cx="1682065" cy="610061"/>
          </a:xfrm>
          <a:prstGeom prst="rect">
            <a:avLst/>
          </a:prstGeom>
          <a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artisticWatercolorSponge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 w="6350"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Complot à la Cour</a:t>
            </a:r>
          </a:p>
        </p:txBody>
      </p:sp>
      <p:sp>
        <p:nvSpPr>
          <p:cNvPr id="153" name="ZoneTexte 152">
            <a:extLst>
              <a:ext uri="{FF2B5EF4-FFF2-40B4-BE49-F238E27FC236}">
                <a16:creationId xmlns:a16="http://schemas.microsoft.com/office/drawing/2014/main" id="{27B585F0-32F5-655D-584A-7CC60B5B37C5}"/>
              </a:ext>
            </a:extLst>
          </p:cNvPr>
          <p:cNvSpPr txBox="1"/>
          <p:nvPr/>
        </p:nvSpPr>
        <p:spPr>
          <a:xfrm>
            <a:off x="725718" y="2371636"/>
            <a:ext cx="1691666" cy="1918423"/>
          </a:xfrm>
          <a:prstGeom prst="rect">
            <a:avLst/>
          </a:prstGeom>
          <a:blipFill>
            <a:blip r:embed="rId6">
              <a:extLst>
                <a:ext uri="{BEBA8EAE-BF5A-486C-A8C5-ECC9F3942E4B}">
                  <a14:imgProps xmlns:a14="http://schemas.microsoft.com/office/drawing/2010/main">
                    <a14:imgLayer r:embed="rId7">
                      <a14:imgEffect>
                        <a14:artisticLineDrawing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Depuis une Tuile de Commandement</a:t>
            </a:r>
          </a:p>
        </p:txBody>
      </p:sp>
      <p:sp>
        <p:nvSpPr>
          <p:cNvPr id="74" name="ZoneTexte 73">
            <a:extLst>
              <a:ext uri="{FF2B5EF4-FFF2-40B4-BE49-F238E27FC236}">
                <a16:creationId xmlns:a16="http://schemas.microsoft.com/office/drawing/2014/main" id="{2AD12B3B-572F-D94B-320D-9112846390CA}"/>
              </a:ext>
            </a:extLst>
          </p:cNvPr>
          <p:cNvSpPr txBox="1"/>
          <p:nvPr/>
        </p:nvSpPr>
        <p:spPr>
          <a:xfrm>
            <a:off x="832460" y="2772013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Recruter Troupes</a:t>
            </a:r>
          </a:p>
        </p:txBody>
      </p:sp>
      <p:cxnSp>
        <p:nvCxnSpPr>
          <p:cNvPr id="122" name="Connecteur : en angle 24">
            <a:extLst>
              <a:ext uri="{FF2B5EF4-FFF2-40B4-BE49-F238E27FC236}">
                <a16:creationId xmlns:a16="http://schemas.microsoft.com/office/drawing/2014/main" id="{F7DD50F1-E096-E83F-0F26-6F0AAF47889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5960786" y="1935002"/>
            <a:ext cx="3766" cy="4233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ZoneTexte 145">
            <a:extLst>
              <a:ext uri="{FF2B5EF4-FFF2-40B4-BE49-F238E27FC236}">
                <a16:creationId xmlns:a16="http://schemas.microsoft.com/office/drawing/2014/main" id="{438A5D98-5BF6-E314-37D8-A96866BE7DCD}"/>
              </a:ext>
            </a:extLst>
          </p:cNvPr>
          <p:cNvSpPr txBox="1"/>
          <p:nvPr/>
        </p:nvSpPr>
        <p:spPr>
          <a:xfrm>
            <a:off x="832460" y="313912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Construire Donjon</a:t>
            </a:r>
          </a:p>
        </p:txBody>
      </p:sp>
      <p:sp>
        <p:nvSpPr>
          <p:cNvPr id="147" name="ZoneTexte 146">
            <a:extLst>
              <a:ext uri="{FF2B5EF4-FFF2-40B4-BE49-F238E27FC236}">
                <a16:creationId xmlns:a16="http://schemas.microsoft.com/office/drawing/2014/main" id="{9CCF28DF-2D4E-2CBC-AFE8-420614343504}"/>
              </a:ext>
            </a:extLst>
          </p:cNvPr>
          <p:cNvSpPr txBox="1"/>
          <p:nvPr/>
        </p:nvSpPr>
        <p:spPr>
          <a:xfrm>
            <a:off x="832460" y="3496878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Disperser Troupes</a:t>
            </a:r>
          </a:p>
        </p:txBody>
      </p:sp>
      <p:sp>
        <p:nvSpPr>
          <p:cNvPr id="148" name="ZoneTexte 147">
            <a:extLst>
              <a:ext uri="{FF2B5EF4-FFF2-40B4-BE49-F238E27FC236}">
                <a16:creationId xmlns:a16="http://schemas.microsoft.com/office/drawing/2014/main" id="{46F0894D-49B9-1E91-4BD5-7B0FA75CE661}"/>
              </a:ext>
            </a:extLst>
          </p:cNvPr>
          <p:cNvSpPr txBox="1"/>
          <p:nvPr/>
        </p:nvSpPr>
        <p:spPr>
          <a:xfrm>
            <a:off x="832460" y="3862357"/>
            <a:ext cx="1463066" cy="285237"/>
          </a:xfrm>
          <a:prstGeom prst="rect">
            <a:avLst/>
          </a:prstGeom>
          <a:blipFill>
            <a:blip r:embed="rId3"/>
            <a:tile tx="0" ty="0" sx="100000" sy="100000" flip="none" algn="tl"/>
          </a:blipFill>
        </p:spPr>
        <p:txBody>
          <a:bodyPr wrap="square" rtlCol="0">
            <a:noAutofit/>
          </a:bodyPr>
          <a:lstStyle/>
          <a:p>
            <a:pPr algn="ctr"/>
            <a:r>
              <a:rPr lang="fr-FR" sz="1117" dirty="0">
                <a:solidFill>
                  <a:schemeClr val="bg1"/>
                </a:solidFill>
              </a:rPr>
              <a:t>Concentrer Troupes</a:t>
            </a:r>
          </a:p>
        </p:txBody>
      </p:sp>
      <p:sp>
        <p:nvSpPr>
          <p:cNvPr id="151" name="ZoneTexte 150">
            <a:extLst>
              <a:ext uri="{FF2B5EF4-FFF2-40B4-BE49-F238E27FC236}">
                <a16:creationId xmlns:a16="http://schemas.microsoft.com/office/drawing/2014/main" id="{398B0C1F-5543-7C34-1D5A-A56699A8CB59}"/>
              </a:ext>
            </a:extLst>
          </p:cNvPr>
          <p:cNvSpPr txBox="1"/>
          <p:nvPr/>
        </p:nvSpPr>
        <p:spPr>
          <a:xfrm>
            <a:off x="2693141" y="3714307"/>
            <a:ext cx="1512306" cy="274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txBody>
          <a:bodyPr wrap="square" rtlCol="0">
            <a:noAutofit/>
          </a:bodyPr>
          <a:lstStyle/>
          <a:p>
            <a:pPr algn="ctr"/>
            <a:r>
              <a:rPr lang="fr-FR" sz="1117" dirty="0"/>
              <a:t>Piocher chaque carte</a:t>
            </a:r>
          </a:p>
        </p:txBody>
      </p:sp>
      <p:cxnSp>
        <p:nvCxnSpPr>
          <p:cNvPr id="221" name="Connecteur : en angle 97">
            <a:extLst>
              <a:ext uri="{FF2B5EF4-FFF2-40B4-BE49-F238E27FC236}">
                <a16:creationId xmlns:a16="http://schemas.microsoft.com/office/drawing/2014/main" id="{C89A0D04-3493-3F94-5CEF-CA5DE9750840}"/>
              </a:ext>
            </a:extLst>
          </p:cNvPr>
          <p:cNvCxnSpPr>
            <a:cxnSpLocks/>
            <a:stCxn id="7" idx="2"/>
            <a:endCxn id="10" idx="2"/>
          </p:cNvCxnSpPr>
          <p:nvPr/>
        </p:nvCxnSpPr>
        <p:spPr>
          <a:xfrm rot="5400000" flipH="1" flipV="1">
            <a:off x="4254890" y="2834122"/>
            <a:ext cx="3328" cy="3415995"/>
          </a:xfrm>
          <a:prstGeom prst="bentConnector3">
            <a:avLst>
              <a:gd name="adj1" fmla="val -686899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8" name="Connecteur : en angle 97">
            <a:extLst>
              <a:ext uri="{FF2B5EF4-FFF2-40B4-BE49-F238E27FC236}">
                <a16:creationId xmlns:a16="http://schemas.microsoft.com/office/drawing/2014/main" id="{82C5AF85-B39C-D73F-5A8C-868CFA93D44A}"/>
              </a:ext>
            </a:extLst>
          </p:cNvPr>
          <p:cNvCxnSpPr>
            <a:cxnSpLocks/>
            <a:stCxn id="117" idx="2"/>
            <a:endCxn id="11" idx="0"/>
          </p:cNvCxnSpPr>
          <p:nvPr/>
        </p:nvCxnSpPr>
        <p:spPr>
          <a:xfrm>
            <a:off x="3760996" y="4922519"/>
            <a:ext cx="2" cy="249514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81" name="Image 280">
            <a:extLst>
              <a:ext uri="{FF2B5EF4-FFF2-40B4-BE49-F238E27FC236}">
                <a16:creationId xmlns:a16="http://schemas.microsoft.com/office/drawing/2014/main" id="{40D53DC9-6925-AB04-72B3-7DEE8F62EC78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307" r="32393" b="13652"/>
          <a:stretch>
            <a:fillRect/>
          </a:stretch>
        </p:blipFill>
        <p:spPr bwMode="auto">
          <a:xfrm>
            <a:off x="208147" y="6121536"/>
            <a:ext cx="5194936" cy="2621346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2" name="Image 281">
            <a:extLst>
              <a:ext uri="{FF2B5EF4-FFF2-40B4-BE49-F238E27FC236}">
                <a16:creationId xmlns:a16="http://schemas.microsoft.com/office/drawing/2014/main" id="{D2B5E59A-955D-6E37-70A8-EF428207DD59}"/>
              </a:ext>
            </a:extLst>
          </p:cNvPr>
          <p:cNvPicPr>
            <a:picLocks noChangeAspect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764" r="35779" b="24600"/>
          <a:stretch>
            <a:fillRect/>
          </a:stretch>
        </p:blipFill>
        <p:spPr bwMode="auto">
          <a:xfrm>
            <a:off x="2425928" y="8880506"/>
            <a:ext cx="4892835" cy="1451827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283" name="Image 282">
            <a:extLst>
              <a:ext uri="{FF2B5EF4-FFF2-40B4-BE49-F238E27FC236}">
                <a16:creationId xmlns:a16="http://schemas.microsoft.com/office/drawing/2014/main" id="{08814F9E-50BE-0635-BF03-7D7E6B225C9D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3083" y="6438967"/>
            <a:ext cx="2130628" cy="2130568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Image 283">
            <a:extLst>
              <a:ext uri="{FF2B5EF4-FFF2-40B4-BE49-F238E27FC236}">
                <a16:creationId xmlns:a16="http://schemas.microsoft.com/office/drawing/2014/main" id="{5B5F9645-D9FA-651C-390F-15C1E32D7521}"/>
              </a:ext>
            </a:extLst>
          </p:cNvPr>
          <p:cNvPicPr>
            <a:picLocks noChangeAspect="1"/>
          </p:cNvPicPr>
          <p:nvPr/>
        </p:nvPicPr>
        <p:blipFill>
          <a:blip r:embed="rId10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430742" y="8880506"/>
            <a:ext cx="1558607" cy="155856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056" name="Groupe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0" y="0"/>
            <a:chExt cx="7229" cy="7654"/>
          </a:xfrm>
        </p:grpSpPr>
      </p:grpSp>
      <p:grpSp>
        <p:nvGrpSpPr>
          <p:cNvPr id="2052" name="Group 4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18297" y="0"/>
            <a:chExt cx="7229" cy="7654"/>
          </a:xfrm>
        </p:grpSpPr>
      </p:grpSp>
      <p:grpSp>
        <p:nvGrpSpPr>
          <p:cNvPr id="2049" name="Group 1"/>
          <p:cNvGrpSpPr>
            <a:grpSpLocks noChangeAspect="1"/>
          </p:cNvGrpSpPr>
          <p:nvPr/>
        </p:nvGrpSpPr>
        <p:grpSpPr bwMode="auto">
          <a:xfrm>
            <a:off x="0" y="0"/>
            <a:ext cx="479425" cy="504825"/>
            <a:chOff x="9153" y="0"/>
            <a:chExt cx="7229" cy="7654"/>
          </a:xfrm>
        </p:grpSpPr>
      </p:grpSp>
      <p:cxnSp>
        <p:nvCxnSpPr>
          <p:cNvPr id="2" name="Connecteur : en angle 97">
            <a:extLst>
              <a:ext uri="{FF2B5EF4-FFF2-40B4-BE49-F238E27FC236}">
                <a16:creationId xmlns:a16="http://schemas.microsoft.com/office/drawing/2014/main" id="{E5D30D6B-D0E7-91D1-A62F-2BD99E1D2788}"/>
              </a:ext>
            </a:extLst>
          </p:cNvPr>
          <p:cNvCxnSpPr>
            <a:cxnSpLocks/>
            <a:stCxn id="151" idx="3"/>
            <a:endCxn id="216" idx="1"/>
          </p:cNvCxnSpPr>
          <p:nvPr/>
        </p:nvCxnSpPr>
        <p:spPr>
          <a:xfrm flipV="1">
            <a:off x="4205447" y="3606822"/>
            <a:ext cx="774704" cy="244957"/>
          </a:xfrm>
          <a:prstGeom prst="straightConnector1">
            <a:avLst/>
          </a:prstGeom>
          <a:ln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Graphique 37" descr="Couronne avec un remplissage uni">
            <a:extLst>
              <a:ext uri="{FF2B5EF4-FFF2-40B4-BE49-F238E27FC236}">
                <a16:creationId xmlns:a16="http://schemas.microsoft.com/office/drawing/2014/main" id="{ADF59C5C-A511-D993-4575-6B0F9AE66F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75260" y="61215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071521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hème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188</TotalTime>
  <Words>103</Words>
  <Application>Microsoft Office PowerPoint</Application>
  <PresentationFormat>Personnalisé</PresentationFormat>
  <Paragraphs>27</Paragraphs>
  <Slides>1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Wingdings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</cp:revision>
  <cp:lastPrinted>2026-04-26T14:16:53Z</cp:lastPrinted>
  <dcterms:created xsi:type="dcterms:W3CDTF">2026-04-25T15:42:38Z</dcterms:created>
  <dcterms:modified xsi:type="dcterms:W3CDTF">2026-04-27T05:52:12Z</dcterms:modified>
</cp:coreProperties>
</file>