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 varScale="1">
        <p:scale>
          <a:sx n="68" d="100"/>
          <a:sy n="68" d="100"/>
        </p:scale>
        <p:origin x="38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sv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358395"/>
            <a:ext cx="2308744" cy="218206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866256"/>
            <a:ext cx="1915543" cy="1481132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Action tirée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Prendre en main</a:t>
            </a:r>
            <a:endParaRPr lang="fr-FR" sz="1117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Evénement tiré 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Résoudre E</a:t>
            </a:r>
            <a:r>
              <a:rPr lang="fr-FR" sz="1117" dirty="0"/>
              <a:t>vénement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Action pour un total maximum de 3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69761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02848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688238"/>
            <a:ext cx="1682065" cy="610061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423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693141" y="3917507"/>
            <a:ext cx="1512306" cy="274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2"/>
            <a:ext cx="3328" cy="3415995"/>
          </a:xfrm>
          <a:prstGeom prst="bentConnector3">
            <a:avLst>
              <a:gd name="adj1" fmla="val -68689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05447" y="3606822"/>
            <a:ext cx="774704" cy="448157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4FEE4FC-DEC2-D3E9-BAD5-F20D5FF66777}"/>
              </a:ext>
            </a:extLst>
          </p:cNvPr>
          <p:cNvSpPr txBox="1"/>
          <p:nvPr/>
        </p:nvSpPr>
        <p:spPr>
          <a:xfrm>
            <a:off x="2621110" y="3359363"/>
            <a:ext cx="1682065" cy="26224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Espion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1144B545-CC35-190B-52DA-97E13E34059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80" r="35811" b="24080"/>
          <a:stretch>
            <a:fillRect/>
          </a:stretch>
        </p:blipFill>
        <p:spPr bwMode="auto">
          <a:xfrm>
            <a:off x="2143352" y="8910041"/>
            <a:ext cx="5046038" cy="150758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198</TotalTime>
  <Words>103</Words>
  <Application>Microsoft Office PowerPoint</Application>
  <PresentationFormat>Personnalisé</PresentationFormat>
  <Paragraphs>28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13</cp:revision>
  <cp:lastPrinted>2026-04-26T14:16:53Z</cp:lastPrinted>
  <dcterms:created xsi:type="dcterms:W3CDTF">2026-04-25T15:42:38Z</dcterms:created>
  <dcterms:modified xsi:type="dcterms:W3CDTF">2026-05-25T21:39:58Z</dcterms:modified>
</cp:coreProperties>
</file>