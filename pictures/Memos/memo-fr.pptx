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>
        <p:scale>
          <a:sx n="50" d="100"/>
          <a:sy n="50" d="100"/>
        </p:scale>
        <p:origin x="4260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svg"/><Relationship Id="rId5" Type="http://schemas.microsoft.com/office/2007/relationships/hdphoto" Target="../media/hdphoto1.wdp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0162E-72FA-4D0C-3FCD-9AE847B95E39}"/>
              </a:ext>
            </a:extLst>
          </p:cNvPr>
          <p:cNvSpPr/>
          <p:nvPr/>
        </p:nvSpPr>
        <p:spPr>
          <a:xfrm>
            <a:off x="0" y="-562708"/>
            <a:ext cx="7559675" cy="11254521"/>
          </a:xfrm>
          <a:prstGeom prst="rect">
            <a:avLst/>
          </a:prstGeom>
          <a:blipFill dpi="0" rotWithShape="1">
            <a:blip r:embed="rId3">
              <a:alphaModFix amt="90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« Agir » ou « Replanifier 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0180" y="2358395"/>
            <a:ext cx="2308744" cy="218206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Compléter sa main à 6 cartes</a:t>
            </a:r>
          </a:p>
          <a:p>
            <a:pPr algn="ctr"/>
            <a:r>
              <a:rPr lang="fr-FR" sz="1117" dirty="0"/>
              <a:t>(sauf après « Complot à la Cour »)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Replanifier</a:t>
            </a:r>
          </a:p>
        </p:txBody>
      </p:sp>
      <p:sp>
        <p:nvSpPr>
          <p:cNvPr id="216" name="ZoneTexte 215">
            <a:extLst>
              <a:ext uri="{FF2B5EF4-FFF2-40B4-BE49-F238E27FC236}">
                <a16:creationId xmlns:a16="http://schemas.microsoft.com/office/drawing/2014/main" id="{A22F7A29-34AB-1622-248B-87B64EB60B36}"/>
              </a:ext>
            </a:extLst>
          </p:cNvPr>
          <p:cNvSpPr txBox="1"/>
          <p:nvPr/>
        </p:nvSpPr>
        <p:spPr>
          <a:xfrm>
            <a:off x="4980151" y="2866256"/>
            <a:ext cx="1915543" cy="1481132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Piocher chaque carte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Fin du tour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Début du tour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Agir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6424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Défausser 1 à 6 cartes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Mettre à jour la piste de score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9C86B1-F9A8-AE14-9545-EEE77A7647BE}"/>
              </a:ext>
            </a:extLst>
          </p:cNvPr>
          <p:cNvSpPr txBox="1"/>
          <p:nvPr/>
        </p:nvSpPr>
        <p:spPr>
          <a:xfrm>
            <a:off x="5115154" y="3196538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Action tirée</a:t>
            </a:r>
          </a:p>
          <a:p>
            <a:pPr algn="ctr"/>
            <a:r>
              <a:rPr lang="fr-FR" sz="1117" dirty="0">
                <a:sym typeface="Wingdings" panose="05000000000000000000" pitchFamily="2" charset="2"/>
              </a:rPr>
              <a:t> Prendre en main</a:t>
            </a:r>
            <a:endParaRPr lang="fr-FR" sz="1117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54A6FF8-9966-AAC6-8637-61073C9102C1}"/>
              </a:ext>
            </a:extLst>
          </p:cNvPr>
          <p:cNvSpPr txBox="1"/>
          <p:nvPr/>
        </p:nvSpPr>
        <p:spPr>
          <a:xfrm>
            <a:off x="5103064" y="3768779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Evénement tiré </a:t>
            </a:r>
          </a:p>
          <a:p>
            <a:pPr algn="ctr"/>
            <a:r>
              <a:rPr lang="fr-FR" sz="1117" dirty="0">
                <a:sym typeface="Wingdings" panose="05000000000000000000" pitchFamily="2" charset="2"/>
              </a:rPr>
              <a:t> Résoudre E</a:t>
            </a:r>
            <a:r>
              <a:rPr lang="fr-FR" sz="1117" dirty="0"/>
              <a:t>vénement</a:t>
            </a:r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des cartes Action pour un total maximum de 3 crédits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Jouer chaque carte, puis la défausser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Déplacer Seigneur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21110" y="2721793"/>
            <a:ext cx="1656369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Recruter Chevalier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29545" y="3102529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Exiler Chevalier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21110" y="3485038"/>
            <a:ext cx="1682065" cy="610061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Complot à la Cour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257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Depuis une Tuile de Commandement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32460" y="2772013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Recruter Troupes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3766" cy="423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32460" y="313912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Construire Donjon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32460" y="349687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Disperser Troupes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324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Concentrer Troupes</a:t>
            </a: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398B0C1F-5543-7C34-1D5A-A56699A8CB59}"/>
              </a:ext>
            </a:extLst>
          </p:cNvPr>
          <p:cNvSpPr txBox="1"/>
          <p:nvPr/>
        </p:nvSpPr>
        <p:spPr>
          <a:xfrm>
            <a:off x="2693141" y="3714307"/>
            <a:ext cx="1512306" cy="274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Piocher chaque carte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5400000" flipH="1" flipV="1">
            <a:off x="4254890" y="2834122"/>
            <a:ext cx="3328" cy="3415995"/>
          </a:xfrm>
          <a:prstGeom prst="bentConnector3">
            <a:avLst>
              <a:gd name="adj1" fmla="val -686899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1" name="Image 280">
            <a:extLst>
              <a:ext uri="{FF2B5EF4-FFF2-40B4-BE49-F238E27FC236}">
                <a16:creationId xmlns:a16="http://schemas.microsoft.com/office/drawing/2014/main" id="{40D53DC9-6925-AB04-72B3-7DEE8F62EC7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07" r="32393" b="13652"/>
          <a:stretch>
            <a:fillRect/>
          </a:stretch>
        </p:blipFill>
        <p:spPr bwMode="auto">
          <a:xfrm>
            <a:off x="208147" y="6121536"/>
            <a:ext cx="5194936" cy="26213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82" name="Image 281">
            <a:extLst>
              <a:ext uri="{FF2B5EF4-FFF2-40B4-BE49-F238E27FC236}">
                <a16:creationId xmlns:a16="http://schemas.microsoft.com/office/drawing/2014/main" id="{D2B5E59A-955D-6E37-70A8-EF428207DD5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64" r="35779" b="24600"/>
          <a:stretch>
            <a:fillRect/>
          </a:stretch>
        </p:blipFill>
        <p:spPr bwMode="auto">
          <a:xfrm>
            <a:off x="2425928" y="8880506"/>
            <a:ext cx="4892835" cy="1451827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10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10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30742" y="8880506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cxnSp>
        <p:nvCxnSpPr>
          <p:cNvPr id="2" name="Connecteur : en angle 97">
            <a:extLst>
              <a:ext uri="{FF2B5EF4-FFF2-40B4-BE49-F238E27FC236}">
                <a16:creationId xmlns:a16="http://schemas.microsoft.com/office/drawing/2014/main" id="{E5D30D6B-D0E7-91D1-A62F-2BD99E1D2788}"/>
              </a:ext>
            </a:extLst>
          </p:cNvPr>
          <p:cNvCxnSpPr>
            <a:cxnSpLocks/>
            <a:stCxn id="151" idx="3"/>
            <a:endCxn id="216" idx="1"/>
          </p:cNvCxnSpPr>
          <p:nvPr/>
        </p:nvCxnSpPr>
        <p:spPr>
          <a:xfrm flipV="1">
            <a:off x="4205447" y="3606822"/>
            <a:ext cx="774704" cy="244957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190</TotalTime>
  <Words>102</Words>
  <Application>Microsoft Office PowerPoint</Application>
  <PresentationFormat>Personnalisé</PresentationFormat>
  <Paragraphs>27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11</cp:revision>
  <cp:lastPrinted>2026-04-26T14:16:53Z</cp:lastPrinted>
  <dcterms:created xsi:type="dcterms:W3CDTF">2026-04-25T15:42:38Z</dcterms:created>
  <dcterms:modified xsi:type="dcterms:W3CDTF">2026-05-15T20:42:43Z</dcterms:modified>
</cp:coreProperties>
</file>