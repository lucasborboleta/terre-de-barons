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125" d="100"/>
          <a:sy n="125" d="100"/>
        </p:scale>
        <p:origin x="2472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svg"/><Relationship Id="rId5" Type="http://schemas.microsoft.com/office/2007/relationships/hdphoto" Target="../media/hdphoto1.wdp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« Agir » ou « Replanifier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358395"/>
            <a:ext cx="2308744" cy="218206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Compléter sa main à 6 cartes</a:t>
            </a:r>
          </a:p>
          <a:p>
            <a:pPr algn="ctr"/>
            <a:r>
              <a:rPr lang="fr-FR" sz="1117" dirty="0"/>
              <a:t>(sauf après « Complot à la Cour »)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Replanifier</a:t>
            </a:r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866256"/>
            <a:ext cx="1915543" cy="1481132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Fin du tour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Début du tour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Agir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64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Défausser 1 à 6 cartes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Mettre à jour la piste de score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Action tirée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Prendre en main</a:t>
            </a:r>
            <a:endParaRPr lang="fr-FR" sz="1117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Evénement tiré 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Résoudre E</a:t>
            </a:r>
            <a:r>
              <a:rPr lang="fr-FR" sz="1117" dirty="0"/>
              <a:t>vénement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des cartes Action pour un total maximum de 3 crédits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Jouer chaque carte, puis la défausser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Déplacer Seigneur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69761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Recruter Chevalier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02848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Exiler Chevalier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1110" y="3688238"/>
            <a:ext cx="1682065" cy="610061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Complot à la Cour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Depuis une Tuile de Commandement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772013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Recruter Troupes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423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13912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Construire Donjon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9687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Disperser Troupes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Concentrer Troupes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693141" y="3917507"/>
            <a:ext cx="1512306" cy="274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2"/>
            <a:ext cx="3328" cy="3415995"/>
          </a:xfrm>
          <a:prstGeom prst="bentConnector3">
            <a:avLst>
              <a:gd name="adj1" fmla="val -68689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1" name="Image 280">
            <a:extLst>
              <a:ext uri="{FF2B5EF4-FFF2-40B4-BE49-F238E27FC236}">
                <a16:creationId xmlns:a16="http://schemas.microsoft.com/office/drawing/2014/main" id="{40D53DC9-6925-AB04-72B3-7DEE8F62EC7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7" r="32393" b="13652"/>
          <a:stretch>
            <a:fillRect/>
          </a:stretch>
        </p:blipFill>
        <p:spPr bwMode="auto">
          <a:xfrm>
            <a:off x="208147" y="6121536"/>
            <a:ext cx="5194936" cy="26213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2" name="Image 281">
            <a:extLst>
              <a:ext uri="{FF2B5EF4-FFF2-40B4-BE49-F238E27FC236}">
                <a16:creationId xmlns:a16="http://schemas.microsoft.com/office/drawing/2014/main" id="{D2B5E59A-955D-6E37-70A8-EF428207D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4" r="35779" b="24600"/>
          <a:stretch>
            <a:fillRect/>
          </a:stretch>
        </p:blipFill>
        <p:spPr bwMode="auto">
          <a:xfrm>
            <a:off x="2425928" y="8880506"/>
            <a:ext cx="4892835" cy="145182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0742" y="8880506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05447" y="3606822"/>
            <a:ext cx="774704" cy="448157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4FEE4FC-DEC2-D3E9-BAD5-F20D5FF66777}"/>
              </a:ext>
            </a:extLst>
          </p:cNvPr>
          <p:cNvSpPr txBox="1"/>
          <p:nvPr/>
        </p:nvSpPr>
        <p:spPr>
          <a:xfrm>
            <a:off x="2621110" y="3359363"/>
            <a:ext cx="1682065" cy="26224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Espion</a:t>
            </a:r>
          </a:p>
        </p:txBody>
      </p:sp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193</TotalTime>
  <Words>103</Words>
  <Application>Microsoft Office PowerPoint</Application>
  <PresentationFormat>Personnalisé</PresentationFormat>
  <Paragraphs>28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12</cp:revision>
  <cp:lastPrinted>2026-04-26T14:16:53Z</cp:lastPrinted>
  <dcterms:created xsi:type="dcterms:W3CDTF">2026-04-25T15:42:38Z</dcterms:created>
  <dcterms:modified xsi:type="dcterms:W3CDTF">2026-05-25T21:17:46Z</dcterms:modified>
</cp:coreProperties>
</file>