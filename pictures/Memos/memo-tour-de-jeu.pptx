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3"/>
  </p:notesMasterIdLst>
  <p:sldIdLst>
    <p:sldId id="256" r:id="rId2"/>
  </p:sldIdLst>
  <p:sldSz cx="7559675" cy="10691813"/>
  <p:notesSz cx="6889750" cy="1002188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5C79D"/>
    <a:srgbClr val="E3C19C"/>
    <a:srgbClr val="D2D3D2"/>
    <a:srgbClr val="E8A0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4220" autoAdjust="0"/>
    <p:restoredTop sz="94660"/>
  </p:normalViewPr>
  <p:slideViewPr>
    <p:cSldViewPr snapToGrid="0">
      <p:cViewPr varScale="1">
        <p:scale>
          <a:sx n="68" d="100"/>
          <a:sy n="68" d="100"/>
        </p:scale>
        <p:origin x="3840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85558" cy="502835"/>
          </a:xfrm>
          <a:prstGeom prst="rect">
            <a:avLst/>
          </a:prstGeom>
        </p:spPr>
        <p:txBody>
          <a:bodyPr vert="horz" lIns="96634" tIns="48317" rIns="96634" bIns="48317" rtlCol="0"/>
          <a:lstStyle>
            <a:lvl1pPr algn="l">
              <a:defRPr sz="13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902597" y="0"/>
            <a:ext cx="2985558" cy="502835"/>
          </a:xfrm>
          <a:prstGeom prst="rect">
            <a:avLst/>
          </a:prstGeom>
        </p:spPr>
        <p:txBody>
          <a:bodyPr vert="horz" lIns="96634" tIns="48317" rIns="96634" bIns="48317" rtlCol="0"/>
          <a:lstStyle>
            <a:lvl1pPr algn="r">
              <a:defRPr sz="1300"/>
            </a:lvl1pPr>
          </a:lstStyle>
          <a:p>
            <a:fld id="{849D895D-661B-479D-A688-27E503324CF6}" type="datetimeFigureOut">
              <a:rPr lang="fr-FR" smtClean="0"/>
              <a:t>26/04/2026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2249488" y="1252538"/>
            <a:ext cx="2390775" cy="338296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6634" tIns="48317" rIns="96634" bIns="48317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8975" y="4823034"/>
            <a:ext cx="5511800" cy="3946118"/>
          </a:xfrm>
          <a:prstGeom prst="rect">
            <a:avLst/>
          </a:prstGeom>
        </p:spPr>
        <p:txBody>
          <a:bodyPr vert="horz" lIns="96634" tIns="48317" rIns="96634" bIns="48317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9519055"/>
            <a:ext cx="2985558" cy="502834"/>
          </a:xfrm>
          <a:prstGeom prst="rect">
            <a:avLst/>
          </a:prstGeom>
        </p:spPr>
        <p:txBody>
          <a:bodyPr vert="horz" lIns="96634" tIns="48317" rIns="96634" bIns="48317" rtlCol="0" anchor="b"/>
          <a:lstStyle>
            <a:lvl1pPr algn="l">
              <a:defRPr sz="13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902597" y="9519055"/>
            <a:ext cx="2985558" cy="502834"/>
          </a:xfrm>
          <a:prstGeom prst="rect">
            <a:avLst/>
          </a:prstGeom>
        </p:spPr>
        <p:txBody>
          <a:bodyPr vert="horz" lIns="96634" tIns="48317" rIns="96634" bIns="48317" rtlCol="0" anchor="b"/>
          <a:lstStyle>
            <a:lvl1pPr algn="r">
              <a:defRPr sz="1300"/>
            </a:lvl1pPr>
          </a:lstStyle>
          <a:p>
            <a:fld id="{BAF959F4-80F3-402A-9D25-879686CF8B5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320880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F959F4-80F3-402A-9D25-879686CF8B58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616803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66976" y="1749795"/>
            <a:ext cx="6425724" cy="3722335"/>
          </a:xfrm>
        </p:spPr>
        <p:txBody>
          <a:bodyPr anchor="b"/>
          <a:lstStyle>
            <a:lvl1pPr algn="ctr">
              <a:defRPr sz="496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44960" y="5615678"/>
            <a:ext cx="5669756" cy="2581379"/>
          </a:xfrm>
        </p:spPr>
        <p:txBody>
          <a:bodyPr/>
          <a:lstStyle>
            <a:lvl1pPr marL="0" indent="0" algn="ctr">
              <a:buNone/>
              <a:defRPr sz="1984"/>
            </a:lvl1pPr>
            <a:lvl2pPr marL="377967" indent="0" algn="ctr">
              <a:buNone/>
              <a:defRPr sz="1653"/>
            </a:lvl2pPr>
            <a:lvl3pPr marL="755934" indent="0" algn="ctr">
              <a:buNone/>
              <a:defRPr sz="1488"/>
            </a:lvl3pPr>
            <a:lvl4pPr marL="1133902" indent="0" algn="ctr">
              <a:buNone/>
              <a:defRPr sz="1323"/>
            </a:lvl4pPr>
            <a:lvl5pPr marL="1511869" indent="0" algn="ctr">
              <a:buNone/>
              <a:defRPr sz="1323"/>
            </a:lvl5pPr>
            <a:lvl6pPr marL="1889836" indent="0" algn="ctr">
              <a:buNone/>
              <a:defRPr sz="1323"/>
            </a:lvl6pPr>
            <a:lvl7pPr marL="2267803" indent="0" algn="ctr">
              <a:buNone/>
              <a:defRPr sz="1323"/>
            </a:lvl7pPr>
            <a:lvl8pPr marL="2645771" indent="0" algn="ctr">
              <a:buNone/>
              <a:defRPr sz="1323"/>
            </a:lvl8pPr>
            <a:lvl9pPr marL="3023738" indent="0" algn="ctr">
              <a:buNone/>
              <a:defRPr sz="1323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26/04/2026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98854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26/04/2026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8651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5791" y="2665532"/>
            <a:ext cx="6520220" cy="4447496"/>
          </a:xfrm>
        </p:spPr>
        <p:txBody>
          <a:bodyPr anchor="b"/>
          <a:lstStyle>
            <a:lvl1pPr>
              <a:defRPr sz="496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5791" y="7155103"/>
            <a:ext cx="6520220" cy="2338833"/>
          </a:xfrm>
        </p:spPr>
        <p:txBody>
          <a:bodyPr/>
          <a:lstStyle>
            <a:lvl1pPr marL="0" indent="0">
              <a:buNone/>
              <a:defRPr sz="1984">
                <a:solidFill>
                  <a:schemeClr val="tx1">
                    <a:tint val="82000"/>
                  </a:schemeClr>
                </a:solidFill>
              </a:defRPr>
            </a:lvl1pPr>
            <a:lvl2pPr marL="377967" indent="0">
              <a:buNone/>
              <a:defRPr sz="1653">
                <a:solidFill>
                  <a:schemeClr val="tx1">
                    <a:tint val="82000"/>
                  </a:schemeClr>
                </a:solidFill>
              </a:defRPr>
            </a:lvl2pPr>
            <a:lvl3pPr marL="755934" indent="0">
              <a:buNone/>
              <a:defRPr sz="1488">
                <a:solidFill>
                  <a:schemeClr val="tx1">
                    <a:tint val="82000"/>
                  </a:schemeClr>
                </a:solidFill>
              </a:defRPr>
            </a:lvl3pPr>
            <a:lvl4pPr marL="1133902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4pPr>
            <a:lvl5pPr marL="1511869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5pPr>
            <a:lvl6pPr marL="1889836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6pPr>
            <a:lvl7pPr marL="2267803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7pPr>
            <a:lvl8pPr marL="2645771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8pPr>
            <a:lvl9pPr marL="3023738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26/04/2026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455315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9728" y="2846200"/>
            <a:ext cx="3212862" cy="6783857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27085" y="2846200"/>
            <a:ext cx="3212862" cy="6783857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26/04/2026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632975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569242"/>
            <a:ext cx="6520220" cy="2066590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20713" y="2620980"/>
            <a:ext cx="3198096" cy="1284502"/>
          </a:xfrm>
        </p:spPr>
        <p:txBody>
          <a:bodyPr anchor="b"/>
          <a:lstStyle>
            <a:lvl1pPr marL="0" indent="0">
              <a:buNone/>
              <a:defRPr sz="1984" b="1"/>
            </a:lvl1pPr>
            <a:lvl2pPr marL="377967" indent="0">
              <a:buNone/>
              <a:defRPr sz="1653" b="1"/>
            </a:lvl2pPr>
            <a:lvl3pPr marL="755934" indent="0">
              <a:buNone/>
              <a:defRPr sz="1488" b="1"/>
            </a:lvl3pPr>
            <a:lvl4pPr marL="1133902" indent="0">
              <a:buNone/>
              <a:defRPr sz="1323" b="1"/>
            </a:lvl4pPr>
            <a:lvl5pPr marL="1511869" indent="0">
              <a:buNone/>
              <a:defRPr sz="1323" b="1"/>
            </a:lvl5pPr>
            <a:lvl6pPr marL="1889836" indent="0">
              <a:buNone/>
              <a:defRPr sz="1323" b="1"/>
            </a:lvl6pPr>
            <a:lvl7pPr marL="2267803" indent="0">
              <a:buNone/>
              <a:defRPr sz="1323" b="1"/>
            </a:lvl7pPr>
            <a:lvl8pPr marL="2645771" indent="0">
              <a:buNone/>
              <a:defRPr sz="1323" b="1"/>
            </a:lvl8pPr>
            <a:lvl9pPr marL="3023738" indent="0">
              <a:buNone/>
              <a:defRPr sz="1323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20713" y="3905482"/>
            <a:ext cx="3198096" cy="5744375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27086" y="2620980"/>
            <a:ext cx="3213847" cy="1284502"/>
          </a:xfrm>
        </p:spPr>
        <p:txBody>
          <a:bodyPr anchor="b"/>
          <a:lstStyle>
            <a:lvl1pPr marL="0" indent="0">
              <a:buNone/>
              <a:defRPr sz="1984" b="1"/>
            </a:lvl1pPr>
            <a:lvl2pPr marL="377967" indent="0">
              <a:buNone/>
              <a:defRPr sz="1653" b="1"/>
            </a:lvl2pPr>
            <a:lvl3pPr marL="755934" indent="0">
              <a:buNone/>
              <a:defRPr sz="1488" b="1"/>
            </a:lvl3pPr>
            <a:lvl4pPr marL="1133902" indent="0">
              <a:buNone/>
              <a:defRPr sz="1323" b="1"/>
            </a:lvl4pPr>
            <a:lvl5pPr marL="1511869" indent="0">
              <a:buNone/>
              <a:defRPr sz="1323" b="1"/>
            </a:lvl5pPr>
            <a:lvl6pPr marL="1889836" indent="0">
              <a:buNone/>
              <a:defRPr sz="1323" b="1"/>
            </a:lvl6pPr>
            <a:lvl7pPr marL="2267803" indent="0">
              <a:buNone/>
              <a:defRPr sz="1323" b="1"/>
            </a:lvl7pPr>
            <a:lvl8pPr marL="2645771" indent="0">
              <a:buNone/>
              <a:defRPr sz="1323" b="1"/>
            </a:lvl8pPr>
            <a:lvl9pPr marL="3023738" indent="0">
              <a:buNone/>
              <a:defRPr sz="1323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27086" y="3905482"/>
            <a:ext cx="3213847" cy="5744375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26/04/2026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107381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26/04/2026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4523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26/04/2026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603858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712788"/>
            <a:ext cx="2438192" cy="2494756"/>
          </a:xfrm>
        </p:spPr>
        <p:txBody>
          <a:bodyPr anchor="b"/>
          <a:lstStyle>
            <a:lvl1pPr>
              <a:defRPr sz="2645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13847" y="1539425"/>
            <a:ext cx="3827085" cy="7598117"/>
          </a:xfrm>
        </p:spPr>
        <p:txBody>
          <a:bodyPr/>
          <a:lstStyle>
            <a:lvl1pPr>
              <a:defRPr sz="2645"/>
            </a:lvl1pPr>
            <a:lvl2pPr>
              <a:defRPr sz="2315"/>
            </a:lvl2pPr>
            <a:lvl3pPr>
              <a:defRPr sz="1984"/>
            </a:lvl3pPr>
            <a:lvl4pPr>
              <a:defRPr sz="1653"/>
            </a:lvl4pPr>
            <a:lvl5pPr>
              <a:defRPr sz="1653"/>
            </a:lvl5pPr>
            <a:lvl6pPr>
              <a:defRPr sz="1653"/>
            </a:lvl6pPr>
            <a:lvl7pPr>
              <a:defRPr sz="1653"/>
            </a:lvl7pPr>
            <a:lvl8pPr>
              <a:defRPr sz="1653"/>
            </a:lvl8pPr>
            <a:lvl9pPr>
              <a:defRPr sz="1653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20712" y="3207544"/>
            <a:ext cx="2438192" cy="5942372"/>
          </a:xfrm>
        </p:spPr>
        <p:txBody>
          <a:bodyPr/>
          <a:lstStyle>
            <a:lvl1pPr marL="0" indent="0">
              <a:buNone/>
              <a:defRPr sz="1323"/>
            </a:lvl1pPr>
            <a:lvl2pPr marL="377967" indent="0">
              <a:buNone/>
              <a:defRPr sz="1157"/>
            </a:lvl2pPr>
            <a:lvl3pPr marL="755934" indent="0">
              <a:buNone/>
              <a:defRPr sz="992"/>
            </a:lvl3pPr>
            <a:lvl4pPr marL="1133902" indent="0">
              <a:buNone/>
              <a:defRPr sz="827"/>
            </a:lvl4pPr>
            <a:lvl5pPr marL="1511869" indent="0">
              <a:buNone/>
              <a:defRPr sz="827"/>
            </a:lvl5pPr>
            <a:lvl6pPr marL="1889836" indent="0">
              <a:buNone/>
              <a:defRPr sz="827"/>
            </a:lvl6pPr>
            <a:lvl7pPr marL="2267803" indent="0">
              <a:buNone/>
              <a:defRPr sz="827"/>
            </a:lvl7pPr>
            <a:lvl8pPr marL="2645771" indent="0">
              <a:buNone/>
              <a:defRPr sz="827"/>
            </a:lvl8pPr>
            <a:lvl9pPr marL="3023738" indent="0">
              <a:buNone/>
              <a:defRPr sz="827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26/04/2026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15629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712788"/>
            <a:ext cx="2438192" cy="2494756"/>
          </a:xfrm>
        </p:spPr>
        <p:txBody>
          <a:bodyPr anchor="b"/>
          <a:lstStyle>
            <a:lvl1pPr>
              <a:defRPr sz="2645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213847" y="1539425"/>
            <a:ext cx="3827085" cy="7598117"/>
          </a:xfrm>
        </p:spPr>
        <p:txBody>
          <a:bodyPr anchor="t"/>
          <a:lstStyle>
            <a:lvl1pPr marL="0" indent="0">
              <a:buNone/>
              <a:defRPr sz="2645"/>
            </a:lvl1pPr>
            <a:lvl2pPr marL="377967" indent="0">
              <a:buNone/>
              <a:defRPr sz="2315"/>
            </a:lvl2pPr>
            <a:lvl3pPr marL="755934" indent="0">
              <a:buNone/>
              <a:defRPr sz="1984"/>
            </a:lvl3pPr>
            <a:lvl4pPr marL="1133902" indent="0">
              <a:buNone/>
              <a:defRPr sz="1653"/>
            </a:lvl4pPr>
            <a:lvl5pPr marL="1511869" indent="0">
              <a:buNone/>
              <a:defRPr sz="1653"/>
            </a:lvl5pPr>
            <a:lvl6pPr marL="1889836" indent="0">
              <a:buNone/>
              <a:defRPr sz="1653"/>
            </a:lvl6pPr>
            <a:lvl7pPr marL="2267803" indent="0">
              <a:buNone/>
              <a:defRPr sz="1653"/>
            </a:lvl7pPr>
            <a:lvl8pPr marL="2645771" indent="0">
              <a:buNone/>
              <a:defRPr sz="1653"/>
            </a:lvl8pPr>
            <a:lvl9pPr marL="3023738" indent="0">
              <a:buNone/>
              <a:defRPr sz="1653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20712" y="3207544"/>
            <a:ext cx="2438192" cy="5942372"/>
          </a:xfrm>
        </p:spPr>
        <p:txBody>
          <a:bodyPr/>
          <a:lstStyle>
            <a:lvl1pPr marL="0" indent="0">
              <a:buNone/>
              <a:defRPr sz="1323"/>
            </a:lvl1pPr>
            <a:lvl2pPr marL="377967" indent="0">
              <a:buNone/>
              <a:defRPr sz="1157"/>
            </a:lvl2pPr>
            <a:lvl3pPr marL="755934" indent="0">
              <a:buNone/>
              <a:defRPr sz="992"/>
            </a:lvl3pPr>
            <a:lvl4pPr marL="1133902" indent="0">
              <a:buNone/>
              <a:defRPr sz="827"/>
            </a:lvl4pPr>
            <a:lvl5pPr marL="1511869" indent="0">
              <a:buNone/>
              <a:defRPr sz="827"/>
            </a:lvl5pPr>
            <a:lvl6pPr marL="1889836" indent="0">
              <a:buNone/>
              <a:defRPr sz="827"/>
            </a:lvl6pPr>
            <a:lvl7pPr marL="2267803" indent="0">
              <a:buNone/>
              <a:defRPr sz="827"/>
            </a:lvl7pPr>
            <a:lvl8pPr marL="2645771" indent="0">
              <a:buNone/>
              <a:defRPr sz="827"/>
            </a:lvl8pPr>
            <a:lvl9pPr marL="3023738" indent="0">
              <a:buNone/>
              <a:defRPr sz="827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26/04/2026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896584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26/04/2026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681797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409893" y="569240"/>
            <a:ext cx="1630055" cy="9060817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19728" y="569240"/>
            <a:ext cx="4795669" cy="9060817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26/04/2026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98150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19728" y="569242"/>
            <a:ext cx="6520220" cy="20665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9728" y="2846200"/>
            <a:ext cx="6520220" cy="67838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19728" y="9909729"/>
            <a:ext cx="1700927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9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17B969D-5DBB-4D98-A8ED-E39D79CDECF7}" type="datetimeFigureOut">
              <a:rPr lang="fr-FR" smtClean="0"/>
              <a:t>26/04/2026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4143" y="9909729"/>
            <a:ext cx="2551390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9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339020" y="9909729"/>
            <a:ext cx="1700927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9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228484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755934" rtl="0" eaLnBrk="1" latinLnBrk="0" hangingPunct="1">
        <a:lnSpc>
          <a:spcPct val="90000"/>
        </a:lnSpc>
        <a:spcBef>
          <a:spcPct val="0"/>
        </a:spcBef>
        <a:buNone/>
        <a:defRPr sz="363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8984" indent="-188984" algn="l" defTabSz="755934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2315" kern="1200">
          <a:solidFill>
            <a:schemeClr val="tx1"/>
          </a:solidFill>
          <a:latin typeface="+mn-lt"/>
          <a:ea typeface="+mn-ea"/>
          <a:cs typeface="+mn-cs"/>
        </a:defRPr>
      </a:lvl1pPr>
      <a:lvl2pPr marL="566951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2pPr>
      <a:lvl3pPr marL="944918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653" kern="1200">
          <a:solidFill>
            <a:schemeClr val="tx1"/>
          </a:solidFill>
          <a:latin typeface="+mn-lt"/>
          <a:ea typeface="+mn-ea"/>
          <a:cs typeface="+mn-cs"/>
        </a:defRPr>
      </a:lvl3pPr>
      <a:lvl4pPr marL="1322885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4pPr>
      <a:lvl5pPr marL="1700853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5pPr>
      <a:lvl6pPr marL="2078820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6pPr>
      <a:lvl7pPr marL="2456787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7pPr>
      <a:lvl8pPr marL="2834754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8pPr>
      <a:lvl9pPr marL="3212722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1pPr>
      <a:lvl2pPr marL="377967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2pPr>
      <a:lvl3pPr marL="755934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3pPr>
      <a:lvl4pPr marL="1133902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4pPr>
      <a:lvl5pPr marL="1511869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5pPr>
      <a:lvl6pPr marL="1889836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6pPr>
      <a:lvl7pPr marL="2267803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7pPr>
      <a:lvl8pPr marL="2645771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8pPr>
      <a:lvl9pPr marL="3023738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emf"/><Relationship Id="rId3" Type="http://schemas.openxmlformats.org/officeDocument/2006/relationships/image" Target="../media/image1.jpeg"/><Relationship Id="rId7" Type="http://schemas.microsoft.com/office/2007/relationships/hdphoto" Target="../media/hdphoto2.wdp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7.svg"/><Relationship Id="rId5" Type="http://schemas.microsoft.com/office/2007/relationships/hdphoto" Target="../media/hdphoto1.wdp"/><Relationship Id="rId10" Type="http://schemas.openxmlformats.org/officeDocument/2006/relationships/image" Target="../media/image6.png"/><Relationship Id="rId4" Type="http://schemas.openxmlformats.org/officeDocument/2006/relationships/image" Target="../media/image2.png"/><Relationship Id="rId9" Type="http://schemas.openxmlformats.org/officeDocument/2006/relationships/image" Target="../media/image5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86000"/>
            <a:lum/>
          </a:blip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ZoneTexte 116">
            <a:extLst>
              <a:ext uri="{FF2B5EF4-FFF2-40B4-BE49-F238E27FC236}">
                <a16:creationId xmlns:a16="http://schemas.microsoft.com/office/drawing/2014/main" id="{D5373BA0-F92B-E8F1-6337-DA519B871547}"/>
              </a:ext>
            </a:extLst>
          </p:cNvPr>
          <p:cNvSpPr txBox="1"/>
          <p:nvPr/>
        </p:nvSpPr>
        <p:spPr>
          <a:xfrm>
            <a:off x="203228" y="722729"/>
            <a:ext cx="7115535" cy="41997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square" rtlCol="0">
            <a:noAutofit/>
          </a:bodyPr>
          <a:lstStyle/>
          <a:p>
            <a:pPr algn="ctr"/>
            <a:r>
              <a:rPr lang="fr-FR" sz="1117" dirty="0"/>
              <a:t>Choisir « Agir » ou « Replanifier »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0AFC0063-431D-8B36-BDCB-788AD19FD63D}"/>
              </a:ext>
            </a:extLst>
          </p:cNvPr>
          <p:cNvSpPr txBox="1"/>
          <p:nvPr/>
        </p:nvSpPr>
        <p:spPr>
          <a:xfrm>
            <a:off x="4810180" y="2358395"/>
            <a:ext cx="2308744" cy="2182061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noFill/>
          </a:ln>
        </p:spPr>
        <p:txBody>
          <a:bodyPr wrap="square" rtlCol="0">
            <a:noAutofit/>
          </a:bodyPr>
          <a:lstStyle/>
          <a:p>
            <a:pPr algn="ctr"/>
            <a:r>
              <a:rPr lang="fr-FR" sz="1117" dirty="0"/>
              <a:t>Compléter sa main à 6 cartes</a:t>
            </a:r>
          </a:p>
          <a:p>
            <a:pPr algn="ctr"/>
            <a:r>
              <a:rPr lang="fr-FR" sz="1117" dirty="0"/>
              <a:t>(sauf après « Complot à la Cour »)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404ACA21-4852-0B64-9123-3525666B8E16}"/>
              </a:ext>
            </a:extLst>
          </p:cNvPr>
          <p:cNvSpPr txBox="1"/>
          <p:nvPr/>
        </p:nvSpPr>
        <p:spPr>
          <a:xfrm>
            <a:off x="4802648" y="1150187"/>
            <a:ext cx="2316275" cy="784815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noFill/>
          </a:ln>
        </p:spPr>
        <p:txBody>
          <a:bodyPr wrap="square" rtlCol="0">
            <a:noAutofit/>
          </a:bodyPr>
          <a:lstStyle/>
          <a:p>
            <a:pPr algn="ctr"/>
            <a:r>
              <a:rPr lang="fr-FR" sz="1117" dirty="0"/>
              <a:t>Replanifier</a:t>
            </a:r>
          </a:p>
        </p:txBody>
      </p:sp>
      <p:sp>
        <p:nvSpPr>
          <p:cNvPr id="216" name="ZoneTexte 215">
            <a:extLst>
              <a:ext uri="{FF2B5EF4-FFF2-40B4-BE49-F238E27FC236}">
                <a16:creationId xmlns:a16="http://schemas.microsoft.com/office/drawing/2014/main" id="{A22F7A29-34AB-1622-248B-87B64EB60B36}"/>
              </a:ext>
            </a:extLst>
          </p:cNvPr>
          <p:cNvSpPr txBox="1"/>
          <p:nvPr/>
        </p:nvSpPr>
        <p:spPr>
          <a:xfrm>
            <a:off x="4980151" y="2866256"/>
            <a:ext cx="1915543" cy="1481132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>
            <a:noFill/>
          </a:ln>
        </p:spPr>
        <p:txBody>
          <a:bodyPr wrap="square" rtlCol="0">
            <a:noAutofit/>
          </a:bodyPr>
          <a:lstStyle/>
          <a:p>
            <a:pPr algn="ctr"/>
            <a:r>
              <a:rPr lang="fr-FR" sz="1117" dirty="0"/>
              <a:t>Piocher chaque carte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B7DCD537-E7EE-76E4-18A9-54550E4B20BD}"/>
              </a:ext>
            </a:extLst>
          </p:cNvPr>
          <p:cNvSpPr txBox="1"/>
          <p:nvPr/>
        </p:nvSpPr>
        <p:spPr>
          <a:xfrm>
            <a:off x="203230" y="5652471"/>
            <a:ext cx="7115536" cy="2642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1117" dirty="0"/>
              <a:t>Fin du tour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D3A5C500-E43E-C23A-D3DE-4A342521CDDC}"/>
              </a:ext>
            </a:extLst>
          </p:cNvPr>
          <p:cNvSpPr txBox="1"/>
          <p:nvPr/>
        </p:nvSpPr>
        <p:spPr>
          <a:xfrm>
            <a:off x="203229" y="260010"/>
            <a:ext cx="7115538" cy="2642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1117" dirty="0"/>
              <a:t>Début du tour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BF0BD238-C221-ED3A-2871-3ED667F757DE}"/>
              </a:ext>
            </a:extLst>
          </p:cNvPr>
          <p:cNvSpPr txBox="1"/>
          <p:nvPr/>
        </p:nvSpPr>
        <p:spPr>
          <a:xfrm>
            <a:off x="430742" y="1153895"/>
            <a:ext cx="4235629" cy="3389889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noFill/>
          </a:ln>
        </p:spPr>
        <p:txBody>
          <a:bodyPr wrap="square" rtlCol="0">
            <a:noAutofit/>
          </a:bodyPr>
          <a:lstStyle/>
          <a:p>
            <a:pPr algn="ctr"/>
            <a:r>
              <a:rPr lang="fr-FR" sz="1117" dirty="0"/>
              <a:t>Agir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D6800718-EE48-68B1-C18D-62732A4D6A7D}"/>
              </a:ext>
            </a:extLst>
          </p:cNvPr>
          <p:cNvSpPr txBox="1"/>
          <p:nvPr/>
        </p:nvSpPr>
        <p:spPr>
          <a:xfrm>
            <a:off x="5103064" y="1440321"/>
            <a:ext cx="1647500" cy="26424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1117" dirty="0"/>
              <a:t>Défausser 1 à 6 cartes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7F6F2B23-ADF2-EE55-C768-7902C9750C8C}"/>
              </a:ext>
            </a:extLst>
          </p:cNvPr>
          <p:cNvSpPr txBox="1"/>
          <p:nvPr/>
        </p:nvSpPr>
        <p:spPr>
          <a:xfrm>
            <a:off x="203229" y="5172033"/>
            <a:ext cx="7115537" cy="2642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1117" dirty="0"/>
              <a:t>Mettre à jour la piste de score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339C86B1-F9A8-AE14-9545-EEE77A7647BE}"/>
              </a:ext>
            </a:extLst>
          </p:cNvPr>
          <p:cNvSpPr txBox="1"/>
          <p:nvPr/>
        </p:nvSpPr>
        <p:spPr>
          <a:xfrm>
            <a:off x="5115154" y="3196538"/>
            <a:ext cx="1691262" cy="43614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117" dirty="0"/>
              <a:t>Action tirée</a:t>
            </a:r>
          </a:p>
          <a:p>
            <a:pPr algn="ctr"/>
            <a:r>
              <a:rPr lang="fr-FR" sz="1117" dirty="0">
                <a:sym typeface="Wingdings" panose="05000000000000000000" pitchFamily="2" charset="2"/>
              </a:rPr>
              <a:t> Prendre en main</a:t>
            </a:r>
            <a:endParaRPr lang="fr-FR" sz="1117"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154A6FF8-9966-AAC6-8637-61073C9102C1}"/>
              </a:ext>
            </a:extLst>
          </p:cNvPr>
          <p:cNvSpPr txBox="1"/>
          <p:nvPr/>
        </p:nvSpPr>
        <p:spPr>
          <a:xfrm>
            <a:off x="5103064" y="3768779"/>
            <a:ext cx="1691262" cy="43614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117" dirty="0"/>
              <a:t>Evénement tiré </a:t>
            </a:r>
          </a:p>
          <a:p>
            <a:pPr algn="ctr"/>
            <a:r>
              <a:rPr lang="fr-FR" sz="1117" dirty="0">
                <a:sym typeface="Wingdings" panose="05000000000000000000" pitchFamily="2" charset="2"/>
              </a:rPr>
              <a:t> Résoudre la Calamité</a:t>
            </a:r>
            <a:endParaRPr lang="fr-FR" sz="1117" dirty="0"/>
          </a:p>
        </p:txBody>
      </p:sp>
      <p:cxnSp>
        <p:nvCxnSpPr>
          <p:cNvPr id="102" name="Connecteur : en angle 97">
            <a:extLst>
              <a:ext uri="{FF2B5EF4-FFF2-40B4-BE49-F238E27FC236}">
                <a16:creationId xmlns:a16="http://schemas.microsoft.com/office/drawing/2014/main" id="{4A273C23-2131-E0AF-6196-8088CD2DB22C}"/>
              </a:ext>
            </a:extLst>
          </p:cNvPr>
          <p:cNvCxnSpPr>
            <a:cxnSpLocks/>
            <a:stCxn id="11" idx="2"/>
            <a:endCxn id="4" idx="0"/>
          </p:cNvCxnSpPr>
          <p:nvPr/>
        </p:nvCxnSpPr>
        <p:spPr>
          <a:xfrm>
            <a:off x="3760998" y="5436273"/>
            <a:ext cx="0" cy="216198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eur : en angle 119">
            <a:extLst>
              <a:ext uri="{FF2B5EF4-FFF2-40B4-BE49-F238E27FC236}">
                <a16:creationId xmlns:a16="http://schemas.microsoft.com/office/drawing/2014/main" id="{F46FD572-39E5-676C-0E50-57C4C4170703}"/>
              </a:ext>
            </a:extLst>
          </p:cNvPr>
          <p:cNvCxnSpPr>
            <a:cxnSpLocks/>
            <a:stCxn id="6" idx="2"/>
            <a:endCxn id="117" idx="0"/>
          </p:cNvCxnSpPr>
          <p:nvPr/>
        </p:nvCxnSpPr>
        <p:spPr>
          <a:xfrm flipH="1">
            <a:off x="3760996" y="524250"/>
            <a:ext cx="2" cy="198479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" name="ZoneTexte 137">
            <a:extLst>
              <a:ext uri="{FF2B5EF4-FFF2-40B4-BE49-F238E27FC236}">
                <a16:creationId xmlns:a16="http://schemas.microsoft.com/office/drawing/2014/main" id="{F197E6A8-B54B-0AEB-9598-AC371936E10D}"/>
              </a:ext>
            </a:extLst>
          </p:cNvPr>
          <p:cNvSpPr txBox="1"/>
          <p:nvPr/>
        </p:nvSpPr>
        <p:spPr>
          <a:xfrm>
            <a:off x="566764" y="1438137"/>
            <a:ext cx="3935305" cy="373170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>
            <a:noFill/>
          </a:ln>
        </p:spPr>
        <p:txBody>
          <a:bodyPr wrap="square" rtlCol="0">
            <a:noAutofit/>
          </a:bodyPr>
          <a:lstStyle/>
          <a:p>
            <a:pPr algn="ctr"/>
            <a:r>
              <a:rPr lang="fr-FR" sz="1117" dirty="0"/>
              <a:t>Choisir des cartes Action pour un total maximum de 3 crédits</a:t>
            </a:r>
          </a:p>
        </p:txBody>
      </p:sp>
      <p:sp>
        <p:nvSpPr>
          <p:cNvPr id="139" name="ZoneTexte 138">
            <a:extLst>
              <a:ext uri="{FF2B5EF4-FFF2-40B4-BE49-F238E27FC236}">
                <a16:creationId xmlns:a16="http://schemas.microsoft.com/office/drawing/2014/main" id="{88CC0CB3-83D1-6006-A001-70DA7FB93AC5}"/>
              </a:ext>
            </a:extLst>
          </p:cNvPr>
          <p:cNvSpPr txBox="1"/>
          <p:nvPr/>
        </p:nvSpPr>
        <p:spPr>
          <a:xfrm>
            <a:off x="552563" y="2094831"/>
            <a:ext cx="3963708" cy="2309528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>
            <a:noFill/>
          </a:ln>
        </p:spPr>
        <p:txBody>
          <a:bodyPr wrap="square" rtlCol="0">
            <a:noAutofit/>
          </a:bodyPr>
          <a:lstStyle/>
          <a:p>
            <a:pPr algn="ctr"/>
            <a:r>
              <a:rPr lang="fr-FR" sz="1117" dirty="0"/>
              <a:t>Jouer chaque carte, puis la défausser</a:t>
            </a:r>
          </a:p>
        </p:txBody>
      </p:sp>
      <p:cxnSp>
        <p:nvCxnSpPr>
          <p:cNvPr id="198" name="Connecteur : en angle 97">
            <a:extLst>
              <a:ext uri="{FF2B5EF4-FFF2-40B4-BE49-F238E27FC236}">
                <a16:creationId xmlns:a16="http://schemas.microsoft.com/office/drawing/2014/main" id="{FB3D6D6B-69B5-9D52-E20C-80AD36EB2A32}"/>
              </a:ext>
            </a:extLst>
          </p:cNvPr>
          <p:cNvCxnSpPr>
            <a:cxnSpLocks/>
            <a:stCxn id="138" idx="2"/>
            <a:endCxn id="139" idx="0"/>
          </p:cNvCxnSpPr>
          <p:nvPr/>
        </p:nvCxnSpPr>
        <p:spPr>
          <a:xfrm>
            <a:off x="2534417" y="1811307"/>
            <a:ext cx="0" cy="2835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1" name="ZoneTexte 200">
            <a:extLst>
              <a:ext uri="{FF2B5EF4-FFF2-40B4-BE49-F238E27FC236}">
                <a16:creationId xmlns:a16="http://schemas.microsoft.com/office/drawing/2014/main" id="{0B98995D-1246-0C1A-4627-BBEF965B1486}"/>
              </a:ext>
            </a:extLst>
          </p:cNvPr>
          <p:cNvSpPr txBox="1"/>
          <p:nvPr/>
        </p:nvSpPr>
        <p:spPr>
          <a:xfrm>
            <a:off x="2625795" y="2366738"/>
            <a:ext cx="1682065" cy="264240"/>
          </a:xfrm>
          <a:prstGeom prst="rect">
            <a:avLst/>
          </a:prstGeom>
          <a:solidFill>
            <a:srgbClr val="E8A0D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117" dirty="0"/>
              <a:t>Déplacer Seigneur</a:t>
            </a:r>
          </a:p>
        </p:txBody>
      </p:sp>
      <p:sp>
        <p:nvSpPr>
          <p:cNvPr id="202" name="ZoneTexte 201">
            <a:extLst>
              <a:ext uri="{FF2B5EF4-FFF2-40B4-BE49-F238E27FC236}">
                <a16:creationId xmlns:a16="http://schemas.microsoft.com/office/drawing/2014/main" id="{03CD3FC7-A849-C927-CD01-FF0368D6C892}"/>
              </a:ext>
            </a:extLst>
          </p:cNvPr>
          <p:cNvSpPr txBox="1"/>
          <p:nvPr/>
        </p:nvSpPr>
        <p:spPr>
          <a:xfrm>
            <a:off x="2621110" y="2721793"/>
            <a:ext cx="1656369" cy="264240"/>
          </a:xfrm>
          <a:prstGeom prst="rect">
            <a:avLst/>
          </a:prstGeom>
          <a:solidFill>
            <a:srgbClr val="E8A0D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117" dirty="0"/>
              <a:t>Recruter Chevalier</a:t>
            </a:r>
          </a:p>
        </p:txBody>
      </p:sp>
      <p:sp>
        <p:nvSpPr>
          <p:cNvPr id="203" name="ZoneTexte 202">
            <a:extLst>
              <a:ext uri="{FF2B5EF4-FFF2-40B4-BE49-F238E27FC236}">
                <a16:creationId xmlns:a16="http://schemas.microsoft.com/office/drawing/2014/main" id="{3F926420-6362-667F-1199-D8F019BA874F}"/>
              </a:ext>
            </a:extLst>
          </p:cNvPr>
          <p:cNvSpPr txBox="1"/>
          <p:nvPr/>
        </p:nvSpPr>
        <p:spPr>
          <a:xfrm>
            <a:off x="2629545" y="3102529"/>
            <a:ext cx="1682065" cy="264240"/>
          </a:xfrm>
          <a:prstGeom prst="rect">
            <a:avLst/>
          </a:prstGeom>
          <a:solidFill>
            <a:srgbClr val="E8A0D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117" dirty="0"/>
              <a:t>Exiler Chevalier</a:t>
            </a:r>
          </a:p>
        </p:txBody>
      </p:sp>
      <p:sp>
        <p:nvSpPr>
          <p:cNvPr id="204" name="ZoneTexte 203">
            <a:extLst>
              <a:ext uri="{FF2B5EF4-FFF2-40B4-BE49-F238E27FC236}">
                <a16:creationId xmlns:a16="http://schemas.microsoft.com/office/drawing/2014/main" id="{D6E55733-EC83-E678-E68C-B58BB4D51FF2}"/>
              </a:ext>
            </a:extLst>
          </p:cNvPr>
          <p:cNvSpPr txBox="1"/>
          <p:nvPr/>
        </p:nvSpPr>
        <p:spPr>
          <a:xfrm>
            <a:off x="2621110" y="3485038"/>
            <a:ext cx="1682065" cy="610061"/>
          </a:xfrm>
          <a:prstGeom prst="rect">
            <a:avLst/>
          </a:prstGeom>
          <a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artisticWatercolorSponge/>
                      </a14:imgEffect>
                      <a14:imgEffect>
                        <a14:brightnessContrast bright="40000" contrast="-400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 w="635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fr-FR" sz="1117" dirty="0"/>
              <a:t>Complot à la Cour</a:t>
            </a:r>
          </a:p>
        </p:txBody>
      </p:sp>
      <p:sp>
        <p:nvSpPr>
          <p:cNvPr id="153" name="ZoneTexte 152">
            <a:extLst>
              <a:ext uri="{FF2B5EF4-FFF2-40B4-BE49-F238E27FC236}">
                <a16:creationId xmlns:a16="http://schemas.microsoft.com/office/drawing/2014/main" id="{27B585F0-32F5-655D-584A-7CC60B5B37C5}"/>
              </a:ext>
            </a:extLst>
          </p:cNvPr>
          <p:cNvSpPr txBox="1"/>
          <p:nvPr/>
        </p:nvSpPr>
        <p:spPr>
          <a:xfrm>
            <a:off x="725718" y="2371636"/>
            <a:ext cx="1691666" cy="1918423"/>
          </a:xfrm>
          <a:prstGeom prst="rect">
            <a:avLst/>
          </a:prstGeom>
          <a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artisticLineDrawing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</p:spPr>
        <p:txBody>
          <a:bodyPr wrap="square" rtlCol="0">
            <a:noAutofit/>
          </a:bodyPr>
          <a:lstStyle/>
          <a:p>
            <a:pPr algn="ctr"/>
            <a:r>
              <a:rPr lang="fr-FR" sz="1117" dirty="0"/>
              <a:t>Depuis une Tuile de Commandement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2AD12B3B-572F-D94B-320D-9112846390CA}"/>
              </a:ext>
            </a:extLst>
          </p:cNvPr>
          <p:cNvSpPr txBox="1"/>
          <p:nvPr/>
        </p:nvSpPr>
        <p:spPr>
          <a:xfrm>
            <a:off x="832460" y="2772013"/>
            <a:ext cx="1463066" cy="285237"/>
          </a:xfrm>
          <a:prstGeom prst="rect">
            <a:avLst/>
          </a:prstGeom>
          <a:blipFill>
            <a:blip r:embed="rId3"/>
            <a:tile tx="0" ty="0" sx="100000" sy="100000" flip="none" algn="tl"/>
          </a:blipFill>
        </p:spPr>
        <p:txBody>
          <a:bodyPr wrap="square" rtlCol="0">
            <a:noAutofit/>
          </a:bodyPr>
          <a:lstStyle/>
          <a:p>
            <a:pPr algn="ctr"/>
            <a:r>
              <a:rPr lang="fr-FR" sz="1117" dirty="0">
                <a:solidFill>
                  <a:schemeClr val="bg1"/>
                </a:solidFill>
              </a:rPr>
              <a:t>Recruter Troupes</a:t>
            </a:r>
          </a:p>
        </p:txBody>
      </p:sp>
      <p:cxnSp>
        <p:nvCxnSpPr>
          <p:cNvPr id="122" name="Connecteur : en angle 24">
            <a:extLst>
              <a:ext uri="{FF2B5EF4-FFF2-40B4-BE49-F238E27FC236}">
                <a16:creationId xmlns:a16="http://schemas.microsoft.com/office/drawing/2014/main" id="{F7DD50F1-E096-E83F-0F26-6F0AAF478896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>
            <a:off x="5960786" y="1935002"/>
            <a:ext cx="3766" cy="4233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ZoneTexte 145">
            <a:extLst>
              <a:ext uri="{FF2B5EF4-FFF2-40B4-BE49-F238E27FC236}">
                <a16:creationId xmlns:a16="http://schemas.microsoft.com/office/drawing/2014/main" id="{438A5D98-5BF6-E314-37D8-A96866BE7DCD}"/>
              </a:ext>
            </a:extLst>
          </p:cNvPr>
          <p:cNvSpPr txBox="1"/>
          <p:nvPr/>
        </p:nvSpPr>
        <p:spPr>
          <a:xfrm>
            <a:off x="832460" y="3139128"/>
            <a:ext cx="1463066" cy="285237"/>
          </a:xfrm>
          <a:prstGeom prst="rect">
            <a:avLst/>
          </a:prstGeom>
          <a:blipFill>
            <a:blip r:embed="rId3"/>
            <a:tile tx="0" ty="0" sx="100000" sy="100000" flip="none" algn="tl"/>
          </a:blipFill>
        </p:spPr>
        <p:txBody>
          <a:bodyPr wrap="square" rtlCol="0">
            <a:noAutofit/>
          </a:bodyPr>
          <a:lstStyle/>
          <a:p>
            <a:pPr algn="ctr"/>
            <a:r>
              <a:rPr lang="fr-FR" sz="1117" dirty="0">
                <a:solidFill>
                  <a:schemeClr val="bg1"/>
                </a:solidFill>
              </a:rPr>
              <a:t>Construire Donjon</a:t>
            </a:r>
          </a:p>
        </p:txBody>
      </p:sp>
      <p:sp>
        <p:nvSpPr>
          <p:cNvPr id="147" name="ZoneTexte 146">
            <a:extLst>
              <a:ext uri="{FF2B5EF4-FFF2-40B4-BE49-F238E27FC236}">
                <a16:creationId xmlns:a16="http://schemas.microsoft.com/office/drawing/2014/main" id="{9CCF28DF-2D4E-2CBC-AFE8-420614343504}"/>
              </a:ext>
            </a:extLst>
          </p:cNvPr>
          <p:cNvSpPr txBox="1"/>
          <p:nvPr/>
        </p:nvSpPr>
        <p:spPr>
          <a:xfrm>
            <a:off x="832460" y="3496878"/>
            <a:ext cx="1463066" cy="285237"/>
          </a:xfrm>
          <a:prstGeom prst="rect">
            <a:avLst/>
          </a:prstGeom>
          <a:blipFill>
            <a:blip r:embed="rId3"/>
            <a:tile tx="0" ty="0" sx="100000" sy="100000" flip="none" algn="tl"/>
          </a:blipFill>
        </p:spPr>
        <p:txBody>
          <a:bodyPr wrap="square" rtlCol="0">
            <a:noAutofit/>
          </a:bodyPr>
          <a:lstStyle/>
          <a:p>
            <a:pPr algn="ctr"/>
            <a:r>
              <a:rPr lang="fr-FR" sz="1117" dirty="0">
                <a:solidFill>
                  <a:schemeClr val="bg1"/>
                </a:solidFill>
              </a:rPr>
              <a:t>Disperser Troupes</a:t>
            </a:r>
          </a:p>
        </p:txBody>
      </p:sp>
      <p:sp>
        <p:nvSpPr>
          <p:cNvPr id="148" name="ZoneTexte 147">
            <a:extLst>
              <a:ext uri="{FF2B5EF4-FFF2-40B4-BE49-F238E27FC236}">
                <a16:creationId xmlns:a16="http://schemas.microsoft.com/office/drawing/2014/main" id="{46F0894D-49B9-1E91-4BD5-7B0FA75CE661}"/>
              </a:ext>
            </a:extLst>
          </p:cNvPr>
          <p:cNvSpPr txBox="1"/>
          <p:nvPr/>
        </p:nvSpPr>
        <p:spPr>
          <a:xfrm>
            <a:off x="832460" y="3862357"/>
            <a:ext cx="1463066" cy="285237"/>
          </a:xfrm>
          <a:prstGeom prst="rect">
            <a:avLst/>
          </a:prstGeom>
          <a:blipFill>
            <a:blip r:embed="rId3"/>
            <a:tile tx="0" ty="0" sx="100000" sy="100000" flip="none" algn="tl"/>
          </a:blipFill>
        </p:spPr>
        <p:txBody>
          <a:bodyPr wrap="square" rtlCol="0">
            <a:noAutofit/>
          </a:bodyPr>
          <a:lstStyle/>
          <a:p>
            <a:pPr algn="ctr"/>
            <a:r>
              <a:rPr lang="fr-FR" sz="1117" dirty="0">
                <a:solidFill>
                  <a:schemeClr val="bg1"/>
                </a:solidFill>
              </a:rPr>
              <a:t>Concentrer Troupes</a:t>
            </a:r>
          </a:p>
        </p:txBody>
      </p:sp>
      <p:sp>
        <p:nvSpPr>
          <p:cNvPr id="151" name="ZoneTexte 150">
            <a:extLst>
              <a:ext uri="{FF2B5EF4-FFF2-40B4-BE49-F238E27FC236}">
                <a16:creationId xmlns:a16="http://schemas.microsoft.com/office/drawing/2014/main" id="{398B0C1F-5543-7C34-1D5A-A56699A8CB59}"/>
              </a:ext>
            </a:extLst>
          </p:cNvPr>
          <p:cNvSpPr txBox="1"/>
          <p:nvPr/>
        </p:nvSpPr>
        <p:spPr>
          <a:xfrm>
            <a:off x="2693141" y="3714307"/>
            <a:ext cx="1512306" cy="274944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>
            <a:noFill/>
          </a:ln>
        </p:spPr>
        <p:txBody>
          <a:bodyPr wrap="square" rtlCol="0">
            <a:noAutofit/>
          </a:bodyPr>
          <a:lstStyle/>
          <a:p>
            <a:pPr algn="ctr"/>
            <a:r>
              <a:rPr lang="fr-FR" sz="1117" dirty="0"/>
              <a:t>Piocher chaque carte</a:t>
            </a:r>
          </a:p>
        </p:txBody>
      </p:sp>
      <p:cxnSp>
        <p:nvCxnSpPr>
          <p:cNvPr id="221" name="Connecteur : en angle 97">
            <a:extLst>
              <a:ext uri="{FF2B5EF4-FFF2-40B4-BE49-F238E27FC236}">
                <a16:creationId xmlns:a16="http://schemas.microsoft.com/office/drawing/2014/main" id="{C89A0D04-3493-3F94-5CEF-CA5DE9750840}"/>
              </a:ext>
            </a:extLst>
          </p:cNvPr>
          <p:cNvCxnSpPr>
            <a:cxnSpLocks/>
            <a:stCxn id="7" idx="2"/>
            <a:endCxn id="10" idx="2"/>
          </p:cNvCxnSpPr>
          <p:nvPr/>
        </p:nvCxnSpPr>
        <p:spPr>
          <a:xfrm rot="5400000" flipH="1" flipV="1">
            <a:off x="4254890" y="2834122"/>
            <a:ext cx="3328" cy="3415995"/>
          </a:xfrm>
          <a:prstGeom prst="bentConnector3">
            <a:avLst>
              <a:gd name="adj1" fmla="val -686899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Connecteur : en angle 97">
            <a:extLst>
              <a:ext uri="{FF2B5EF4-FFF2-40B4-BE49-F238E27FC236}">
                <a16:creationId xmlns:a16="http://schemas.microsoft.com/office/drawing/2014/main" id="{82C5AF85-B39C-D73F-5A8C-868CFA93D44A}"/>
              </a:ext>
            </a:extLst>
          </p:cNvPr>
          <p:cNvCxnSpPr>
            <a:cxnSpLocks/>
            <a:stCxn id="117" idx="2"/>
            <a:endCxn id="11" idx="0"/>
          </p:cNvCxnSpPr>
          <p:nvPr/>
        </p:nvCxnSpPr>
        <p:spPr>
          <a:xfrm>
            <a:off x="3760996" y="4922519"/>
            <a:ext cx="2" cy="249514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81" name="Image 280">
            <a:extLst>
              <a:ext uri="{FF2B5EF4-FFF2-40B4-BE49-F238E27FC236}">
                <a16:creationId xmlns:a16="http://schemas.microsoft.com/office/drawing/2014/main" id="{40D53DC9-6925-AB04-72B3-7DEE8F62EC78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307" r="32393" b="13652"/>
          <a:stretch>
            <a:fillRect/>
          </a:stretch>
        </p:blipFill>
        <p:spPr bwMode="auto">
          <a:xfrm>
            <a:off x="208147" y="6121536"/>
            <a:ext cx="5194936" cy="2621346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282" name="Image 281">
            <a:extLst>
              <a:ext uri="{FF2B5EF4-FFF2-40B4-BE49-F238E27FC236}">
                <a16:creationId xmlns:a16="http://schemas.microsoft.com/office/drawing/2014/main" id="{D2B5E59A-955D-6E37-70A8-EF428207DD59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764" r="35779" b="24600"/>
          <a:stretch>
            <a:fillRect/>
          </a:stretch>
        </p:blipFill>
        <p:spPr bwMode="auto">
          <a:xfrm>
            <a:off x="2425928" y="8880506"/>
            <a:ext cx="4892835" cy="1451827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283" name="Image 282">
            <a:extLst>
              <a:ext uri="{FF2B5EF4-FFF2-40B4-BE49-F238E27FC236}">
                <a16:creationId xmlns:a16="http://schemas.microsoft.com/office/drawing/2014/main" id="{08814F9E-50BE-0635-BF03-7D7E6B225C9D}"/>
              </a:ext>
            </a:extLst>
          </p:cNvPr>
          <p:cNvPicPr>
            <a:picLocks noChangeAspect="1"/>
          </p:cNvPicPr>
          <p:nvPr/>
        </p:nvPicPr>
        <p:blipFill>
          <a:blip r:embed="rId10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03083" y="6438967"/>
            <a:ext cx="2130628" cy="2130568"/>
          </a:xfrm>
          <a:prstGeom prst="rect">
            <a:avLst/>
          </a:prstGeom>
          <a:noFill/>
          <a:ln>
            <a:noFill/>
          </a:ln>
        </p:spPr>
      </p:pic>
      <p:pic>
        <p:nvPicPr>
          <p:cNvPr id="284" name="Image 283">
            <a:extLst>
              <a:ext uri="{FF2B5EF4-FFF2-40B4-BE49-F238E27FC236}">
                <a16:creationId xmlns:a16="http://schemas.microsoft.com/office/drawing/2014/main" id="{5B5F9645-D9FA-651C-390F-15C1E32D7521}"/>
              </a:ext>
            </a:extLst>
          </p:cNvPr>
          <p:cNvPicPr>
            <a:picLocks noChangeAspect="1"/>
          </p:cNvPicPr>
          <p:nvPr/>
        </p:nvPicPr>
        <p:blipFill>
          <a:blip r:embed="rId10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430742" y="8880506"/>
            <a:ext cx="1558607" cy="1558566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056" name="Groupe 1"/>
          <p:cNvGrpSpPr>
            <a:grpSpLocks noChangeAspect="1"/>
          </p:cNvGrpSpPr>
          <p:nvPr/>
        </p:nvGrpSpPr>
        <p:grpSpPr bwMode="auto">
          <a:xfrm>
            <a:off x="0" y="0"/>
            <a:ext cx="479425" cy="504825"/>
            <a:chOff x="0" y="0"/>
            <a:chExt cx="7229" cy="7654"/>
          </a:xfrm>
        </p:grpSpPr>
      </p:grpSp>
      <p:grpSp>
        <p:nvGrpSpPr>
          <p:cNvPr id="2052" name="Group 4"/>
          <p:cNvGrpSpPr>
            <a:grpSpLocks noChangeAspect="1"/>
          </p:cNvGrpSpPr>
          <p:nvPr/>
        </p:nvGrpSpPr>
        <p:grpSpPr bwMode="auto">
          <a:xfrm>
            <a:off x="0" y="0"/>
            <a:ext cx="479425" cy="504825"/>
            <a:chOff x="18297" y="0"/>
            <a:chExt cx="7229" cy="7654"/>
          </a:xfrm>
        </p:grpSpPr>
      </p:grpSp>
      <p:grpSp>
        <p:nvGrpSpPr>
          <p:cNvPr id="2049" name="Group 1"/>
          <p:cNvGrpSpPr>
            <a:grpSpLocks noChangeAspect="1"/>
          </p:cNvGrpSpPr>
          <p:nvPr/>
        </p:nvGrpSpPr>
        <p:grpSpPr bwMode="auto">
          <a:xfrm>
            <a:off x="0" y="0"/>
            <a:ext cx="479425" cy="504825"/>
            <a:chOff x="9153" y="0"/>
            <a:chExt cx="7229" cy="7654"/>
          </a:xfrm>
        </p:grpSpPr>
      </p:grpSp>
      <p:cxnSp>
        <p:nvCxnSpPr>
          <p:cNvPr id="2" name="Connecteur : en angle 97">
            <a:extLst>
              <a:ext uri="{FF2B5EF4-FFF2-40B4-BE49-F238E27FC236}">
                <a16:creationId xmlns:a16="http://schemas.microsoft.com/office/drawing/2014/main" id="{E5D30D6B-D0E7-91D1-A62F-2BD99E1D2788}"/>
              </a:ext>
            </a:extLst>
          </p:cNvPr>
          <p:cNvCxnSpPr>
            <a:cxnSpLocks/>
            <a:stCxn id="151" idx="3"/>
            <a:endCxn id="216" idx="1"/>
          </p:cNvCxnSpPr>
          <p:nvPr/>
        </p:nvCxnSpPr>
        <p:spPr>
          <a:xfrm flipV="1">
            <a:off x="4205447" y="3606822"/>
            <a:ext cx="774704" cy="244957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8" name="Graphique 37" descr="Couronne avec un remplissage uni">
            <a:extLst>
              <a:ext uri="{FF2B5EF4-FFF2-40B4-BE49-F238E27FC236}">
                <a16:creationId xmlns:a16="http://schemas.microsoft.com/office/drawing/2014/main" id="{ADF59C5C-A511-D993-4575-6B0F9AE66F1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75260" y="6121536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071521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Thème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Thème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182</TotalTime>
  <Words>103</Words>
  <Application>Microsoft Office PowerPoint</Application>
  <PresentationFormat>Personnalisé</PresentationFormat>
  <Paragraphs>27</Paragraphs>
  <Slides>1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Wingdings</vt:lpstr>
      <vt:lpstr>Thème Office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Léandre Brault</dc:creator>
  <cp:lastModifiedBy>Léandre Brault</cp:lastModifiedBy>
  <cp:revision>8</cp:revision>
  <cp:lastPrinted>2026-04-26T14:16:53Z</cp:lastPrinted>
  <dcterms:created xsi:type="dcterms:W3CDTF">2026-04-25T15:42:38Z</dcterms:created>
  <dcterms:modified xsi:type="dcterms:W3CDTF">2026-04-26T14:19:53Z</dcterms:modified>
</cp:coreProperties>
</file>