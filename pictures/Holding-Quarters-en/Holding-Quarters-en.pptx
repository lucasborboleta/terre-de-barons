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0" r:id="rId2"/>
    <p:sldId id="289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D77"/>
    <a:srgbClr val="873939"/>
    <a:srgbClr val="2D5E3B"/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9368-95F3-5D6F-9105-F041266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997AF1-9A74-8FBA-7D9C-DBD565E48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34EBC6-0C44-FE59-BF6C-37A951683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05112E-00A8-B19D-D117-29D758B35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47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1644-D8EC-2815-7701-431FE4D8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e 78">
            <a:extLst>
              <a:ext uri="{FF2B5EF4-FFF2-40B4-BE49-F238E27FC236}">
                <a16:creationId xmlns:a16="http://schemas.microsoft.com/office/drawing/2014/main" id="{8BC1BA6F-AB29-01E9-5ED5-E2DC36881F16}"/>
              </a:ext>
            </a:extLst>
          </p:cNvPr>
          <p:cNvGrpSpPr/>
          <p:nvPr/>
        </p:nvGrpSpPr>
        <p:grpSpPr>
          <a:xfrm>
            <a:off x="1469390" y="855218"/>
            <a:ext cx="4498848" cy="3420000"/>
            <a:chOff x="1469390" y="855218"/>
            <a:chExt cx="4498848" cy="342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91770E8-75B8-2636-29B4-BAEDF997E4E4}"/>
                </a:ext>
              </a:extLst>
            </p:cNvPr>
            <p:cNvSpPr/>
            <p:nvPr/>
          </p:nvSpPr>
          <p:spPr>
            <a:xfrm>
              <a:off x="1469390" y="855218"/>
              <a:ext cx="4498848" cy="342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EE3BB9-EE0F-EF81-2BE5-2176A6D9E755}"/>
                </a:ext>
              </a:extLst>
            </p:cNvPr>
            <p:cNvSpPr/>
            <p:nvPr/>
          </p:nvSpPr>
          <p:spPr>
            <a:xfrm>
              <a:off x="1698621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968AF1-A4E2-C94F-B724-1300055EA048}"/>
                </a:ext>
              </a:extLst>
            </p:cNvPr>
            <p:cNvSpPr/>
            <p:nvPr/>
          </p:nvSpPr>
          <p:spPr>
            <a:xfrm>
              <a:off x="2736565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DD8A98-E6EC-C522-B2E2-291C8390C20B}"/>
                </a:ext>
              </a:extLst>
            </p:cNvPr>
            <p:cNvSpPr/>
            <p:nvPr/>
          </p:nvSpPr>
          <p:spPr>
            <a:xfrm>
              <a:off x="3779026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5855A2-12C5-328F-07CD-1E24113AC61F}"/>
                </a:ext>
              </a:extLst>
            </p:cNvPr>
            <p:cNvSpPr/>
            <p:nvPr/>
          </p:nvSpPr>
          <p:spPr>
            <a:xfrm>
              <a:off x="1698621" y="2135669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CC396-65A2-EA08-30DA-722627498656}"/>
                </a:ext>
              </a:extLst>
            </p:cNvPr>
            <p:cNvSpPr/>
            <p:nvPr/>
          </p:nvSpPr>
          <p:spPr>
            <a:xfrm>
              <a:off x="4821487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F77112-6421-4622-E56D-4752FAA1D87B}"/>
                </a:ext>
              </a:extLst>
            </p:cNvPr>
            <p:cNvSpPr/>
            <p:nvPr/>
          </p:nvSpPr>
          <p:spPr>
            <a:xfrm>
              <a:off x="4821487" y="2135669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0E80E5-4D0E-656F-597E-3552B503E450}"/>
                </a:ext>
              </a:extLst>
            </p:cNvPr>
            <p:cNvSpPr/>
            <p:nvPr/>
          </p:nvSpPr>
          <p:spPr>
            <a:xfrm>
              <a:off x="1698621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552CB6E-F7F4-BFED-4EF5-BB0298D70802}"/>
                </a:ext>
              </a:extLst>
            </p:cNvPr>
            <p:cNvSpPr/>
            <p:nvPr/>
          </p:nvSpPr>
          <p:spPr>
            <a:xfrm>
              <a:off x="2736565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BB6114-5F6A-EA86-6D77-E4ACF016FC8A}"/>
                </a:ext>
              </a:extLst>
            </p:cNvPr>
            <p:cNvSpPr/>
            <p:nvPr/>
          </p:nvSpPr>
          <p:spPr>
            <a:xfrm>
              <a:off x="4821487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439620-583D-97DB-C9C5-6F5B5DE8D566}"/>
                </a:ext>
              </a:extLst>
            </p:cNvPr>
            <p:cNvSpPr/>
            <p:nvPr/>
          </p:nvSpPr>
          <p:spPr>
            <a:xfrm>
              <a:off x="3779026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cxnSp>
          <p:nvCxnSpPr>
            <p:cNvPr id="26" name="Connecteur : en angle 158">
              <a:extLst>
                <a:ext uri="{FF2B5EF4-FFF2-40B4-BE49-F238E27FC236}">
                  <a16:creationId xmlns:a16="http://schemas.microsoft.com/office/drawing/2014/main" id="{AF9A2031-1C78-D215-B4C8-021BF647DB8F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2598621" y="1524748"/>
              <a:ext cx="137944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 : en angle 158">
              <a:extLst>
                <a:ext uri="{FF2B5EF4-FFF2-40B4-BE49-F238E27FC236}">
                  <a16:creationId xmlns:a16="http://schemas.microsoft.com/office/drawing/2014/main" id="{8C8F276F-853E-35BB-50AA-574D2FBA995A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636565" y="1524748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 : en angle 158">
              <a:extLst>
                <a:ext uri="{FF2B5EF4-FFF2-40B4-BE49-F238E27FC236}">
                  <a16:creationId xmlns:a16="http://schemas.microsoft.com/office/drawing/2014/main" id="{A38A4B5B-4587-2EF5-ECDB-4FF619757D7E}"/>
                </a:ext>
              </a:extLst>
            </p:cNvPr>
            <p:cNvCxnSpPr>
              <a:cxnSpLocks/>
              <a:stCxn id="8" idx="3"/>
              <a:endCxn id="13" idx="1"/>
            </p:cNvCxnSpPr>
            <p:nvPr/>
          </p:nvCxnSpPr>
          <p:spPr>
            <a:xfrm>
              <a:off x="4679026" y="1524748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 : en angle 158">
              <a:extLst>
                <a:ext uri="{FF2B5EF4-FFF2-40B4-BE49-F238E27FC236}">
                  <a16:creationId xmlns:a16="http://schemas.microsoft.com/office/drawing/2014/main" id="{2E29CF99-818F-2BF8-7034-255A8DFFE3A1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5271487" y="1974748"/>
              <a:ext cx="0" cy="16092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 : en angle 158">
              <a:extLst>
                <a:ext uri="{FF2B5EF4-FFF2-40B4-BE49-F238E27FC236}">
                  <a16:creationId xmlns:a16="http://schemas.microsoft.com/office/drawing/2014/main" id="{D2C15799-9BA0-BD75-0C5F-CBD2BEB36B69}"/>
                </a:ext>
              </a:extLst>
            </p:cNvPr>
            <p:cNvCxnSpPr>
              <a:cxnSpLocks/>
              <a:stCxn id="15" idx="2"/>
              <a:endCxn id="22" idx="0"/>
            </p:cNvCxnSpPr>
            <p:nvPr/>
          </p:nvCxnSpPr>
          <p:spPr>
            <a:xfrm>
              <a:off x="5271487" y="3035669"/>
              <a:ext cx="0" cy="14018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 : en angle 158">
              <a:extLst>
                <a:ext uri="{FF2B5EF4-FFF2-40B4-BE49-F238E27FC236}">
                  <a16:creationId xmlns:a16="http://schemas.microsoft.com/office/drawing/2014/main" id="{DDC53E5C-4395-A378-72BD-74022FAC14E4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2148621" y="3035669"/>
              <a:ext cx="0" cy="14018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 : en angle 158">
              <a:extLst>
                <a:ext uri="{FF2B5EF4-FFF2-40B4-BE49-F238E27FC236}">
                  <a16:creationId xmlns:a16="http://schemas.microsoft.com/office/drawing/2014/main" id="{C6B88812-0F3E-CBD2-C05F-88527DDDD92E}"/>
                </a:ext>
              </a:extLst>
            </p:cNvPr>
            <p:cNvCxnSpPr>
              <a:cxnSpLocks/>
              <a:stCxn id="17" idx="3"/>
              <a:endCxn id="19" idx="1"/>
            </p:cNvCxnSpPr>
            <p:nvPr/>
          </p:nvCxnSpPr>
          <p:spPr>
            <a:xfrm>
              <a:off x="2598621" y="3625850"/>
              <a:ext cx="137944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 : en angle 158">
              <a:extLst>
                <a:ext uri="{FF2B5EF4-FFF2-40B4-BE49-F238E27FC236}">
                  <a16:creationId xmlns:a16="http://schemas.microsoft.com/office/drawing/2014/main" id="{110D9FA4-424A-29E8-4A8B-5FA8EF55435F}"/>
                </a:ext>
              </a:extLst>
            </p:cNvPr>
            <p:cNvCxnSpPr>
              <a:cxnSpLocks/>
              <a:stCxn id="19" idx="3"/>
              <a:endCxn id="25" idx="1"/>
            </p:cNvCxnSpPr>
            <p:nvPr/>
          </p:nvCxnSpPr>
          <p:spPr>
            <a:xfrm>
              <a:off x="3636565" y="3625850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 : en angle 158">
              <a:extLst>
                <a:ext uri="{FF2B5EF4-FFF2-40B4-BE49-F238E27FC236}">
                  <a16:creationId xmlns:a16="http://schemas.microsoft.com/office/drawing/2014/main" id="{3BF76DA7-7B05-A007-816C-9E108D5B81A0}"/>
                </a:ext>
              </a:extLst>
            </p:cNvPr>
            <p:cNvCxnSpPr>
              <a:cxnSpLocks/>
              <a:stCxn id="25" idx="3"/>
              <a:endCxn id="22" idx="1"/>
            </p:cNvCxnSpPr>
            <p:nvPr/>
          </p:nvCxnSpPr>
          <p:spPr>
            <a:xfrm>
              <a:off x="4679026" y="3625850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9B0E006-6201-A68A-6491-027375CF6011}"/>
                </a:ext>
              </a:extLst>
            </p:cNvPr>
            <p:cNvSpPr txBox="1"/>
            <p:nvPr/>
          </p:nvSpPr>
          <p:spPr>
            <a:xfrm>
              <a:off x="3022350" y="2110984"/>
              <a:ext cx="13708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H</a:t>
              </a:r>
              <a: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olding</a:t>
              </a:r>
              <a:b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2400" dirty="0">
                  <a:solidFill>
                    <a:schemeClr val="bg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Q</a:t>
              </a:r>
              <a: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uarters</a:t>
              </a: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8C503D4-C5FE-E283-528B-1CB2CA4F9440}"/>
                </a:ext>
              </a:extLst>
            </p:cNvPr>
            <p:cNvGrpSpPr/>
            <p:nvPr/>
          </p:nvGrpSpPr>
          <p:grpSpPr>
            <a:xfrm>
              <a:off x="1962788" y="1370858"/>
              <a:ext cx="365900" cy="340921"/>
              <a:chOff x="1980005" y="1399967"/>
              <a:chExt cx="365900" cy="340921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711D637E-5D0E-F0D1-7DBC-3E53246301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570ED113-729F-640B-E135-A43D8C8A36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A4181044-83AE-420E-1E58-9A5B9AC14E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BAC0A87-D06C-341D-46B8-0417A761976E}"/>
                </a:ext>
              </a:extLst>
            </p:cNvPr>
            <p:cNvGrpSpPr/>
            <p:nvPr/>
          </p:nvGrpSpPr>
          <p:grpSpPr>
            <a:xfrm>
              <a:off x="3001921" y="1370858"/>
              <a:ext cx="365900" cy="340921"/>
              <a:chOff x="1980005" y="1399967"/>
              <a:chExt cx="365900" cy="340921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783EC200-8C8C-95AF-52C5-FED3302531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196F1623-5A4B-8B84-0DFC-DCC642C0CA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3277EA15-1A19-5354-EF56-26E94F194A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8447A651-6D35-9C01-F98A-EC9640E5EF7B}"/>
                </a:ext>
              </a:extLst>
            </p:cNvPr>
            <p:cNvGrpSpPr/>
            <p:nvPr/>
          </p:nvGrpSpPr>
          <p:grpSpPr>
            <a:xfrm>
              <a:off x="4046076" y="1370858"/>
              <a:ext cx="365900" cy="340921"/>
              <a:chOff x="1980005" y="1399967"/>
              <a:chExt cx="365900" cy="340921"/>
            </a:xfrm>
          </p:grpSpPr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D578CB64-4B7A-752D-2959-C19E33D108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ABBA66B3-E8FB-0532-BBE9-116E57F68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461325E2-541C-0148-2922-6CBE35C60E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A1530FA3-48D0-1E60-C78C-B6FDAEE2A825}"/>
                </a:ext>
              </a:extLst>
            </p:cNvPr>
            <p:cNvGrpSpPr/>
            <p:nvPr/>
          </p:nvGrpSpPr>
          <p:grpSpPr>
            <a:xfrm>
              <a:off x="5084547" y="1370858"/>
              <a:ext cx="365900" cy="340921"/>
              <a:chOff x="1980005" y="1399967"/>
              <a:chExt cx="365900" cy="340921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C7615D04-830F-A108-B13F-907EC53D1E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EA9B2D18-64F9-1EEA-0FD1-6B87B5748E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2FE9428D-3457-67E6-AF3C-6EF2156F51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1A7BF680-7764-DFE9-4907-CA227D255E75}"/>
                </a:ext>
              </a:extLst>
            </p:cNvPr>
            <p:cNvGrpSpPr/>
            <p:nvPr/>
          </p:nvGrpSpPr>
          <p:grpSpPr>
            <a:xfrm>
              <a:off x="5084547" y="2421087"/>
              <a:ext cx="365900" cy="340921"/>
              <a:chOff x="1980005" y="1399967"/>
              <a:chExt cx="365900" cy="340921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FE21FC1E-C5B5-2B47-698A-71720CD910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0D60A342-8444-5B8B-E446-DD2FAC9600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E1BCD40A-BB1E-70A4-6E06-ADAB0AEB4B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5004A93E-8A11-48B9-2B65-D7CDE0E55ED3}"/>
                </a:ext>
              </a:extLst>
            </p:cNvPr>
            <p:cNvGrpSpPr/>
            <p:nvPr/>
          </p:nvGrpSpPr>
          <p:grpSpPr>
            <a:xfrm>
              <a:off x="5084547" y="3461489"/>
              <a:ext cx="365900" cy="340921"/>
              <a:chOff x="1980005" y="1399967"/>
              <a:chExt cx="365900" cy="340921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27D70036-2ED9-A1B2-53AC-102449BF3B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4BC29B43-F82D-13BC-CFBE-24340E1644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9536A47A-8555-5339-2590-1C13F76010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558513BF-3CC5-2AEB-D3CF-F6AE8BF9A9A1}"/>
                </a:ext>
              </a:extLst>
            </p:cNvPr>
            <p:cNvGrpSpPr/>
            <p:nvPr/>
          </p:nvGrpSpPr>
          <p:grpSpPr>
            <a:xfrm>
              <a:off x="1962788" y="2421087"/>
              <a:ext cx="365900" cy="340921"/>
              <a:chOff x="1980005" y="1399967"/>
              <a:chExt cx="365900" cy="340921"/>
            </a:xfrm>
          </p:grpSpPr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F53E6423-C701-CDFF-945D-EB903BD9F3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5F7D9414-A808-41F9-D72E-806D72751B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9F2A85B2-75DB-B48D-4256-2DC5382F52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DA18EA87-7120-4612-A6F9-4FD03FE27967}"/>
                </a:ext>
              </a:extLst>
            </p:cNvPr>
            <p:cNvGrpSpPr/>
            <p:nvPr/>
          </p:nvGrpSpPr>
          <p:grpSpPr>
            <a:xfrm>
              <a:off x="1962788" y="3461489"/>
              <a:ext cx="365900" cy="340921"/>
              <a:chOff x="1980005" y="1399967"/>
              <a:chExt cx="365900" cy="340921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C850CEF2-A9A7-0DCB-A4BA-AD8D69D72C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929808E7-AAAA-B225-5635-D8CE742F21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D6543C29-6DD2-560B-2B28-0F71220FAC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4A45DCC2-A06B-74CB-782C-F37D46171E7F}"/>
                </a:ext>
              </a:extLst>
            </p:cNvPr>
            <p:cNvGrpSpPr/>
            <p:nvPr/>
          </p:nvGrpSpPr>
          <p:grpSpPr>
            <a:xfrm>
              <a:off x="3016485" y="3461489"/>
              <a:ext cx="365900" cy="340921"/>
              <a:chOff x="1980005" y="1399967"/>
              <a:chExt cx="365900" cy="340921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7C17EACB-7BA6-5ACB-B5BD-E6A8540946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549DE83E-43FB-9EE4-3A8A-5C511F4551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E3289CBB-6C56-18A9-EF24-754D9F6E69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05993991-5222-05B6-A881-9178A31E23F3}"/>
                </a:ext>
              </a:extLst>
            </p:cNvPr>
            <p:cNvGrpSpPr/>
            <p:nvPr/>
          </p:nvGrpSpPr>
          <p:grpSpPr>
            <a:xfrm>
              <a:off x="4043126" y="3461489"/>
              <a:ext cx="365900" cy="340921"/>
              <a:chOff x="1980005" y="1399967"/>
              <a:chExt cx="365900" cy="340921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1FC3C45E-2835-103B-C27C-198D4D8043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6C3BE214-5EB7-58C6-E461-CC9CB83065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EC2A7A86-2B04-9235-545A-47E6A4C427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057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44A5-89FB-9DB6-D88E-438FE17A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BE5BB0-A0F6-6008-FF54-3E077DCA08DF}"/>
              </a:ext>
            </a:extLst>
          </p:cNvPr>
          <p:cNvSpPr/>
          <p:nvPr/>
        </p:nvSpPr>
        <p:spPr>
          <a:xfrm>
            <a:off x="2316000" y="909000"/>
            <a:ext cx="7920000" cy="50400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00071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14</Words>
  <Application>Microsoft Office PowerPoint</Application>
  <PresentationFormat>Grand écran</PresentationFormat>
  <Paragraphs>12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Lucida Calligraphy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95</cp:revision>
  <cp:lastPrinted>2026-02-28T18:10:31Z</cp:lastPrinted>
  <dcterms:created xsi:type="dcterms:W3CDTF">2026-02-07T18:04:07Z</dcterms:created>
  <dcterms:modified xsi:type="dcterms:W3CDTF">2026-10-03T16:00:20Z</dcterms:modified>
</cp:coreProperties>
</file>