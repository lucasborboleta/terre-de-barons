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60" r:id="rId3"/>
    <p:sldId id="263" r:id="rId4"/>
    <p:sldId id="258" r:id="rId5"/>
    <p:sldId id="264" r:id="rId6"/>
  </p:sldIdLst>
  <p:sldSz cx="12192000" cy="6858000"/>
  <p:notesSz cx="6889750" cy="1002188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5B5"/>
    <a:srgbClr val="FFF9C4"/>
    <a:srgbClr val="B3E5FC"/>
    <a:srgbClr val="C8E6C9"/>
    <a:srgbClr val="FF0066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AB02D-AA3C-4A4E-BE22-2BCA8DCFE512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1800" cy="394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8061D-2AA6-49A7-829F-E64A01305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64702-0A4A-FE3C-A9C4-A4662AD1F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0D6FE6-54C5-CA30-669B-A2AF39370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60FDC4-98D5-EAC0-9632-67E446D3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312A4-E20C-209D-D1B6-82F2FCDB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B466A3-BFE1-6975-AEE6-57F15E9D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96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533B0-DD69-61CB-DA77-7649A831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74226D-1C87-8612-B550-872E7635C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885D5F-C467-55F8-6A7A-FDA1DBAD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83117-884A-B022-2841-94B05DB2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B2BB68-F4DF-7DA1-941F-069A73B7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41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276D4-AE05-065F-F859-9743B7A5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C589B7-2C7F-5CE6-E554-F5CCE1B18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E6CB4-69A4-6599-EFA8-386C57F9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C41CEF-32C7-4C1C-2180-A1DDBE65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FE5A3-1437-2A63-9A0B-1396B076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97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6A317-7437-FB8A-3DDE-6BE30FBA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D465C-71ED-5F6D-F7E8-6D1D73C6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2C35A-F09E-06F1-4281-3B720856F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A532EC-F5CB-F3C5-1F14-F06BE6D5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A3A045-01DB-CAC3-7667-E388A155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B69B81-F5AD-302A-2FCA-4B7F62B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58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778B5-091E-547B-994E-CF859E27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3DEF4F-9C7C-2FEB-6486-BC2CFEE15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8164DF-7438-E3F7-F6F1-CF3856456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349FA9-BDF1-C0CD-BBC2-22C5CE93C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F50A59-7D87-C141-F6E8-FDF761F09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DFDD5F6-07FE-ABB8-65B8-80EEC7CF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7DF59A-A3F1-974A-B7E6-B58FDB52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D2BA89-5638-DF92-6397-3007D5CD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4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A3951-49E9-56A2-9A14-FFDE2593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A92BD4-DE2F-D549-0A85-70561ED8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95FB44-8BDE-2957-DE7C-D89F4EA4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D13C67-D7EB-9785-01FD-B453DF0D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06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8C3CB8-C09E-9F4B-F3CF-A4A80EC7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98EE94-0A31-F3F6-8FE9-326E7F02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BE411D-66D3-6BE3-DA02-798E14A7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79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FFFD2-7376-8B48-9012-4A330191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3697C-8821-1265-E135-07EE7285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AE3E9E-B661-3885-6824-569CCB7B3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84D89E-E3A8-D90C-6F95-85AF2D28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A78FB2-5482-4AF9-1900-C64A058D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C728BB-5CAA-7D74-7899-E24F7053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23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78DB1-F43F-4990-4882-2ACADFD4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F1B6AF-B42D-3211-37DC-1491C08DF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1E5EEE-2C21-EEAF-BB6A-D66C2D2F0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A34522-32DF-D1BB-A1B1-69759A6D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61D0B6-EC28-71F7-BE92-32C862F6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4B60F1-51CC-6EFC-7E3B-43BCF9A5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33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5A4AE-2F2D-FB43-6D72-552FA55B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A9AA82-3D66-4EEF-1F69-6282F5D8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6619A0-C03A-8905-D4F1-3C4812B7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91825-74EE-0DFC-E4CD-4A384249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82ADD-A8CA-40B3-90E2-4554DF03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47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9E300F3-32A7-70BF-5BED-735568F1E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F3F77E-06E4-4E45-2950-A85B193E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E03591-A1B4-CDE1-9CD2-4D2F2417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3D4B7A-8AE3-3D20-9152-2271F5B3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8307CD-5473-604C-9A85-F1DA8FB6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65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023EB5-E6D0-3B9B-F6B2-AD235A72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977E0B-2992-126F-77A5-FDC697F7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EBDF69-E368-7825-6EFE-DE1B840E2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EAFD2-16BD-461E-B177-662835B0799B}" type="datetimeFigureOut">
              <a:rPr lang="fr-FR" smtClean="0"/>
              <a:t>06/09/2026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AF6EA4-274C-A6E2-787B-5F22C7438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AC09D7-ED4B-46CE-01A5-807CB6913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18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2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2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D4FA-82A5-ABA4-8398-D0214F73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CEE50-A0C3-DA78-A14E-F7AB7C50BC4E}"/>
              </a:ext>
            </a:extLst>
          </p:cNvPr>
          <p:cNvSpPr/>
          <p:nvPr/>
        </p:nvSpPr>
        <p:spPr>
          <a:xfrm rot="5400000">
            <a:off x="2820924" y="-2528316"/>
            <a:ext cx="6528816" cy="11859768"/>
          </a:xfrm>
          <a:prstGeom prst="rect">
            <a:avLst/>
          </a:prstGeom>
          <a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69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D9FE-6886-8FAB-1782-ACB8F92A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6E2167-C7A7-6FE8-4ABA-2F00084C376C}"/>
              </a:ext>
            </a:extLst>
          </p:cNvPr>
          <p:cNvSpPr/>
          <p:nvPr/>
        </p:nvSpPr>
        <p:spPr>
          <a:xfrm rot="5400000">
            <a:off x="2820924" y="-2528316"/>
            <a:ext cx="6528816" cy="11859768"/>
          </a:xfrm>
          <a:prstGeom prst="rect">
            <a:avLst/>
          </a:pr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59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87ED-8F6C-0C0A-D4EC-7DD33F9B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8BA0B169-C4FD-4E6E-9307-D986462C8AE4}"/>
              </a:ext>
            </a:extLst>
          </p:cNvPr>
          <p:cNvGrpSpPr/>
          <p:nvPr/>
        </p:nvGrpSpPr>
        <p:grpSpPr>
          <a:xfrm>
            <a:off x="620441" y="643324"/>
            <a:ext cx="1620000" cy="2448000"/>
            <a:chOff x="1217208" y="797328"/>
            <a:chExt cx="1620000" cy="244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06F26F-3F1C-A8B1-EF0C-FCC7D29D95E3}"/>
                </a:ext>
              </a:extLst>
            </p:cNvPr>
            <p:cNvSpPr/>
            <p:nvPr/>
          </p:nvSpPr>
          <p:spPr>
            <a:xfrm>
              <a:off x="1217208" y="797328"/>
              <a:ext cx="1620000" cy="244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67" name="Cercle : creux 266">
              <a:extLst>
                <a:ext uri="{FF2B5EF4-FFF2-40B4-BE49-F238E27FC236}">
                  <a16:creationId xmlns:a16="http://schemas.microsoft.com/office/drawing/2014/main" id="{E6E8A67D-45CA-6616-AE33-0816ED8DFE66}"/>
                </a:ext>
              </a:extLst>
            </p:cNvPr>
            <p:cNvSpPr/>
            <p:nvPr/>
          </p:nvSpPr>
          <p:spPr>
            <a:xfrm>
              <a:off x="1378132" y="1372252"/>
              <a:ext cx="1298153" cy="1298153"/>
            </a:xfrm>
            <a:prstGeom prst="donut">
              <a:avLst>
                <a:gd name="adj" fmla="val 23534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FF4DA205-49A6-7252-E1D2-95EF20536273}"/>
              </a:ext>
            </a:extLst>
          </p:cNvPr>
          <p:cNvGrpSpPr/>
          <p:nvPr/>
        </p:nvGrpSpPr>
        <p:grpSpPr>
          <a:xfrm>
            <a:off x="2707519" y="643324"/>
            <a:ext cx="1620000" cy="2448000"/>
            <a:chOff x="1217208" y="797328"/>
            <a:chExt cx="1620000" cy="244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C02A42-9081-B3E6-F7A9-DFDD1B0441C5}"/>
                </a:ext>
              </a:extLst>
            </p:cNvPr>
            <p:cNvSpPr/>
            <p:nvPr/>
          </p:nvSpPr>
          <p:spPr>
            <a:xfrm>
              <a:off x="1217208" y="797328"/>
              <a:ext cx="1620000" cy="244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20" name="Cercle : creux 19">
              <a:extLst>
                <a:ext uri="{FF2B5EF4-FFF2-40B4-BE49-F238E27FC236}">
                  <a16:creationId xmlns:a16="http://schemas.microsoft.com/office/drawing/2014/main" id="{8827E4A8-C719-9F0C-6270-79DCA9DD9AAB}"/>
                </a:ext>
              </a:extLst>
            </p:cNvPr>
            <p:cNvSpPr/>
            <p:nvPr/>
          </p:nvSpPr>
          <p:spPr>
            <a:xfrm>
              <a:off x="1378132" y="1372252"/>
              <a:ext cx="1298153" cy="1298153"/>
            </a:xfrm>
            <a:prstGeom prst="donut">
              <a:avLst>
                <a:gd name="adj" fmla="val 23534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9EF8B2FC-30D7-DD44-2F0C-5FD3D69918FF}"/>
              </a:ext>
            </a:extLst>
          </p:cNvPr>
          <p:cNvGrpSpPr/>
          <p:nvPr/>
        </p:nvGrpSpPr>
        <p:grpSpPr>
          <a:xfrm>
            <a:off x="4969456" y="643324"/>
            <a:ext cx="1620000" cy="2448000"/>
            <a:chOff x="1217208" y="797328"/>
            <a:chExt cx="1620000" cy="244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51F4883-48B4-AFBF-BDBD-C3A8155F5568}"/>
                </a:ext>
              </a:extLst>
            </p:cNvPr>
            <p:cNvSpPr/>
            <p:nvPr/>
          </p:nvSpPr>
          <p:spPr>
            <a:xfrm>
              <a:off x="1217208" y="797328"/>
              <a:ext cx="1620000" cy="2448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24" name="Cercle : creux 23">
              <a:extLst>
                <a:ext uri="{FF2B5EF4-FFF2-40B4-BE49-F238E27FC236}">
                  <a16:creationId xmlns:a16="http://schemas.microsoft.com/office/drawing/2014/main" id="{30A47A18-CD45-7773-E0B8-CDC35ADC791C}"/>
                </a:ext>
              </a:extLst>
            </p:cNvPr>
            <p:cNvSpPr/>
            <p:nvPr/>
          </p:nvSpPr>
          <p:spPr>
            <a:xfrm>
              <a:off x="1378132" y="1372252"/>
              <a:ext cx="1298153" cy="1298153"/>
            </a:xfrm>
            <a:prstGeom prst="donut">
              <a:avLst>
                <a:gd name="adj" fmla="val 23534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B508E3C1-CD4B-AD01-AFFD-71B42B9F0657}"/>
              </a:ext>
            </a:extLst>
          </p:cNvPr>
          <p:cNvGrpSpPr/>
          <p:nvPr/>
        </p:nvGrpSpPr>
        <p:grpSpPr>
          <a:xfrm>
            <a:off x="620441" y="3429000"/>
            <a:ext cx="1620000" cy="2448000"/>
            <a:chOff x="1217208" y="797328"/>
            <a:chExt cx="1620000" cy="244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1E0D2C7-F428-E2A4-4FC4-1E241850D67D}"/>
                </a:ext>
              </a:extLst>
            </p:cNvPr>
            <p:cNvSpPr/>
            <p:nvPr/>
          </p:nvSpPr>
          <p:spPr>
            <a:xfrm>
              <a:off x="1217208" y="797328"/>
              <a:ext cx="1620000" cy="2448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8" name="Cercle : creux 27">
              <a:extLst>
                <a:ext uri="{FF2B5EF4-FFF2-40B4-BE49-F238E27FC236}">
                  <a16:creationId xmlns:a16="http://schemas.microsoft.com/office/drawing/2014/main" id="{6E417A18-5FBA-B079-3DF4-0BB12D848200}"/>
                </a:ext>
              </a:extLst>
            </p:cNvPr>
            <p:cNvSpPr/>
            <p:nvPr/>
          </p:nvSpPr>
          <p:spPr>
            <a:xfrm>
              <a:off x="1378132" y="1372252"/>
              <a:ext cx="1298153" cy="1298153"/>
            </a:xfrm>
            <a:prstGeom prst="donut">
              <a:avLst>
                <a:gd name="adj" fmla="val 23534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E32CA5B3-5444-63E7-94E5-937A7B727B7A}"/>
              </a:ext>
            </a:extLst>
          </p:cNvPr>
          <p:cNvGrpSpPr/>
          <p:nvPr/>
        </p:nvGrpSpPr>
        <p:grpSpPr>
          <a:xfrm>
            <a:off x="2707519" y="3429000"/>
            <a:ext cx="1620000" cy="2448000"/>
            <a:chOff x="1217208" y="797328"/>
            <a:chExt cx="1620000" cy="244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67AC723-E113-BE69-76C7-CB969FAAA147}"/>
                </a:ext>
              </a:extLst>
            </p:cNvPr>
            <p:cNvSpPr/>
            <p:nvPr/>
          </p:nvSpPr>
          <p:spPr>
            <a:xfrm>
              <a:off x="1217208" y="797328"/>
              <a:ext cx="1620000" cy="2448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35" name="Cercle : creux 34">
              <a:extLst>
                <a:ext uri="{FF2B5EF4-FFF2-40B4-BE49-F238E27FC236}">
                  <a16:creationId xmlns:a16="http://schemas.microsoft.com/office/drawing/2014/main" id="{ED656EA8-02CF-85FB-8E45-7C9DA01B598B}"/>
                </a:ext>
              </a:extLst>
            </p:cNvPr>
            <p:cNvSpPr/>
            <p:nvPr/>
          </p:nvSpPr>
          <p:spPr>
            <a:xfrm>
              <a:off x="1378132" y="1372252"/>
              <a:ext cx="1298153" cy="1298153"/>
            </a:xfrm>
            <a:prstGeom prst="donut">
              <a:avLst>
                <a:gd name="adj" fmla="val 23534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ADF52265-D173-636F-A4E7-11941D51F42E}"/>
              </a:ext>
            </a:extLst>
          </p:cNvPr>
          <p:cNvGrpSpPr/>
          <p:nvPr/>
        </p:nvGrpSpPr>
        <p:grpSpPr>
          <a:xfrm>
            <a:off x="4969456" y="3429000"/>
            <a:ext cx="1620000" cy="2448000"/>
            <a:chOff x="1217208" y="797328"/>
            <a:chExt cx="1620000" cy="2448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8189B4F-EA80-D155-68D1-66A5634C1F06}"/>
                </a:ext>
              </a:extLst>
            </p:cNvPr>
            <p:cNvSpPr/>
            <p:nvPr/>
          </p:nvSpPr>
          <p:spPr>
            <a:xfrm>
              <a:off x="1217208" y="797328"/>
              <a:ext cx="1620000" cy="2448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8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62" name="Cercle : creux 61">
              <a:extLst>
                <a:ext uri="{FF2B5EF4-FFF2-40B4-BE49-F238E27FC236}">
                  <a16:creationId xmlns:a16="http://schemas.microsoft.com/office/drawing/2014/main" id="{11CB00C3-95E6-E816-77D8-9A58C07816F5}"/>
                </a:ext>
              </a:extLst>
            </p:cNvPr>
            <p:cNvSpPr/>
            <p:nvPr/>
          </p:nvSpPr>
          <p:spPr>
            <a:xfrm>
              <a:off x="1378132" y="1372252"/>
              <a:ext cx="1298153" cy="1298153"/>
            </a:xfrm>
            <a:prstGeom prst="donut">
              <a:avLst>
                <a:gd name="adj" fmla="val 23534"/>
              </a:avLst>
            </a:prstGeom>
            <a:blipFill>
              <a:blip r:embed="rId3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24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5176-1206-B893-ECD7-C9A54622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EAEBDB34-748E-A592-3A1A-32D5F7E6A11D}"/>
              </a:ext>
            </a:extLst>
          </p:cNvPr>
          <p:cNvGrpSpPr/>
          <p:nvPr/>
        </p:nvGrpSpPr>
        <p:grpSpPr>
          <a:xfrm>
            <a:off x="3289100" y="1041105"/>
            <a:ext cx="5544000" cy="3960000"/>
            <a:chOff x="3289100" y="1041105"/>
            <a:chExt cx="5544000" cy="39600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E25C964-1C77-A7C5-1BAC-B2D80988DE96}"/>
                </a:ext>
              </a:extLst>
            </p:cNvPr>
            <p:cNvSpPr/>
            <p:nvPr/>
          </p:nvSpPr>
          <p:spPr>
            <a:xfrm rot="10800000">
              <a:off x="3289100" y="1041105"/>
              <a:ext cx="5544000" cy="3960000"/>
            </a:xfrm>
            <a:prstGeom prst="rect">
              <a:avLst/>
            </a:prstGeom>
            <a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D235B3B-D63F-7DF9-A558-BEC05DD94802}"/>
                </a:ext>
              </a:extLst>
            </p:cNvPr>
            <p:cNvSpPr/>
            <p:nvPr/>
          </p:nvSpPr>
          <p:spPr>
            <a:xfrm>
              <a:off x="6881439" y="3456291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Chevauchée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Lointaine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4905EDE-050A-B7BB-E29C-BF796449AAC4}"/>
                </a:ext>
              </a:extLst>
            </p:cNvPr>
            <p:cNvSpPr/>
            <p:nvPr/>
          </p:nvSpPr>
          <p:spPr>
            <a:xfrm>
              <a:off x="4874845" y="3463611"/>
              <a:ext cx="1342828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bg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Compagnies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3DA7D41-B2D7-510B-9315-617349E33A2B}"/>
                </a:ext>
              </a:extLst>
            </p:cNvPr>
            <p:cNvSpPr/>
            <p:nvPr/>
          </p:nvSpPr>
          <p:spPr>
            <a:xfrm>
              <a:off x="4874289" y="3955467"/>
              <a:ext cx="1343940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Disperser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Compagnies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A50AF29-E758-6BCC-94AE-A5DAEE536ADE}"/>
                </a:ext>
              </a:extLst>
            </p:cNvPr>
            <p:cNvSpPr/>
            <p:nvPr/>
          </p:nvSpPr>
          <p:spPr>
            <a:xfrm>
              <a:off x="4873732" y="4447325"/>
              <a:ext cx="1345055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Concentrer Compagnies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C8A265A-1B87-87B5-D9F4-707B9361960C}"/>
                </a:ext>
              </a:extLst>
            </p:cNvPr>
            <p:cNvSpPr/>
            <p:nvPr/>
          </p:nvSpPr>
          <p:spPr>
            <a:xfrm>
              <a:off x="4874845" y="2971755"/>
              <a:ext cx="1342828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Construire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Fief</a:t>
              </a:r>
            </a:p>
          </p:txBody>
        </p: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36B31A59-AEDF-1FEB-7093-92780B0BE1CE}"/>
                </a:ext>
              </a:extLst>
            </p:cNvPr>
            <p:cNvGrpSpPr/>
            <p:nvPr/>
          </p:nvGrpSpPr>
          <p:grpSpPr>
            <a:xfrm>
              <a:off x="8264118" y="3456291"/>
              <a:ext cx="450000" cy="450000"/>
              <a:chOff x="8641028" y="2047192"/>
              <a:chExt cx="450000" cy="45000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39D1D8E2-BB22-8E02-ED7D-EDDFA1A1A39F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94" name="Cercle : creux 193">
                <a:extLst>
                  <a:ext uri="{FF2B5EF4-FFF2-40B4-BE49-F238E27FC236}">
                    <a16:creationId xmlns:a16="http://schemas.microsoft.com/office/drawing/2014/main" id="{5AA821F1-CA74-6562-4F67-5B8036445869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5323A80B-4E68-FC76-EA37-787CCF182E0F}"/>
                </a:ext>
              </a:extLst>
            </p:cNvPr>
            <p:cNvGrpSpPr/>
            <p:nvPr/>
          </p:nvGrpSpPr>
          <p:grpSpPr>
            <a:xfrm>
              <a:off x="6267158" y="3463611"/>
              <a:ext cx="450000" cy="450000"/>
              <a:chOff x="8641028" y="2047192"/>
              <a:chExt cx="450000" cy="45000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B0C4B71-3ED7-BC23-7C30-CEAB1D1B8703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192" name="Cercle : creux 191">
                <a:extLst>
                  <a:ext uri="{FF2B5EF4-FFF2-40B4-BE49-F238E27FC236}">
                    <a16:creationId xmlns:a16="http://schemas.microsoft.com/office/drawing/2014/main" id="{2CEE9299-17D1-9D35-8550-A314D7858D1F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0AFD4DA3-32AF-A2A2-0176-46B37A776C2A}"/>
                </a:ext>
              </a:extLst>
            </p:cNvPr>
            <p:cNvGrpSpPr/>
            <p:nvPr/>
          </p:nvGrpSpPr>
          <p:grpSpPr>
            <a:xfrm>
              <a:off x="6257524" y="2971755"/>
              <a:ext cx="450000" cy="450000"/>
              <a:chOff x="8641028" y="2047192"/>
              <a:chExt cx="450000" cy="450000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C1C7199C-5603-30DE-589A-2D1756895779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90" name="Cercle : creux 189">
                <a:extLst>
                  <a:ext uri="{FF2B5EF4-FFF2-40B4-BE49-F238E27FC236}">
                    <a16:creationId xmlns:a16="http://schemas.microsoft.com/office/drawing/2014/main" id="{8AF0E2D8-9DFB-6B75-EB9E-05E8DF78811B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7F8EAA8D-093D-586F-9103-52179E37A35A}"/>
                </a:ext>
              </a:extLst>
            </p:cNvPr>
            <p:cNvGrpSpPr/>
            <p:nvPr/>
          </p:nvGrpSpPr>
          <p:grpSpPr>
            <a:xfrm>
              <a:off x="6257524" y="4447325"/>
              <a:ext cx="450000" cy="450000"/>
              <a:chOff x="8641028" y="2047192"/>
              <a:chExt cx="450000" cy="450000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7BD6C299-C3DD-C725-3584-7D2A82C04C5F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8" name="Cercle : creux 187">
                <a:extLst>
                  <a:ext uri="{FF2B5EF4-FFF2-40B4-BE49-F238E27FC236}">
                    <a16:creationId xmlns:a16="http://schemas.microsoft.com/office/drawing/2014/main" id="{2283BFE8-9D30-7361-A76A-D5F40C823F33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9FAD04EE-61FB-1A6C-C8AF-7A429E0A5C15}"/>
                </a:ext>
              </a:extLst>
            </p:cNvPr>
            <p:cNvGrpSpPr/>
            <p:nvPr/>
          </p:nvGrpSpPr>
          <p:grpSpPr>
            <a:xfrm>
              <a:off x="6257524" y="3948379"/>
              <a:ext cx="450000" cy="450000"/>
              <a:chOff x="8641028" y="2047192"/>
              <a:chExt cx="450000" cy="450000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E5B77E8-25C6-8761-05CC-8314D9BECF9C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6" name="Cercle : creux 185">
                <a:extLst>
                  <a:ext uri="{FF2B5EF4-FFF2-40B4-BE49-F238E27FC236}">
                    <a16:creationId xmlns:a16="http://schemas.microsoft.com/office/drawing/2014/main" id="{28EE57EF-6CB7-2DD8-FEFE-813A482922EA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DEDE37B5-545F-BFAB-B093-A973F5D01B46}"/>
                </a:ext>
              </a:extLst>
            </p:cNvPr>
            <p:cNvGrpSpPr/>
            <p:nvPr/>
          </p:nvGrpSpPr>
          <p:grpSpPr>
            <a:xfrm>
              <a:off x="4390526" y="2971754"/>
              <a:ext cx="450000" cy="450000"/>
              <a:chOff x="687092" y="3792696"/>
              <a:chExt cx="450000" cy="450000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3BB114F6-D0E7-DDC9-9E7F-5028D2A9A2F2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BC6472EC-BA10-8B13-03E8-819F6F058F46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9F84299D-055F-22AF-E504-67400A4DD64D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94AE5CA7-8A6D-C762-2C3A-4066859EBF73}"/>
                </a:ext>
              </a:extLst>
            </p:cNvPr>
            <p:cNvGrpSpPr/>
            <p:nvPr/>
          </p:nvGrpSpPr>
          <p:grpSpPr>
            <a:xfrm>
              <a:off x="3409122" y="3955467"/>
              <a:ext cx="450000" cy="450000"/>
              <a:chOff x="1653504" y="3792696"/>
              <a:chExt cx="450000" cy="45000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02C8291E-8699-5AE7-4E8E-D73B0FDC867D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F83C29D6-E325-6F67-A5D9-173460048616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11BAA3CD-2D66-82B9-A946-FB733CDC20A1}"/>
                </a:ext>
              </a:extLst>
            </p:cNvPr>
            <p:cNvGrpSpPr/>
            <p:nvPr/>
          </p:nvGrpSpPr>
          <p:grpSpPr>
            <a:xfrm>
              <a:off x="3897325" y="3948379"/>
              <a:ext cx="486405" cy="450000"/>
              <a:chOff x="1170298" y="3792696"/>
              <a:chExt cx="486405" cy="450000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D6AB359C-6DEA-0515-4C02-9236DF6B60D8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8" name="Graphique 177" descr="Pion avec un remplissage uni">
                <a:extLst>
                  <a:ext uri="{FF2B5EF4-FFF2-40B4-BE49-F238E27FC236}">
                    <a16:creationId xmlns:a16="http://schemas.microsoft.com/office/drawing/2014/main" id="{D01976E9-41A9-E38F-31DD-74E38181E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32D8154F-E718-BE6C-BE66-E5946EC6E0CC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4754B3DD-8560-5276-041D-75485E1DBC3D}"/>
                </a:ext>
              </a:extLst>
            </p:cNvPr>
            <p:cNvGrpSpPr/>
            <p:nvPr/>
          </p:nvGrpSpPr>
          <p:grpSpPr>
            <a:xfrm>
              <a:off x="4390526" y="3463611"/>
              <a:ext cx="450000" cy="450000"/>
              <a:chOff x="687092" y="3792696"/>
              <a:chExt cx="450000" cy="450000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EA0D3637-7B57-B267-533F-5BFC7805A272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19F374BA-0214-930E-0F33-09C16FE3E740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EC3F2890-3345-BA63-434A-0CCD33DB6286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91B9A2B2-8D48-3B91-66D2-EE32334C6BBF}"/>
                </a:ext>
              </a:extLst>
            </p:cNvPr>
            <p:cNvGrpSpPr/>
            <p:nvPr/>
          </p:nvGrpSpPr>
          <p:grpSpPr>
            <a:xfrm>
              <a:off x="3904121" y="3463611"/>
              <a:ext cx="486405" cy="450000"/>
              <a:chOff x="1170298" y="3792696"/>
              <a:chExt cx="486405" cy="450000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D357152B-5964-A917-399D-86A38FD6F794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2" name="Graphique 171" descr="Pion avec un remplissage uni">
                <a:extLst>
                  <a:ext uri="{FF2B5EF4-FFF2-40B4-BE49-F238E27FC236}">
                    <a16:creationId xmlns:a16="http://schemas.microsoft.com/office/drawing/2014/main" id="{0061D64D-467E-03D7-2833-5C9EDEBB41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56B9D13F-AA87-0C38-FE2A-C4C63C74DC15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1A6658BB-BD19-DE87-CEE3-053F05208487}"/>
                </a:ext>
              </a:extLst>
            </p:cNvPr>
            <p:cNvGrpSpPr/>
            <p:nvPr/>
          </p:nvGrpSpPr>
          <p:grpSpPr>
            <a:xfrm>
              <a:off x="4383730" y="3948379"/>
              <a:ext cx="450000" cy="450000"/>
              <a:chOff x="687092" y="3792696"/>
              <a:chExt cx="450000" cy="45000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F22B39C7-F8F8-25F4-90EE-C68832C0D2CC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8CA29AAB-ACB7-63AD-1F0B-C20A6E01A544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A6C0CAC9-BB01-57CD-68FF-05FECCA8D242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47A85F2B-573F-939E-3539-FD59CEB81941}"/>
                </a:ext>
              </a:extLst>
            </p:cNvPr>
            <p:cNvGrpSpPr/>
            <p:nvPr/>
          </p:nvGrpSpPr>
          <p:grpSpPr>
            <a:xfrm>
              <a:off x="4383730" y="4447325"/>
              <a:ext cx="450000" cy="450000"/>
              <a:chOff x="687092" y="3792696"/>
              <a:chExt cx="450000" cy="450000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D19729D0-4E04-547C-7171-F36251F956F6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EA2BBDF6-E37C-8B48-63BA-5B9FDA4C7EE4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978B42E1-059B-8DF4-C403-C3E0B81BBAA0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586CD44C-0EE6-95E0-D57C-46DCFC33B65F}"/>
                </a:ext>
              </a:extLst>
            </p:cNvPr>
            <p:cNvGrpSpPr/>
            <p:nvPr/>
          </p:nvGrpSpPr>
          <p:grpSpPr>
            <a:xfrm>
              <a:off x="3897325" y="4449999"/>
              <a:ext cx="486405" cy="450000"/>
              <a:chOff x="1170298" y="3792696"/>
              <a:chExt cx="486405" cy="45000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BA15216-1C7B-B86A-6F65-BC6A68B59BD7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63" name="Graphique 162" descr="Pion avec un remplissage uni">
                <a:extLst>
                  <a:ext uri="{FF2B5EF4-FFF2-40B4-BE49-F238E27FC236}">
                    <a16:creationId xmlns:a16="http://schemas.microsoft.com/office/drawing/2014/main" id="{D6E4ADB4-F13B-1795-3FE5-222C37F42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982D01F6-B28F-FB84-3576-4E7AC2D56621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8" name="Groupe 137">
              <a:extLst>
                <a:ext uri="{FF2B5EF4-FFF2-40B4-BE49-F238E27FC236}">
                  <a16:creationId xmlns:a16="http://schemas.microsoft.com/office/drawing/2014/main" id="{A5D36D86-26D7-DFC9-F1DB-DD3354F070B1}"/>
                </a:ext>
              </a:extLst>
            </p:cNvPr>
            <p:cNvGrpSpPr/>
            <p:nvPr/>
          </p:nvGrpSpPr>
          <p:grpSpPr>
            <a:xfrm>
              <a:off x="3407752" y="4447325"/>
              <a:ext cx="450000" cy="450000"/>
              <a:chOff x="1653504" y="3792696"/>
              <a:chExt cx="450000" cy="450000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A9233BC-5605-CDC7-EFE0-1E4D52A91324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E4F37946-F6EA-8B6F-0E2A-1FBBF435E726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A0B82D4A-84EA-7FD7-4A2E-E0CFD4EA7514}"/>
                </a:ext>
              </a:extLst>
            </p:cNvPr>
            <p:cNvGrpSpPr/>
            <p:nvPr/>
          </p:nvGrpSpPr>
          <p:grpSpPr>
            <a:xfrm>
              <a:off x="6850019" y="1178808"/>
              <a:ext cx="1859282" cy="1647889"/>
              <a:chOff x="5298122" y="1719159"/>
              <a:chExt cx="1859282" cy="1647889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1827C46D-8C01-8A92-2B4D-925A00988289}"/>
                  </a:ext>
                </a:extLst>
              </p:cNvPr>
              <p:cNvSpPr/>
              <p:nvPr/>
            </p:nvSpPr>
            <p:spPr>
              <a:xfrm>
                <a:off x="5298122" y="1719159"/>
                <a:ext cx="797878" cy="848559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Action sur Fief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A21B033-838A-6136-E1A4-4A78E6777996}"/>
                  </a:ext>
                </a:extLst>
              </p:cNvPr>
              <p:cNvSpPr/>
              <p:nvPr/>
            </p:nvSpPr>
            <p:spPr>
              <a:xfrm>
                <a:off x="6096000" y="1719159"/>
                <a:ext cx="1061404" cy="2163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Compagnies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0F9FC6F4-11A4-688C-D3AC-B0FDD11A8CC7}"/>
                  </a:ext>
                </a:extLst>
              </p:cNvPr>
              <p:cNvSpPr/>
              <p:nvPr/>
            </p:nvSpPr>
            <p:spPr>
              <a:xfrm>
                <a:off x="5298122" y="2567718"/>
                <a:ext cx="797878" cy="26780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Construire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B1E12024-E905-8EAA-D35D-EAF81507BC4F}"/>
                  </a:ext>
                </a:extLst>
              </p:cNvPr>
              <p:cNvSpPr/>
              <p:nvPr/>
            </p:nvSpPr>
            <p:spPr>
              <a:xfrm>
                <a:off x="5298122" y="2835523"/>
                <a:ext cx="797878" cy="2646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Ruiner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48BE626-8682-D445-479C-85FFEC727A75}"/>
                  </a:ext>
                </a:extLst>
              </p:cNvPr>
              <p:cNvSpPr/>
              <p:nvPr/>
            </p:nvSpPr>
            <p:spPr>
              <a:xfrm>
                <a:off x="5298122" y="3100193"/>
                <a:ext cx="797878" cy="26685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Annexer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803C55F-0607-3E66-9021-A8A772BBA7B5}"/>
                  </a:ext>
                </a:extLst>
              </p:cNvPr>
              <p:cNvSpPr/>
              <p:nvPr/>
            </p:nvSpPr>
            <p:spPr>
              <a:xfrm>
                <a:off x="6096000" y="1935524"/>
                <a:ext cx="268288" cy="632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Tuile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2DF439C1-39AC-0B09-F4D1-5A64811AF113}"/>
                  </a:ext>
                </a:extLst>
              </p:cNvPr>
              <p:cNvSpPr/>
              <p:nvPr/>
            </p:nvSpPr>
            <p:spPr>
              <a:xfrm>
                <a:off x="6620990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Retraite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A372AEE-88D8-F907-322F-23B1EF877768}"/>
                  </a:ext>
                </a:extLst>
              </p:cNvPr>
              <p:cNvSpPr/>
              <p:nvPr/>
            </p:nvSpPr>
            <p:spPr>
              <a:xfrm>
                <a:off x="6889116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Réserve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0334A1EF-7CAD-351D-A7FB-6700B6F73B24}"/>
                  </a:ext>
                </a:extLst>
              </p:cNvPr>
              <p:cNvSpPr/>
              <p:nvPr/>
            </p:nvSpPr>
            <p:spPr>
              <a:xfrm>
                <a:off x="6369686" y="1935524"/>
                <a:ext cx="246704" cy="1429338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  <a:sym typeface="Wingdings" panose="05000000000000000000" pitchFamily="2" charset="2"/>
                  </a:rPr>
                  <a:t></a:t>
                </a:r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ACE6982-3351-938B-96DD-65F7AF763663}"/>
                  </a:ext>
                </a:extLst>
              </p:cNvPr>
              <p:cNvSpPr/>
              <p:nvPr/>
            </p:nvSpPr>
            <p:spPr>
              <a:xfrm>
                <a:off x="6096000" y="2567718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076B6B54-90F7-81F6-7B43-073E5232EB7A}"/>
                  </a:ext>
                </a:extLst>
              </p:cNvPr>
              <p:cNvSpPr/>
              <p:nvPr/>
            </p:nvSpPr>
            <p:spPr>
              <a:xfrm>
                <a:off x="6096000" y="2835523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9357653-7124-770C-EC09-C7F8ED8B7C80}"/>
                  </a:ext>
                </a:extLst>
              </p:cNvPr>
              <p:cNvSpPr/>
              <p:nvPr/>
            </p:nvSpPr>
            <p:spPr>
              <a:xfrm>
                <a:off x="6096000" y="3100193"/>
                <a:ext cx="268288" cy="264669"/>
              </a:xfrm>
              <a:prstGeom prst="rect">
                <a:avLst/>
              </a:prstGeom>
              <a:blipFill>
                <a:blip r:embed="rId8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73B7758-D503-B1BC-2594-9D0FD2CA7CAD}"/>
                  </a:ext>
                </a:extLst>
              </p:cNvPr>
              <p:cNvSpPr/>
              <p:nvPr/>
            </p:nvSpPr>
            <p:spPr>
              <a:xfrm>
                <a:off x="6620990" y="2567718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12F4E3D5-ECB6-F129-CFD9-F74C5FE12D24}"/>
                  </a:ext>
                </a:extLst>
              </p:cNvPr>
              <p:cNvSpPr/>
              <p:nvPr/>
            </p:nvSpPr>
            <p:spPr>
              <a:xfrm>
                <a:off x="6889116" y="2835523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91CB23FE-19A2-3744-7DE4-B94A3963A048}"/>
                  </a:ext>
                </a:extLst>
              </p:cNvPr>
              <p:cNvSpPr/>
              <p:nvPr/>
            </p:nvSpPr>
            <p:spPr>
              <a:xfrm>
                <a:off x="6620990" y="3100193"/>
                <a:ext cx="268288" cy="264669"/>
              </a:xfrm>
              <a:prstGeom prst="rect">
                <a:avLst/>
              </a:prstGeom>
              <a:blipFill>
                <a:blip r:embed="rId8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9A8B363A-FA46-B651-5733-02B24A0D7E43}"/>
                  </a:ext>
                </a:extLst>
              </p:cNvPr>
              <p:cNvSpPr/>
              <p:nvPr/>
            </p:nvSpPr>
            <p:spPr>
              <a:xfrm>
                <a:off x="6889116" y="3100193"/>
                <a:ext cx="268288" cy="264669"/>
              </a:xfrm>
              <a:prstGeom prst="rect">
                <a:avLst/>
              </a:prstGeom>
              <a:blipFill>
                <a:blip r:embed="rId8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D012E91C-A7F3-268A-B0AE-23EF69B097F9}"/>
                  </a:ext>
                </a:extLst>
              </p:cNvPr>
              <p:cNvSpPr/>
              <p:nvPr/>
            </p:nvSpPr>
            <p:spPr>
              <a:xfrm>
                <a:off x="6620990" y="2835523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762E24A4-B38A-C699-8959-3605466A955E}"/>
                  </a:ext>
                </a:extLst>
              </p:cNvPr>
              <p:cNvSpPr/>
              <p:nvPr/>
            </p:nvSpPr>
            <p:spPr>
              <a:xfrm>
                <a:off x="6889116" y="2567718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</p:grp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AEE8FE3-067A-1650-C71F-258FB01E52A5}"/>
                </a:ext>
              </a:extLst>
            </p:cNvPr>
            <p:cNvSpPr/>
            <p:nvPr/>
          </p:nvSpPr>
          <p:spPr>
            <a:xfrm>
              <a:off x="3468942" y="1329027"/>
              <a:ext cx="3050342" cy="9233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fr-FR" sz="3600" b="1" noProof="0" dirty="0">
                  <a:solidFill>
                    <a:schemeClr val="tx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L</a:t>
              </a:r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 </a:t>
              </a:r>
              <a:r>
                <a:rPr lang="fr-FR" sz="3600" b="1" noProof="0" dirty="0">
                  <a:solidFill>
                    <a:schemeClr val="tx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M</a:t>
              </a:r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arches :</a:t>
              </a:r>
              <a:r>
                <a:rPr lang="fr-FR" sz="32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fr-FR" sz="2400" b="1" noProof="0" dirty="0">
                  <a:solidFill>
                    <a:schemeClr val="tx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C</a:t>
              </a:r>
              <a:r>
                <a:rPr lang="fr-FR" sz="2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onquête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FDB3C1-80C3-92CA-5233-3D4A565FB578}"/>
                </a:ext>
              </a:extLst>
            </p:cNvPr>
            <p:cNvSpPr/>
            <p:nvPr/>
          </p:nvSpPr>
          <p:spPr>
            <a:xfrm>
              <a:off x="6881439" y="2971755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Déplacer Seigneur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C0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Tuiles</a:t>
              </a:r>
            </a:p>
          </p:txBody>
        </p:sp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F73F20B9-5F4A-EFF8-66B9-D5F31305A2DD}"/>
                </a:ext>
              </a:extLst>
            </p:cNvPr>
            <p:cNvGrpSpPr/>
            <p:nvPr/>
          </p:nvGrpSpPr>
          <p:grpSpPr>
            <a:xfrm>
              <a:off x="8264118" y="2971755"/>
              <a:ext cx="450000" cy="450000"/>
              <a:chOff x="8641028" y="2047192"/>
              <a:chExt cx="450000" cy="45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273568-7164-B29B-4BDC-9F332D019FE4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C0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6" name="Cercle : creux 5">
                <a:extLst>
                  <a:ext uri="{FF2B5EF4-FFF2-40B4-BE49-F238E27FC236}">
                    <a16:creationId xmlns:a16="http://schemas.microsoft.com/office/drawing/2014/main" id="{0A49461E-5E5C-1759-FFDD-F56343AFB96F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5C21700-EB93-7210-7D33-C49FE6A8B448}"/>
                </a:ext>
              </a:extLst>
            </p:cNvPr>
            <p:cNvSpPr/>
            <p:nvPr/>
          </p:nvSpPr>
          <p:spPr>
            <a:xfrm>
              <a:off x="6876622" y="3936646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Sénéchal</a:t>
              </a:r>
            </a:p>
          </p:txBody>
        </p: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B2C1B3D0-A43C-0106-A2FA-9527118EAA7A}"/>
                </a:ext>
              </a:extLst>
            </p:cNvPr>
            <p:cNvGrpSpPr/>
            <p:nvPr/>
          </p:nvGrpSpPr>
          <p:grpSpPr>
            <a:xfrm>
              <a:off x="8259301" y="3936646"/>
              <a:ext cx="450000" cy="450000"/>
              <a:chOff x="8641028" y="2047192"/>
              <a:chExt cx="450000" cy="45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0556D7-BAA5-D51E-9E4C-4AD9076B8809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9" name="Cercle : creux 8">
                <a:extLst>
                  <a:ext uri="{FF2B5EF4-FFF2-40B4-BE49-F238E27FC236}">
                    <a16:creationId xmlns:a16="http://schemas.microsoft.com/office/drawing/2014/main" id="{CF02EE12-1CF9-DDD2-91D7-706B9A129C4D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9769E9-85B6-5A4A-2F06-BB09F59463EA}"/>
                </a:ext>
              </a:extLst>
            </p:cNvPr>
            <p:cNvSpPr/>
            <p:nvPr/>
          </p:nvSpPr>
          <p:spPr>
            <a:xfrm>
              <a:off x="6876622" y="4430476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Exiler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Sénéchal adverse</a:t>
              </a:r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FAF1BAAF-CA3D-D584-CE9D-63474796C2A8}"/>
                </a:ext>
              </a:extLst>
            </p:cNvPr>
            <p:cNvGrpSpPr/>
            <p:nvPr/>
          </p:nvGrpSpPr>
          <p:grpSpPr>
            <a:xfrm>
              <a:off x="8259301" y="4430476"/>
              <a:ext cx="450000" cy="450000"/>
              <a:chOff x="8641028" y="2047192"/>
              <a:chExt cx="450000" cy="45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93C0F8-4536-ED1D-DC0A-D428763270ED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6" name="Cercle : creux 15">
                <a:extLst>
                  <a:ext uri="{FF2B5EF4-FFF2-40B4-BE49-F238E27FC236}">
                    <a16:creationId xmlns:a16="http://schemas.microsoft.com/office/drawing/2014/main" id="{4B409D5A-F17C-4567-8629-7F73CF247A69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F3E62C6A-32FE-68C7-20F8-DAAECC4A5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0" t="8573" r="11888" b="12744"/>
            <a:stretch>
              <a:fillRect/>
            </a:stretch>
          </p:blipFill>
          <p:spPr>
            <a:xfrm>
              <a:off x="3395054" y="1900895"/>
              <a:ext cx="1246816" cy="1227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305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D39-6043-4B91-2E18-DF6B97EB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D285A004-1F97-DD54-A354-F9F52CEC5FE8}"/>
              </a:ext>
            </a:extLst>
          </p:cNvPr>
          <p:cNvGrpSpPr/>
          <p:nvPr/>
        </p:nvGrpSpPr>
        <p:grpSpPr>
          <a:xfrm>
            <a:off x="3289100" y="1041105"/>
            <a:ext cx="5544000" cy="3960000"/>
            <a:chOff x="3289100" y="1041105"/>
            <a:chExt cx="5544000" cy="39600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CEA1C13-1372-AE07-0AC0-59C171EBB255}"/>
                </a:ext>
              </a:extLst>
            </p:cNvPr>
            <p:cNvSpPr/>
            <p:nvPr/>
          </p:nvSpPr>
          <p:spPr>
            <a:xfrm rot="10800000">
              <a:off x="3289100" y="1041105"/>
              <a:ext cx="5544000" cy="396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55DF793-A009-D770-0A48-F762D27EAB5B}"/>
                </a:ext>
              </a:extLst>
            </p:cNvPr>
            <p:cNvSpPr/>
            <p:nvPr/>
          </p:nvSpPr>
          <p:spPr>
            <a:xfrm>
              <a:off x="6881439" y="3456291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Chevauchée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Lointaine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29FF8C7-7112-839F-FF44-66341EEDF3BE}"/>
                </a:ext>
              </a:extLst>
            </p:cNvPr>
            <p:cNvSpPr/>
            <p:nvPr/>
          </p:nvSpPr>
          <p:spPr>
            <a:xfrm>
              <a:off x="4874845" y="3463611"/>
              <a:ext cx="1342828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bg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Compagnies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C17E4BB-CAED-8866-4CB3-21292B85B777}"/>
                </a:ext>
              </a:extLst>
            </p:cNvPr>
            <p:cNvSpPr/>
            <p:nvPr/>
          </p:nvSpPr>
          <p:spPr>
            <a:xfrm>
              <a:off x="4874289" y="3955467"/>
              <a:ext cx="1343940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Disperser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Compagnies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55494EE-A3CC-2061-2E1B-2253FB3D33F0}"/>
                </a:ext>
              </a:extLst>
            </p:cNvPr>
            <p:cNvSpPr/>
            <p:nvPr/>
          </p:nvSpPr>
          <p:spPr>
            <a:xfrm>
              <a:off x="4873732" y="4447325"/>
              <a:ext cx="1345055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Concentrer Compagnies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FA40961B-B1D3-093A-7C85-0D23E64EC0B0}"/>
                </a:ext>
              </a:extLst>
            </p:cNvPr>
            <p:cNvSpPr/>
            <p:nvPr/>
          </p:nvSpPr>
          <p:spPr>
            <a:xfrm>
              <a:off x="4874845" y="2971755"/>
              <a:ext cx="1342828" cy="450000"/>
            </a:xfrm>
            <a:prstGeom prst="rect">
              <a:avLst/>
            </a:prstGeom>
            <a:blipFill>
              <a:blip r:embed="rId2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Construire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Fief</a:t>
              </a:r>
            </a:p>
          </p:txBody>
        </p: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18E6804F-C227-FC34-97FE-3C094865A4BD}"/>
                </a:ext>
              </a:extLst>
            </p:cNvPr>
            <p:cNvGrpSpPr/>
            <p:nvPr/>
          </p:nvGrpSpPr>
          <p:grpSpPr>
            <a:xfrm>
              <a:off x="8264118" y="3456291"/>
              <a:ext cx="450000" cy="450000"/>
              <a:chOff x="8641028" y="2047192"/>
              <a:chExt cx="450000" cy="45000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F35C832-64D6-7B73-6A25-AEF4D4C3079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94" name="Cercle : creux 193">
                <a:extLst>
                  <a:ext uri="{FF2B5EF4-FFF2-40B4-BE49-F238E27FC236}">
                    <a16:creationId xmlns:a16="http://schemas.microsoft.com/office/drawing/2014/main" id="{787784FC-F3DE-9333-2DB4-3A702BC9A9F5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A8FDF7B1-AAAF-FCE9-EE4E-D0B8928E5288}"/>
                </a:ext>
              </a:extLst>
            </p:cNvPr>
            <p:cNvGrpSpPr/>
            <p:nvPr/>
          </p:nvGrpSpPr>
          <p:grpSpPr>
            <a:xfrm>
              <a:off x="6267158" y="3463611"/>
              <a:ext cx="450000" cy="450000"/>
              <a:chOff x="8641028" y="2047192"/>
              <a:chExt cx="450000" cy="45000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0F36A1A1-6838-B4F6-D92E-2EBA6E07138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bg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192" name="Cercle : creux 191">
                <a:extLst>
                  <a:ext uri="{FF2B5EF4-FFF2-40B4-BE49-F238E27FC236}">
                    <a16:creationId xmlns:a16="http://schemas.microsoft.com/office/drawing/2014/main" id="{03F246A9-1EFD-F776-E0E9-0F8FD85A9115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4BE82D6F-8E02-386F-62D6-9550BACC31E2}"/>
                </a:ext>
              </a:extLst>
            </p:cNvPr>
            <p:cNvGrpSpPr/>
            <p:nvPr/>
          </p:nvGrpSpPr>
          <p:grpSpPr>
            <a:xfrm>
              <a:off x="6257524" y="2971755"/>
              <a:ext cx="450000" cy="450000"/>
              <a:chOff x="8641028" y="2047192"/>
              <a:chExt cx="450000" cy="450000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31F52D77-E6D8-D93C-4D49-A650251B985C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90" name="Cercle : creux 189">
                <a:extLst>
                  <a:ext uri="{FF2B5EF4-FFF2-40B4-BE49-F238E27FC236}">
                    <a16:creationId xmlns:a16="http://schemas.microsoft.com/office/drawing/2014/main" id="{4566B022-BA0C-213C-0873-FFAC8C3A7783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011BA865-0F3F-9B4A-5C9F-45EE29F80DE0}"/>
                </a:ext>
              </a:extLst>
            </p:cNvPr>
            <p:cNvGrpSpPr/>
            <p:nvPr/>
          </p:nvGrpSpPr>
          <p:grpSpPr>
            <a:xfrm>
              <a:off x="6257524" y="4447325"/>
              <a:ext cx="450000" cy="450000"/>
              <a:chOff x="8641028" y="2047192"/>
              <a:chExt cx="450000" cy="450000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97A64D0A-D3D7-6C51-15E9-FC46098985D2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8" name="Cercle : creux 187">
                <a:extLst>
                  <a:ext uri="{FF2B5EF4-FFF2-40B4-BE49-F238E27FC236}">
                    <a16:creationId xmlns:a16="http://schemas.microsoft.com/office/drawing/2014/main" id="{B516870E-E0BB-FE22-E227-DC4EA5A5FD74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3E72FA63-5CF8-3972-51BB-CAC4A25713AC}"/>
                </a:ext>
              </a:extLst>
            </p:cNvPr>
            <p:cNvGrpSpPr/>
            <p:nvPr/>
          </p:nvGrpSpPr>
          <p:grpSpPr>
            <a:xfrm>
              <a:off x="6257524" y="3948379"/>
              <a:ext cx="450000" cy="450000"/>
              <a:chOff x="8641028" y="2047192"/>
              <a:chExt cx="450000" cy="450000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0B27574-73C2-3E94-CC5F-64C4A4697C72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6" name="Cercle : creux 185">
                <a:extLst>
                  <a:ext uri="{FF2B5EF4-FFF2-40B4-BE49-F238E27FC236}">
                    <a16:creationId xmlns:a16="http://schemas.microsoft.com/office/drawing/2014/main" id="{78343921-D59B-004D-3E71-0C2F468DEF5C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8FA9ABFD-443F-8D5D-8838-0F7D5684854E}"/>
                </a:ext>
              </a:extLst>
            </p:cNvPr>
            <p:cNvGrpSpPr/>
            <p:nvPr/>
          </p:nvGrpSpPr>
          <p:grpSpPr>
            <a:xfrm>
              <a:off x="4390526" y="2971754"/>
              <a:ext cx="450000" cy="450000"/>
              <a:chOff x="687092" y="3792696"/>
              <a:chExt cx="450000" cy="450000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E6C3393E-C1B8-3DA4-C7C1-AD3B2CB10BE3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47CC1B46-83F5-6340-CAA7-67B2B919AA9B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ACB80AE4-0259-CC53-69BF-67FF8D534504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C80ADEA8-ACEF-8318-2E9C-4FE99766DB2D}"/>
                </a:ext>
              </a:extLst>
            </p:cNvPr>
            <p:cNvGrpSpPr/>
            <p:nvPr/>
          </p:nvGrpSpPr>
          <p:grpSpPr>
            <a:xfrm>
              <a:off x="3409122" y="3955467"/>
              <a:ext cx="450000" cy="450000"/>
              <a:chOff x="1653504" y="3792696"/>
              <a:chExt cx="450000" cy="45000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A1CEED2E-F82E-9315-4462-66EF9A41FE40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4CCC31E1-3BC6-9BC3-0EF5-56FF72A81436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6ED2B673-C676-72DA-A049-C61531CFF955}"/>
                </a:ext>
              </a:extLst>
            </p:cNvPr>
            <p:cNvGrpSpPr/>
            <p:nvPr/>
          </p:nvGrpSpPr>
          <p:grpSpPr>
            <a:xfrm>
              <a:off x="3897325" y="3948379"/>
              <a:ext cx="486405" cy="450000"/>
              <a:chOff x="1170298" y="3792696"/>
              <a:chExt cx="486405" cy="450000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6DB977E2-CAF5-344E-4369-92791B5A52E8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8" name="Graphique 177" descr="Pion avec un remplissage uni">
                <a:extLst>
                  <a:ext uri="{FF2B5EF4-FFF2-40B4-BE49-F238E27FC236}">
                    <a16:creationId xmlns:a16="http://schemas.microsoft.com/office/drawing/2014/main" id="{2451D14B-A4C7-014E-259C-F265B4196E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67AAD8E8-6382-47C0-E0AF-65A4B4795C24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8AFA4F34-808E-DE57-EB5D-A4F9F85142F9}"/>
                </a:ext>
              </a:extLst>
            </p:cNvPr>
            <p:cNvGrpSpPr/>
            <p:nvPr/>
          </p:nvGrpSpPr>
          <p:grpSpPr>
            <a:xfrm>
              <a:off x="4390526" y="3463611"/>
              <a:ext cx="450000" cy="450000"/>
              <a:chOff x="687092" y="3792696"/>
              <a:chExt cx="450000" cy="450000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C379F53B-4DDA-C696-F38E-CA870BF583B1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8873D823-89D6-365F-CD67-32AE04D68ACC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75E79FBB-74F0-48F7-7CE9-096E05503780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47C408C7-94A4-1B34-D61E-35F67813EA50}"/>
                </a:ext>
              </a:extLst>
            </p:cNvPr>
            <p:cNvGrpSpPr/>
            <p:nvPr/>
          </p:nvGrpSpPr>
          <p:grpSpPr>
            <a:xfrm>
              <a:off x="3904121" y="3463611"/>
              <a:ext cx="486405" cy="450000"/>
              <a:chOff x="1170298" y="3792696"/>
              <a:chExt cx="486405" cy="450000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3C0EF5D-2854-BF04-6EF1-B666658A4378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2" name="Graphique 171" descr="Pion avec un remplissage uni">
                <a:extLst>
                  <a:ext uri="{FF2B5EF4-FFF2-40B4-BE49-F238E27FC236}">
                    <a16:creationId xmlns:a16="http://schemas.microsoft.com/office/drawing/2014/main" id="{D9F18AFA-2CEC-1BE6-B591-768A6C8C7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5033AC7-BD3D-ECC1-4586-77672879B1DD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39B5F765-BCA8-FD30-8F28-91F076A565EF}"/>
                </a:ext>
              </a:extLst>
            </p:cNvPr>
            <p:cNvGrpSpPr/>
            <p:nvPr/>
          </p:nvGrpSpPr>
          <p:grpSpPr>
            <a:xfrm>
              <a:off x="4383730" y="3948379"/>
              <a:ext cx="450000" cy="450000"/>
              <a:chOff x="687092" y="3792696"/>
              <a:chExt cx="450000" cy="45000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5B4418A-66E3-8CA5-B260-749DDFDD585D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1306BF7-4135-6727-4177-AE1D2A891035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7FF05388-1C0D-09AA-EDB7-63F42C6A8D7F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EF49F9CF-4A30-439C-6343-DE8254A6EEC7}"/>
                </a:ext>
              </a:extLst>
            </p:cNvPr>
            <p:cNvGrpSpPr/>
            <p:nvPr/>
          </p:nvGrpSpPr>
          <p:grpSpPr>
            <a:xfrm>
              <a:off x="4383730" y="4447325"/>
              <a:ext cx="450000" cy="450000"/>
              <a:chOff x="687092" y="3792696"/>
              <a:chExt cx="450000" cy="450000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136F2250-D1E2-787B-C5DF-FDD3507AEAD5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F1E55857-2587-FD47-8B4C-DEC164261C23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397023D6-6D73-F7A4-C33E-E28C7F6A5AD8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7B4E8325-355E-F493-BAFD-D1FA3058B918}"/>
                </a:ext>
              </a:extLst>
            </p:cNvPr>
            <p:cNvGrpSpPr/>
            <p:nvPr/>
          </p:nvGrpSpPr>
          <p:grpSpPr>
            <a:xfrm>
              <a:off x="3897325" y="4449999"/>
              <a:ext cx="486405" cy="450000"/>
              <a:chOff x="1170298" y="3792696"/>
              <a:chExt cx="486405" cy="45000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5ABD23B0-10FB-23F4-C904-9E0803BAF21A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63" name="Graphique 162" descr="Pion avec un remplissage uni">
                <a:extLst>
                  <a:ext uri="{FF2B5EF4-FFF2-40B4-BE49-F238E27FC236}">
                    <a16:creationId xmlns:a16="http://schemas.microsoft.com/office/drawing/2014/main" id="{4617E6B8-D1F7-16AF-B33A-C47548646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8548118-3119-6D9E-5D46-B4C2B00FA0B3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8" name="Groupe 137">
              <a:extLst>
                <a:ext uri="{FF2B5EF4-FFF2-40B4-BE49-F238E27FC236}">
                  <a16:creationId xmlns:a16="http://schemas.microsoft.com/office/drawing/2014/main" id="{9F0F6701-B1AF-ED36-05FE-E80655925334}"/>
                </a:ext>
              </a:extLst>
            </p:cNvPr>
            <p:cNvGrpSpPr/>
            <p:nvPr/>
          </p:nvGrpSpPr>
          <p:grpSpPr>
            <a:xfrm>
              <a:off x="3407752" y="4447325"/>
              <a:ext cx="450000" cy="450000"/>
              <a:chOff x="1653504" y="3792696"/>
              <a:chExt cx="450000" cy="450000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A2AD2270-6686-60B1-070F-A8DC2716F96A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06AE1FFB-5686-6A01-6E7C-B4A7F2738ADD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1ADCE544-4BD2-E27B-49D3-D5263AC09124}"/>
                </a:ext>
              </a:extLst>
            </p:cNvPr>
            <p:cNvGrpSpPr/>
            <p:nvPr/>
          </p:nvGrpSpPr>
          <p:grpSpPr>
            <a:xfrm>
              <a:off x="6850019" y="1178808"/>
              <a:ext cx="1859282" cy="1647889"/>
              <a:chOff x="5298122" y="1719159"/>
              <a:chExt cx="1859282" cy="1647889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E23501AE-BC82-81D7-9C08-028857231B7C}"/>
                  </a:ext>
                </a:extLst>
              </p:cNvPr>
              <p:cNvSpPr/>
              <p:nvPr/>
            </p:nvSpPr>
            <p:spPr>
              <a:xfrm>
                <a:off x="5298122" y="1719159"/>
                <a:ext cx="797878" cy="848559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Action sur Fief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1EE49C5B-2B3F-3ABB-3278-C3A02A6FB968}"/>
                  </a:ext>
                </a:extLst>
              </p:cNvPr>
              <p:cNvSpPr/>
              <p:nvPr/>
            </p:nvSpPr>
            <p:spPr>
              <a:xfrm>
                <a:off x="6096000" y="1719159"/>
                <a:ext cx="1061404" cy="2163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Compagnies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9ED10183-76B2-DBFF-0454-55CE00BE187B}"/>
                  </a:ext>
                </a:extLst>
              </p:cNvPr>
              <p:cNvSpPr/>
              <p:nvPr/>
            </p:nvSpPr>
            <p:spPr>
              <a:xfrm>
                <a:off x="5298122" y="2567718"/>
                <a:ext cx="797878" cy="26780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Construire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BA321DC3-954D-72FC-43F2-3D89D603AA71}"/>
                  </a:ext>
                </a:extLst>
              </p:cNvPr>
              <p:cNvSpPr/>
              <p:nvPr/>
            </p:nvSpPr>
            <p:spPr>
              <a:xfrm>
                <a:off x="5298122" y="2835523"/>
                <a:ext cx="797878" cy="2646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Ruiner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07B172A9-7105-DF42-51A7-D25A547A1B96}"/>
                  </a:ext>
                </a:extLst>
              </p:cNvPr>
              <p:cNvSpPr/>
              <p:nvPr/>
            </p:nvSpPr>
            <p:spPr>
              <a:xfrm>
                <a:off x="5298122" y="3100193"/>
                <a:ext cx="797878" cy="26685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Annexer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861C7DFE-002D-D6DD-C3E4-FADADA561F31}"/>
                  </a:ext>
                </a:extLst>
              </p:cNvPr>
              <p:cNvSpPr/>
              <p:nvPr/>
            </p:nvSpPr>
            <p:spPr>
              <a:xfrm>
                <a:off x="6096000" y="1935524"/>
                <a:ext cx="268288" cy="632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Tuile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5EA78C73-DA8F-9DDF-9C7A-2C4436B86670}"/>
                  </a:ext>
                </a:extLst>
              </p:cNvPr>
              <p:cNvSpPr/>
              <p:nvPr/>
            </p:nvSpPr>
            <p:spPr>
              <a:xfrm>
                <a:off x="6620990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Retraite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AC8DCF38-F3C9-D451-502B-CE3102CBF70F}"/>
                  </a:ext>
                </a:extLst>
              </p:cNvPr>
              <p:cNvSpPr/>
              <p:nvPr/>
            </p:nvSpPr>
            <p:spPr>
              <a:xfrm>
                <a:off x="6889116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Réserve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338703E7-FA74-5744-1A86-98F9BFD5D249}"/>
                  </a:ext>
                </a:extLst>
              </p:cNvPr>
              <p:cNvSpPr/>
              <p:nvPr/>
            </p:nvSpPr>
            <p:spPr>
              <a:xfrm>
                <a:off x="6369686" y="1935524"/>
                <a:ext cx="246704" cy="1429338"/>
              </a:xfrm>
              <a:prstGeom prst="rect">
                <a:avLst/>
              </a:prstGeom>
              <a:blipFill>
                <a:blip r:embed="rId2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</a:blip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  <a:sym typeface="Wingdings" panose="05000000000000000000" pitchFamily="2" charset="2"/>
                  </a:rPr>
                  <a:t></a:t>
                </a:r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147A0540-6F03-B2F5-6A06-C4EC530F6412}"/>
                  </a:ext>
                </a:extLst>
              </p:cNvPr>
              <p:cNvSpPr/>
              <p:nvPr/>
            </p:nvSpPr>
            <p:spPr>
              <a:xfrm>
                <a:off x="6096000" y="2567718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3737D935-2305-B1C7-C36D-A67A7294E9EF}"/>
                  </a:ext>
                </a:extLst>
              </p:cNvPr>
              <p:cNvSpPr/>
              <p:nvPr/>
            </p:nvSpPr>
            <p:spPr>
              <a:xfrm>
                <a:off x="6096000" y="2835523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798C2F94-D035-8AF6-3F67-DA4B493EFEB9}"/>
                  </a:ext>
                </a:extLst>
              </p:cNvPr>
              <p:cNvSpPr/>
              <p:nvPr/>
            </p:nvSpPr>
            <p:spPr>
              <a:xfrm>
                <a:off x="6096000" y="3100193"/>
                <a:ext cx="268288" cy="264669"/>
              </a:xfrm>
              <a:prstGeom prst="rect">
                <a:avLst/>
              </a:prstGeom>
              <a:blipFill>
                <a:blip r:embed="rId8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2FA0DAD-4898-52C1-DAA1-0B965E3E1633}"/>
                  </a:ext>
                </a:extLst>
              </p:cNvPr>
              <p:cNvSpPr/>
              <p:nvPr/>
            </p:nvSpPr>
            <p:spPr>
              <a:xfrm>
                <a:off x="6620990" y="2567718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A94815F-E7AB-0368-9F0A-93D9A4036532}"/>
                  </a:ext>
                </a:extLst>
              </p:cNvPr>
              <p:cNvSpPr/>
              <p:nvPr/>
            </p:nvSpPr>
            <p:spPr>
              <a:xfrm>
                <a:off x="6889116" y="2835523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BE6CAA85-39AF-E18F-D626-848FB9C38538}"/>
                  </a:ext>
                </a:extLst>
              </p:cNvPr>
              <p:cNvSpPr/>
              <p:nvPr/>
            </p:nvSpPr>
            <p:spPr>
              <a:xfrm>
                <a:off x="6620990" y="3100193"/>
                <a:ext cx="268288" cy="264669"/>
              </a:xfrm>
              <a:prstGeom prst="rect">
                <a:avLst/>
              </a:prstGeom>
              <a:blipFill>
                <a:blip r:embed="rId8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A3E5452E-C1DD-6E24-7AF9-EBA8C345CC9D}"/>
                  </a:ext>
                </a:extLst>
              </p:cNvPr>
              <p:cNvSpPr/>
              <p:nvPr/>
            </p:nvSpPr>
            <p:spPr>
              <a:xfrm>
                <a:off x="6889116" y="3100193"/>
                <a:ext cx="268288" cy="264669"/>
              </a:xfrm>
              <a:prstGeom prst="rect">
                <a:avLst/>
              </a:prstGeom>
              <a:blipFill>
                <a:blip r:embed="rId8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C6DC59C8-0757-64F4-9DB2-32414D75B182}"/>
                  </a:ext>
                </a:extLst>
              </p:cNvPr>
              <p:cNvSpPr/>
              <p:nvPr/>
            </p:nvSpPr>
            <p:spPr>
              <a:xfrm>
                <a:off x="6620990" y="2835523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6BE396E-EB81-413C-59E9-3023DCBDE988}"/>
                  </a:ext>
                </a:extLst>
              </p:cNvPr>
              <p:cNvSpPr/>
              <p:nvPr/>
            </p:nvSpPr>
            <p:spPr>
              <a:xfrm>
                <a:off x="6889116" y="2567718"/>
                <a:ext cx="268288" cy="264669"/>
              </a:xfrm>
              <a:prstGeom prst="rect">
                <a:avLst/>
              </a:prstGeom>
              <a:blipFill>
                <a:blip r:embed="rId7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</p:grp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F404DBE-C86D-CF0E-1644-2AEDF4CABD5A}"/>
                </a:ext>
              </a:extLst>
            </p:cNvPr>
            <p:cNvSpPr/>
            <p:nvPr/>
          </p:nvSpPr>
          <p:spPr>
            <a:xfrm>
              <a:off x="3468942" y="1329027"/>
              <a:ext cx="3050342" cy="9233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fr-FR" sz="3600" b="1" noProof="0" dirty="0">
                  <a:solidFill>
                    <a:schemeClr val="tx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L</a:t>
              </a:r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 </a:t>
              </a:r>
              <a:r>
                <a:rPr lang="fr-FR" sz="3600" b="1" noProof="0" dirty="0">
                  <a:solidFill>
                    <a:schemeClr val="tx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M</a:t>
              </a:r>
              <a:r>
                <a:rPr lang="fr-FR" sz="36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arches :</a:t>
              </a:r>
              <a:r>
                <a:rPr lang="fr-FR" sz="32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fr-FR" sz="2400" b="1" noProof="0" dirty="0">
                  <a:solidFill>
                    <a:schemeClr val="tx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C</a:t>
              </a:r>
              <a:r>
                <a:rPr lang="fr-FR" sz="2400" b="1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onquête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DE43261-3870-52F4-C95C-6F75F8BACE48}"/>
                </a:ext>
              </a:extLst>
            </p:cNvPr>
            <p:cNvSpPr/>
            <p:nvPr/>
          </p:nvSpPr>
          <p:spPr>
            <a:xfrm>
              <a:off x="6881439" y="2971755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Déplacer Seigneur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C0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Tuiles</a:t>
              </a:r>
            </a:p>
          </p:txBody>
        </p:sp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E99305CE-3CE6-B144-7576-460950C8873A}"/>
                </a:ext>
              </a:extLst>
            </p:cNvPr>
            <p:cNvGrpSpPr/>
            <p:nvPr/>
          </p:nvGrpSpPr>
          <p:grpSpPr>
            <a:xfrm>
              <a:off x="8264118" y="2971755"/>
              <a:ext cx="450000" cy="450000"/>
              <a:chOff x="8641028" y="2047192"/>
              <a:chExt cx="450000" cy="45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918964-DE50-6F2B-E1C2-F3EB0953719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C0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6" name="Cercle : creux 5">
                <a:extLst>
                  <a:ext uri="{FF2B5EF4-FFF2-40B4-BE49-F238E27FC236}">
                    <a16:creationId xmlns:a16="http://schemas.microsoft.com/office/drawing/2014/main" id="{14A30507-B0B2-8023-E8FE-5059F9AAB2D2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D86ECC0-3606-C14B-E0D2-D2D7AB130099}"/>
                </a:ext>
              </a:extLst>
            </p:cNvPr>
            <p:cNvSpPr/>
            <p:nvPr/>
          </p:nvSpPr>
          <p:spPr>
            <a:xfrm>
              <a:off x="6876622" y="3936646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Sénéchal</a:t>
              </a:r>
            </a:p>
          </p:txBody>
        </p: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5DFCAA9C-6431-3EEF-5DAF-A6A5677102B7}"/>
                </a:ext>
              </a:extLst>
            </p:cNvPr>
            <p:cNvGrpSpPr/>
            <p:nvPr/>
          </p:nvGrpSpPr>
          <p:grpSpPr>
            <a:xfrm>
              <a:off x="8259301" y="3936646"/>
              <a:ext cx="450000" cy="450000"/>
              <a:chOff x="8641028" y="2047192"/>
              <a:chExt cx="450000" cy="450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DA98031-D876-F8BC-5591-6D5913E9CE4B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9" name="Cercle : creux 8">
                <a:extLst>
                  <a:ext uri="{FF2B5EF4-FFF2-40B4-BE49-F238E27FC236}">
                    <a16:creationId xmlns:a16="http://schemas.microsoft.com/office/drawing/2014/main" id="{E8B63A91-55B6-31C7-3FC8-B903D1C9C2C7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DEB244-9018-FBBB-8EB8-23BBD00C599A}"/>
                </a:ext>
              </a:extLst>
            </p:cNvPr>
            <p:cNvSpPr/>
            <p:nvPr/>
          </p:nvSpPr>
          <p:spPr>
            <a:xfrm>
              <a:off x="6876622" y="4430476"/>
              <a:ext cx="1342828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Exiler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Sénéchal adverse</a:t>
              </a:r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70DF614F-4C49-9CA3-63B9-CA787870ECCB}"/>
                </a:ext>
              </a:extLst>
            </p:cNvPr>
            <p:cNvGrpSpPr/>
            <p:nvPr/>
          </p:nvGrpSpPr>
          <p:grpSpPr>
            <a:xfrm>
              <a:off x="8259301" y="4430476"/>
              <a:ext cx="450000" cy="450000"/>
              <a:chOff x="8641028" y="2047192"/>
              <a:chExt cx="450000" cy="45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571A8B7-30A5-D0DA-6057-5F02745B5F77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6" name="Cercle : creux 15">
                <a:extLst>
                  <a:ext uri="{FF2B5EF4-FFF2-40B4-BE49-F238E27FC236}">
                    <a16:creationId xmlns:a16="http://schemas.microsoft.com/office/drawing/2014/main" id="{3484B5DC-5331-84F9-AE4B-75AD3F82CF6C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064554B6-F6F3-523F-B70D-919CBD9F3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60" t="8573" r="11888" b="12744"/>
            <a:stretch>
              <a:fillRect/>
            </a:stretch>
          </p:blipFill>
          <p:spPr>
            <a:xfrm>
              <a:off x="3395054" y="1900895"/>
              <a:ext cx="1246816" cy="12270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43484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124</Words>
  <Application>Microsoft Office PowerPoint</Application>
  <PresentationFormat>Grand écran</PresentationFormat>
  <Paragraphs>76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Lucida Calligraphy</vt:lpstr>
      <vt:lpstr>Segoe UI</vt:lpstr>
      <vt:lpstr>Segoe UI Black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36</cp:revision>
  <cp:lastPrinted>2026-08-31T17:30:06Z</cp:lastPrinted>
  <dcterms:created xsi:type="dcterms:W3CDTF">2026-08-30T09:54:58Z</dcterms:created>
  <dcterms:modified xsi:type="dcterms:W3CDTF">2026-09-06T10:57:45Z</dcterms:modified>
</cp:coreProperties>
</file>