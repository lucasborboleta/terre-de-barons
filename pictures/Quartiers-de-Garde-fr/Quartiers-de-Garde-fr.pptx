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"/>
  </p:notesMasterIdLst>
  <p:sldIdLst>
    <p:sldId id="288" r:id="rId2"/>
    <p:sldId id="290" r:id="rId3"/>
  </p:sldIdLst>
  <p:sldSz cx="12192000" cy="6858000"/>
  <p:notesSz cx="6888163" cy="100203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25D77"/>
    <a:srgbClr val="873939"/>
    <a:srgbClr val="2D5E3B"/>
    <a:srgbClr val="EDCCA9"/>
    <a:srgbClr val="FFFFFF"/>
    <a:srgbClr val="ECF3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3B0988-6DB9-4E3D-B7FD-EFF3BCABE954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B0DD9D-2173-49B3-B084-704F33D21705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530572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57456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E29368-95F3-5D6F-9105-F041266D34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3F997AF1-9A74-8FBA-7D9C-DBD565E485E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0034EBC6-0C44-FE59-BF6C-37A9516833A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B05112E-00A8-B19D-D117-29D758B35D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3B0DD9D-2173-49B3-B084-704F33D21705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1847396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D326CA0-4995-0C08-7797-F33521EABE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E56BD9EB-4496-9D4D-620C-28FC4AD790B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2F4783DB-349C-DC47-3F19-9F6FE3457D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2BABB338-D7AB-BECB-8825-35FDCDD6F5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49788C04-DF9E-18E1-1C78-22223CDA36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0142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391FF5E-723A-5769-9875-ECCB71F4CE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692A3EA-8D65-250B-B84B-578097665A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462E3F1-B56B-4677-DB7F-0770A1364A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A9FF79B-1134-344A-160B-04517ABB9E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975E0855-2925-24BA-4822-237CCA7141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104703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AFA286-8472-0A00-CA07-5AB3EA8C81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FDA7A315-DAAD-22AB-720D-55C5A1DA56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BD8AD03D-2FD2-B95E-8065-676BECF967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D540879B-D231-E255-0E5B-4131FA83B0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76DE6B84-78E3-0FC3-68AC-D31BC1D2C2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69657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AC2695C-1CC2-F9D9-3360-F59408FDB5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0137B99-3F1C-8A85-292A-278C20593F2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C6C38B07-3438-3854-9B4B-8054F12BB3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6B7EBEAD-3BD9-AC63-4288-5F9399A4F5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273FB668-E751-6B60-E0ED-733D5B044E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99B6ABF-9EDC-475B-1756-9E0FECE7F0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213214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F9B28A2-1252-79F6-DFDF-365A2E3A8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54C0C046-101B-25B6-7229-E9C92EECE17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" name="Espace réservé du contenu 3">
            <a:extLst>
              <a:ext uri="{FF2B5EF4-FFF2-40B4-BE49-F238E27FC236}">
                <a16:creationId xmlns:a16="http://schemas.microsoft.com/office/drawing/2014/main" id="{313D23B0-7578-BB6C-5A16-5784B68336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>
            <a:extLst>
              <a:ext uri="{FF2B5EF4-FFF2-40B4-BE49-F238E27FC236}">
                <a16:creationId xmlns:a16="http://schemas.microsoft.com/office/drawing/2014/main" id="{A6EE2B08-AEC7-1D82-5EA4-228A6E1C09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6" name="Espace réservé du contenu 5">
            <a:extLst>
              <a:ext uri="{FF2B5EF4-FFF2-40B4-BE49-F238E27FC236}">
                <a16:creationId xmlns:a16="http://schemas.microsoft.com/office/drawing/2014/main" id="{4E637B45-13A0-9658-B807-4DF5AAEFCF7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>
            <a:extLst>
              <a:ext uri="{FF2B5EF4-FFF2-40B4-BE49-F238E27FC236}">
                <a16:creationId xmlns:a16="http://schemas.microsoft.com/office/drawing/2014/main" id="{F17756EC-C374-A970-CDDC-6A0966E7C7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8" name="Espace réservé du pied de page 7">
            <a:extLst>
              <a:ext uri="{FF2B5EF4-FFF2-40B4-BE49-F238E27FC236}">
                <a16:creationId xmlns:a16="http://schemas.microsoft.com/office/drawing/2014/main" id="{9C71EE66-3555-7D59-1983-06022B4E68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>
            <a:extLst>
              <a:ext uri="{FF2B5EF4-FFF2-40B4-BE49-F238E27FC236}">
                <a16:creationId xmlns:a16="http://schemas.microsoft.com/office/drawing/2014/main" id="{17FFA3AF-E5BB-43A6-B569-5735AAE71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257628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F5697B1-3031-9D4D-0491-A3E757A8D1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4F64A07F-6830-7533-467D-6333F31057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319B0866-463C-85FE-9C80-B8CB97F9E0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F770557D-F4C9-27B2-BA7E-EA628AD220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26306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>
            <a:extLst>
              <a:ext uri="{FF2B5EF4-FFF2-40B4-BE49-F238E27FC236}">
                <a16:creationId xmlns:a16="http://schemas.microsoft.com/office/drawing/2014/main" id="{82F3D329-2193-6B0C-8918-89402DEC6C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3" name="Espace réservé du pied de page 2">
            <a:extLst>
              <a:ext uri="{FF2B5EF4-FFF2-40B4-BE49-F238E27FC236}">
                <a16:creationId xmlns:a16="http://schemas.microsoft.com/office/drawing/2014/main" id="{53B4BAB6-2233-62BD-8D79-686AA7771A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0547BC2-476A-1A4A-6C5B-95D915D63D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5586169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24D4F34-513B-892E-BF30-65DD3902BE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8D49C84-7B01-C7C9-B429-5256B74B6A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2B193FD1-03C4-B1F3-4B28-235B957D8C0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03E52021-544B-F5CC-CE20-26C632A908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4EA1C446-E50F-3006-D363-7341F55F01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A3A7F131-5969-6B91-92CC-7DFDB8CB4B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644389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0448E9-A8A5-DEAE-069A-F882822AE8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>
            <a:extLst>
              <a:ext uri="{FF2B5EF4-FFF2-40B4-BE49-F238E27FC236}">
                <a16:creationId xmlns:a16="http://schemas.microsoft.com/office/drawing/2014/main" id="{A7DEF628-9230-1879-72E8-B49C3367BB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BF4CBB16-91AD-3D08-EE54-4CAE12B5ECD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5" name="Espace réservé de la date 4">
            <a:extLst>
              <a:ext uri="{FF2B5EF4-FFF2-40B4-BE49-F238E27FC236}">
                <a16:creationId xmlns:a16="http://schemas.microsoft.com/office/drawing/2014/main" id="{CFF3E57A-900B-E0F9-DE3D-9F758CCF3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6" name="Espace réservé du pied de page 5">
            <a:extLst>
              <a:ext uri="{FF2B5EF4-FFF2-40B4-BE49-F238E27FC236}">
                <a16:creationId xmlns:a16="http://schemas.microsoft.com/office/drawing/2014/main" id="{712574B3-834C-2CD5-5C55-DAEEB4E26C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>
            <a:extLst>
              <a:ext uri="{FF2B5EF4-FFF2-40B4-BE49-F238E27FC236}">
                <a16:creationId xmlns:a16="http://schemas.microsoft.com/office/drawing/2014/main" id="{9AA995DD-EA0B-FCF8-DC3A-E8A2E3D152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11913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8C91528-514F-C50E-F5A3-8E21B724F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CACB2835-C493-BF73-0B0F-B7A9A96ED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39792B13-004A-BED3-A051-A1D330164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820F2FD7-F792-2E18-0A08-403693D9BE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2891404F-9201-3795-E4AF-59A0F302C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8731026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>
            <a:extLst>
              <a:ext uri="{FF2B5EF4-FFF2-40B4-BE49-F238E27FC236}">
                <a16:creationId xmlns:a16="http://schemas.microsoft.com/office/drawing/2014/main" id="{0C8D6F5A-DA3A-C69A-4DBA-9A5D1A26E46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>
            <a:extLst>
              <a:ext uri="{FF2B5EF4-FFF2-40B4-BE49-F238E27FC236}">
                <a16:creationId xmlns:a16="http://schemas.microsoft.com/office/drawing/2014/main" id="{FA59EF5B-C47F-FF3D-332C-2D8B81C0F3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019D9841-3EA5-E28D-4437-BC02BF32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9EEAC8F6-2A17-E43A-A427-C845F7174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EF82677B-B16E-55E3-8452-9857089B3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714356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>
            <a:extLst>
              <a:ext uri="{FF2B5EF4-FFF2-40B4-BE49-F238E27FC236}">
                <a16:creationId xmlns:a16="http://schemas.microsoft.com/office/drawing/2014/main" id="{7B60EE35-8DAE-FD87-CCF9-28E349904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04BDAF75-9C9F-AD9A-FDEE-C6A8C83F8D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>
            <a:extLst>
              <a:ext uri="{FF2B5EF4-FFF2-40B4-BE49-F238E27FC236}">
                <a16:creationId xmlns:a16="http://schemas.microsoft.com/office/drawing/2014/main" id="{E9B1D349-64DD-1A17-5958-3D16E29715A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8505E2-0C4C-443F-8F57-41958F504CA2}" type="datetimeFigureOut">
              <a:rPr lang="fr-FR" smtClean="0"/>
              <a:t>03/10/2026</a:t>
            </a:fld>
            <a:endParaRPr lang="fr-FR"/>
          </a:p>
        </p:txBody>
      </p:sp>
      <p:sp>
        <p:nvSpPr>
          <p:cNvPr id="5" name="Espace réservé du pied de page 4">
            <a:extLst>
              <a:ext uri="{FF2B5EF4-FFF2-40B4-BE49-F238E27FC236}">
                <a16:creationId xmlns:a16="http://schemas.microsoft.com/office/drawing/2014/main" id="{75ADEE84-75CE-9A62-8BE9-CE6EEBC78E2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>
            <a:extLst>
              <a:ext uri="{FF2B5EF4-FFF2-40B4-BE49-F238E27FC236}">
                <a16:creationId xmlns:a16="http://schemas.microsoft.com/office/drawing/2014/main" id="{51023943-28BF-0B7E-6F46-B515E22DC3B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7C38382-36D9-474D-B765-5F65DEB464BA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84365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4124ED-5D56-0D12-306C-3F65A1B6BD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roupe 352">
            <a:extLst>
              <a:ext uri="{FF2B5EF4-FFF2-40B4-BE49-F238E27FC236}">
                <a16:creationId xmlns:a16="http://schemas.microsoft.com/office/drawing/2014/main" id="{9261C1AB-040F-EBA2-A676-AD3D540EBBA8}"/>
              </a:ext>
            </a:extLst>
          </p:cNvPr>
          <p:cNvGrpSpPr/>
          <p:nvPr/>
        </p:nvGrpSpPr>
        <p:grpSpPr>
          <a:xfrm>
            <a:off x="2136000" y="909000"/>
            <a:ext cx="7920000" cy="5040000"/>
            <a:chOff x="2136000" y="909000"/>
            <a:chExt cx="7920000" cy="504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3C698BD7-B7EC-74CC-FE1A-06349FAC6598}"/>
                </a:ext>
              </a:extLst>
            </p:cNvPr>
            <p:cNvSpPr/>
            <p:nvPr/>
          </p:nvSpPr>
          <p:spPr>
            <a:xfrm>
              <a:off x="2136000" y="909000"/>
              <a:ext cx="7920000" cy="504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0CC1460-7C9F-844A-0337-C03BE9497F3E}"/>
                </a:ext>
              </a:extLst>
            </p:cNvPr>
            <p:cNvSpPr/>
            <p:nvPr/>
          </p:nvSpPr>
          <p:spPr>
            <a:xfrm>
              <a:off x="2298183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cxnSp>
          <p:nvCxnSpPr>
            <p:cNvPr id="159" name="Connecteur : en angle 158">
              <a:extLst>
                <a:ext uri="{FF2B5EF4-FFF2-40B4-BE49-F238E27FC236}">
                  <a16:creationId xmlns:a16="http://schemas.microsoft.com/office/drawing/2014/main" id="{447F4C5F-BA83-0E88-B4C8-32A4451967E3}"/>
                </a:ext>
              </a:extLst>
            </p:cNvPr>
            <p:cNvCxnSpPr>
              <a:cxnSpLocks/>
              <a:stCxn id="10" idx="3"/>
              <a:endCxn id="50" idx="1"/>
            </p:cNvCxnSpPr>
            <p:nvPr/>
          </p:nvCxnSpPr>
          <p:spPr>
            <a:xfrm>
              <a:off x="2946183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265A20D1-7819-6EA9-89E2-A92EBC7353BC}"/>
                </a:ext>
              </a:extLst>
            </p:cNvPr>
            <p:cNvSpPr/>
            <p:nvPr/>
          </p:nvSpPr>
          <p:spPr>
            <a:xfrm>
              <a:off x="2298183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F56D1DB1-D594-811A-CA2C-054ED5D5B0E0}"/>
                </a:ext>
              </a:extLst>
            </p:cNvPr>
            <p:cNvSpPr/>
            <p:nvPr/>
          </p:nvSpPr>
          <p:spPr>
            <a:xfrm>
              <a:off x="2298183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50" name="Rectangle 49">
              <a:extLst>
                <a:ext uri="{FF2B5EF4-FFF2-40B4-BE49-F238E27FC236}">
                  <a16:creationId xmlns:a16="http://schemas.microsoft.com/office/drawing/2014/main" id="{4B1F7F63-16CA-0D63-E4FD-020645CB55E1}"/>
                </a:ext>
              </a:extLst>
            </p:cNvPr>
            <p:cNvSpPr/>
            <p:nvPr/>
          </p:nvSpPr>
          <p:spPr>
            <a:xfrm>
              <a:off x="3070142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52" name="Rectangle 51">
              <a:extLst>
                <a:ext uri="{FF2B5EF4-FFF2-40B4-BE49-F238E27FC236}">
                  <a16:creationId xmlns:a16="http://schemas.microsoft.com/office/drawing/2014/main" id="{ECB81CB1-E566-C171-E52A-63ED1F9DE122}"/>
                </a:ext>
              </a:extLst>
            </p:cNvPr>
            <p:cNvSpPr/>
            <p:nvPr/>
          </p:nvSpPr>
          <p:spPr>
            <a:xfrm>
              <a:off x="3842101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54" name="Rectangle 53">
              <a:extLst>
                <a:ext uri="{FF2B5EF4-FFF2-40B4-BE49-F238E27FC236}">
                  <a16:creationId xmlns:a16="http://schemas.microsoft.com/office/drawing/2014/main" id="{073D6652-9A78-5CEB-4923-554DEC810393}"/>
                </a:ext>
              </a:extLst>
            </p:cNvPr>
            <p:cNvSpPr/>
            <p:nvPr/>
          </p:nvSpPr>
          <p:spPr>
            <a:xfrm>
              <a:off x="4614060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56" name="Rectangle 55">
              <a:extLst>
                <a:ext uri="{FF2B5EF4-FFF2-40B4-BE49-F238E27FC236}">
                  <a16:creationId xmlns:a16="http://schemas.microsoft.com/office/drawing/2014/main" id="{71426E44-9803-90DC-6259-6ECB0C569D91}"/>
                </a:ext>
              </a:extLst>
            </p:cNvPr>
            <p:cNvSpPr/>
            <p:nvPr/>
          </p:nvSpPr>
          <p:spPr>
            <a:xfrm>
              <a:off x="5386019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58" name="Rectangle 57">
              <a:extLst>
                <a:ext uri="{FF2B5EF4-FFF2-40B4-BE49-F238E27FC236}">
                  <a16:creationId xmlns:a16="http://schemas.microsoft.com/office/drawing/2014/main" id="{C62D5E3B-2A05-A236-0E32-D3050B1C5321}"/>
                </a:ext>
              </a:extLst>
            </p:cNvPr>
            <p:cNvSpPr/>
            <p:nvPr/>
          </p:nvSpPr>
          <p:spPr>
            <a:xfrm>
              <a:off x="6157978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60" name="Rectangle 59">
              <a:extLst>
                <a:ext uri="{FF2B5EF4-FFF2-40B4-BE49-F238E27FC236}">
                  <a16:creationId xmlns:a16="http://schemas.microsoft.com/office/drawing/2014/main" id="{9C766B54-EF4E-E393-CB6C-1512FF329701}"/>
                </a:ext>
              </a:extLst>
            </p:cNvPr>
            <p:cNvSpPr/>
            <p:nvPr/>
          </p:nvSpPr>
          <p:spPr>
            <a:xfrm>
              <a:off x="6929937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62" name="Rectangle 61">
              <a:extLst>
                <a:ext uri="{FF2B5EF4-FFF2-40B4-BE49-F238E27FC236}">
                  <a16:creationId xmlns:a16="http://schemas.microsoft.com/office/drawing/2014/main" id="{ACA34F47-DEB8-CE71-0F02-D43FD9AC2308}"/>
                </a:ext>
              </a:extLst>
            </p:cNvPr>
            <p:cNvSpPr/>
            <p:nvPr/>
          </p:nvSpPr>
          <p:spPr>
            <a:xfrm>
              <a:off x="7701896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128" name="Rectangle 127">
              <a:extLst>
                <a:ext uri="{FF2B5EF4-FFF2-40B4-BE49-F238E27FC236}">
                  <a16:creationId xmlns:a16="http://schemas.microsoft.com/office/drawing/2014/main" id="{EE10F360-130B-F487-13CF-545DAF9A8A2F}"/>
                </a:ext>
              </a:extLst>
            </p:cNvPr>
            <p:cNvSpPr/>
            <p:nvPr/>
          </p:nvSpPr>
          <p:spPr>
            <a:xfrm>
              <a:off x="8473855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30" name="Rectangle 129">
              <a:extLst>
                <a:ext uri="{FF2B5EF4-FFF2-40B4-BE49-F238E27FC236}">
                  <a16:creationId xmlns:a16="http://schemas.microsoft.com/office/drawing/2014/main" id="{9FD35C7D-57FD-DE39-AA80-1AA4A6361BA8}"/>
                </a:ext>
              </a:extLst>
            </p:cNvPr>
            <p:cNvSpPr/>
            <p:nvPr/>
          </p:nvSpPr>
          <p:spPr>
            <a:xfrm>
              <a:off x="9245817" y="108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0000">
                    <a:shade val="30000"/>
                    <a:satMod val="115000"/>
                  </a:srgbClr>
                </a:gs>
                <a:gs pos="50000">
                  <a:srgbClr val="FF0000">
                    <a:shade val="67500"/>
                    <a:satMod val="115000"/>
                  </a:srgbClr>
                </a:gs>
                <a:gs pos="100000">
                  <a:srgbClr val="FF00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 cmpd="sng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cxnSp>
          <p:nvCxnSpPr>
            <p:cNvPr id="145" name="Connecteur : en angle 158">
              <a:extLst>
                <a:ext uri="{FF2B5EF4-FFF2-40B4-BE49-F238E27FC236}">
                  <a16:creationId xmlns:a16="http://schemas.microsoft.com/office/drawing/2014/main" id="{33F370BA-1572-6F8A-8456-D9E54A8A59D6}"/>
                </a:ext>
              </a:extLst>
            </p:cNvPr>
            <p:cNvCxnSpPr>
              <a:cxnSpLocks/>
              <a:stCxn id="50" idx="3"/>
              <a:endCxn id="52" idx="1"/>
            </p:cNvCxnSpPr>
            <p:nvPr/>
          </p:nvCxnSpPr>
          <p:spPr>
            <a:xfrm>
              <a:off x="3718142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Connecteur : en angle 158">
              <a:extLst>
                <a:ext uri="{FF2B5EF4-FFF2-40B4-BE49-F238E27FC236}">
                  <a16:creationId xmlns:a16="http://schemas.microsoft.com/office/drawing/2014/main" id="{34E8F131-C6BD-567E-BFFD-470D526F6A46}"/>
                </a:ext>
              </a:extLst>
            </p:cNvPr>
            <p:cNvCxnSpPr>
              <a:cxnSpLocks/>
              <a:stCxn id="52" idx="3"/>
              <a:endCxn id="54" idx="1"/>
            </p:cNvCxnSpPr>
            <p:nvPr/>
          </p:nvCxnSpPr>
          <p:spPr>
            <a:xfrm>
              <a:off x="4490101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7" name="Connecteur : en angle 158">
              <a:extLst>
                <a:ext uri="{FF2B5EF4-FFF2-40B4-BE49-F238E27FC236}">
                  <a16:creationId xmlns:a16="http://schemas.microsoft.com/office/drawing/2014/main" id="{46376E17-3539-D42A-29D8-3DED3A2B9375}"/>
                </a:ext>
              </a:extLst>
            </p:cNvPr>
            <p:cNvCxnSpPr>
              <a:cxnSpLocks/>
              <a:stCxn id="54" idx="3"/>
              <a:endCxn id="56" idx="1"/>
            </p:cNvCxnSpPr>
            <p:nvPr/>
          </p:nvCxnSpPr>
          <p:spPr>
            <a:xfrm>
              <a:off x="5262060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8" name="Connecteur : en angle 158">
              <a:extLst>
                <a:ext uri="{FF2B5EF4-FFF2-40B4-BE49-F238E27FC236}">
                  <a16:creationId xmlns:a16="http://schemas.microsoft.com/office/drawing/2014/main" id="{18850B86-69D9-10CD-BB89-9F6DD7F0F0A1}"/>
                </a:ext>
              </a:extLst>
            </p:cNvPr>
            <p:cNvCxnSpPr>
              <a:cxnSpLocks/>
              <a:stCxn id="56" idx="3"/>
              <a:endCxn id="58" idx="1"/>
            </p:cNvCxnSpPr>
            <p:nvPr/>
          </p:nvCxnSpPr>
          <p:spPr>
            <a:xfrm>
              <a:off x="6034019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0" name="Connecteur : en angle 158">
              <a:extLst>
                <a:ext uri="{FF2B5EF4-FFF2-40B4-BE49-F238E27FC236}">
                  <a16:creationId xmlns:a16="http://schemas.microsoft.com/office/drawing/2014/main" id="{685038AA-EED0-ACDA-4959-7190BAD21B20}"/>
                </a:ext>
              </a:extLst>
            </p:cNvPr>
            <p:cNvCxnSpPr>
              <a:cxnSpLocks/>
              <a:stCxn id="58" idx="3"/>
              <a:endCxn id="60" idx="1"/>
            </p:cNvCxnSpPr>
            <p:nvPr/>
          </p:nvCxnSpPr>
          <p:spPr>
            <a:xfrm>
              <a:off x="6805978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1" name="Connecteur : en angle 158">
              <a:extLst>
                <a:ext uri="{FF2B5EF4-FFF2-40B4-BE49-F238E27FC236}">
                  <a16:creationId xmlns:a16="http://schemas.microsoft.com/office/drawing/2014/main" id="{86F24C8A-54D0-DC0E-45B5-3118AF7A40A0}"/>
                </a:ext>
              </a:extLst>
            </p:cNvPr>
            <p:cNvCxnSpPr>
              <a:cxnSpLocks/>
              <a:stCxn id="60" idx="3"/>
              <a:endCxn id="62" idx="1"/>
            </p:cNvCxnSpPr>
            <p:nvPr/>
          </p:nvCxnSpPr>
          <p:spPr>
            <a:xfrm>
              <a:off x="7577937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3" name="Connecteur : en angle 158">
              <a:extLst>
                <a:ext uri="{FF2B5EF4-FFF2-40B4-BE49-F238E27FC236}">
                  <a16:creationId xmlns:a16="http://schemas.microsoft.com/office/drawing/2014/main" id="{E913FE44-207D-7A05-E7A1-0CAC3C683524}"/>
                </a:ext>
              </a:extLst>
            </p:cNvPr>
            <p:cNvCxnSpPr>
              <a:cxnSpLocks/>
              <a:stCxn id="62" idx="3"/>
              <a:endCxn id="128" idx="1"/>
            </p:cNvCxnSpPr>
            <p:nvPr/>
          </p:nvCxnSpPr>
          <p:spPr>
            <a:xfrm>
              <a:off x="8349896" y="153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64" name="Connecteur : en angle 158">
              <a:extLst>
                <a:ext uri="{FF2B5EF4-FFF2-40B4-BE49-F238E27FC236}">
                  <a16:creationId xmlns:a16="http://schemas.microsoft.com/office/drawing/2014/main" id="{D1FF5B41-AD14-4603-40EB-78B41F72C964}"/>
                </a:ext>
              </a:extLst>
            </p:cNvPr>
            <p:cNvCxnSpPr>
              <a:cxnSpLocks/>
              <a:stCxn id="128" idx="3"/>
              <a:endCxn id="130" idx="1"/>
            </p:cNvCxnSpPr>
            <p:nvPr/>
          </p:nvCxnSpPr>
          <p:spPr>
            <a:xfrm>
              <a:off x="9121855" y="1533272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3" name="ZoneTexte 192">
              <a:extLst>
                <a:ext uri="{FF2B5EF4-FFF2-40B4-BE49-F238E27FC236}">
                  <a16:creationId xmlns:a16="http://schemas.microsoft.com/office/drawing/2014/main" id="{86AF0B9B-FAE7-5F6E-9FF9-F2255BA1F9D3}"/>
                </a:ext>
              </a:extLst>
            </p:cNvPr>
            <p:cNvSpPr txBox="1"/>
            <p:nvPr/>
          </p:nvSpPr>
          <p:spPr>
            <a:xfrm>
              <a:off x="4086194" y="5251306"/>
              <a:ext cx="479156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28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Captivité </a:t>
              </a:r>
              <a:r>
                <a:rPr lang="fr-FR" sz="28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  <a:sym typeface="Wingdings" panose="05000000000000000000" pitchFamily="2" charset="2"/>
                </a:rPr>
                <a:t>Points de Rançon</a:t>
              </a:r>
              <a:endParaRPr lang="fr-FR" sz="2800" dirty="0">
                <a:solidFill>
                  <a:schemeClr val="bg1"/>
                </a:solidFill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196" name="Rectangle 195">
              <a:extLst>
                <a:ext uri="{FF2B5EF4-FFF2-40B4-BE49-F238E27FC236}">
                  <a16:creationId xmlns:a16="http://schemas.microsoft.com/office/drawing/2014/main" id="{5A940CA7-3711-74BD-E8B5-F3699DBEA11F}"/>
                </a:ext>
              </a:extLst>
            </p:cNvPr>
            <p:cNvSpPr/>
            <p:nvPr/>
          </p:nvSpPr>
          <p:spPr>
            <a:xfrm>
              <a:off x="8473855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99" name="Rectangle 198">
              <a:extLst>
                <a:ext uri="{FF2B5EF4-FFF2-40B4-BE49-F238E27FC236}">
                  <a16:creationId xmlns:a16="http://schemas.microsoft.com/office/drawing/2014/main" id="{2B2ECDA4-52A3-A5D9-1D71-921E460ADD0D}"/>
                </a:ext>
              </a:extLst>
            </p:cNvPr>
            <p:cNvSpPr/>
            <p:nvPr/>
          </p:nvSpPr>
          <p:spPr>
            <a:xfrm>
              <a:off x="6929937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02" name="Rectangle 201">
              <a:extLst>
                <a:ext uri="{FF2B5EF4-FFF2-40B4-BE49-F238E27FC236}">
                  <a16:creationId xmlns:a16="http://schemas.microsoft.com/office/drawing/2014/main" id="{BA172177-C40F-0981-6EEA-76BDECB12A28}"/>
                </a:ext>
              </a:extLst>
            </p:cNvPr>
            <p:cNvSpPr/>
            <p:nvPr/>
          </p:nvSpPr>
          <p:spPr>
            <a:xfrm>
              <a:off x="7701896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05" name="Rectangle 204">
              <a:extLst>
                <a:ext uri="{FF2B5EF4-FFF2-40B4-BE49-F238E27FC236}">
                  <a16:creationId xmlns:a16="http://schemas.microsoft.com/office/drawing/2014/main" id="{B5F5A395-B671-780A-4FFF-4C39135A8837}"/>
                </a:ext>
              </a:extLst>
            </p:cNvPr>
            <p:cNvSpPr/>
            <p:nvPr/>
          </p:nvSpPr>
          <p:spPr>
            <a:xfrm>
              <a:off x="3070142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08" name="Rectangle 207">
              <a:extLst>
                <a:ext uri="{FF2B5EF4-FFF2-40B4-BE49-F238E27FC236}">
                  <a16:creationId xmlns:a16="http://schemas.microsoft.com/office/drawing/2014/main" id="{997F2DC3-9977-7EDD-9DA1-2BA9057A3D0B}"/>
                </a:ext>
              </a:extLst>
            </p:cNvPr>
            <p:cNvSpPr/>
            <p:nvPr/>
          </p:nvSpPr>
          <p:spPr>
            <a:xfrm>
              <a:off x="3842101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11" name="Rectangle 210">
              <a:extLst>
                <a:ext uri="{FF2B5EF4-FFF2-40B4-BE49-F238E27FC236}">
                  <a16:creationId xmlns:a16="http://schemas.microsoft.com/office/drawing/2014/main" id="{4ACE9223-6FFE-1CE4-8EDA-3CA57258B999}"/>
                </a:ext>
              </a:extLst>
            </p:cNvPr>
            <p:cNvSpPr/>
            <p:nvPr/>
          </p:nvSpPr>
          <p:spPr>
            <a:xfrm>
              <a:off x="4614060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14" name="Rectangle 213">
              <a:extLst>
                <a:ext uri="{FF2B5EF4-FFF2-40B4-BE49-F238E27FC236}">
                  <a16:creationId xmlns:a16="http://schemas.microsoft.com/office/drawing/2014/main" id="{ED7AD93F-C72C-BB57-F129-65E1FFF64EF8}"/>
                </a:ext>
              </a:extLst>
            </p:cNvPr>
            <p:cNvSpPr/>
            <p:nvPr/>
          </p:nvSpPr>
          <p:spPr>
            <a:xfrm>
              <a:off x="5386019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17" name="Rectangle 216">
              <a:extLst>
                <a:ext uri="{FF2B5EF4-FFF2-40B4-BE49-F238E27FC236}">
                  <a16:creationId xmlns:a16="http://schemas.microsoft.com/office/drawing/2014/main" id="{F43EF233-0473-2D67-4DA4-3EDB7E778488}"/>
                </a:ext>
              </a:extLst>
            </p:cNvPr>
            <p:cNvSpPr/>
            <p:nvPr/>
          </p:nvSpPr>
          <p:spPr>
            <a:xfrm>
              <a:off x="6157978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29" name="Rectangle 228">
              <a:extLst>
                <a:ext uri="{FF2B5EF4-FFF2-40B4-BE49-F238E27FC236}">
                  <a16:creationId xmlns:a16="http://schemas.microsoft.com/office/drawing/2014/main" id="{E7CC08C7-CBEE-A7FF-75E2-FD2FCF8EDD4F}"/>
                </a:ext>
              </a:extLst>
            </p:cNvPr>
            <p:cNvSpPr/>
            <p:nvPr/>
          </p:nvSpPr>
          <p:spPr>
            <a:xfrm>
              <a:off x="9245817" y="2157544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70C0">
                    <a:shade val="30000"/>
                    <a:satMod val="115000"/>
                  </a:srgbClr>
                </a:gs>
                <a:gs pos="50000">
                  <a:srgbClr val="0070C0">
                    <a:shade val="67500"/>
                    <a:satMod val="115000"/>
                  </a:srgbClr>
                </a:gs>
                <a:gs pos="100000">
                  <a:srgbClr val="0070C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31" name="Rectangle 230">
              <a:extLst>
                <a:ext uri="{FF2B5EF4-FFF2-40B4-BE49-F238E27FC236}">
                  <a16:creationId xmlns:a16="http://schemas.microsoft.com/office/drawing/2014/main" id="{C20DD654-82F0-17E4-069F-894B8E89A98D}"/>
                </a:ext>
              </a:extLst>
            </p:cNvPr>
            <p:cNvSpPr/>
            <p:nvPr/>
          </p:nvSpPr>
          <p:spPr>
            <a:xfrm>
              <a:off x="3070142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33" name="Rectangle 232">
              <a:extLst>
                <a:ext uri="{FF2B5EF4-FFF2-40B4-BE49-F238E27FC236}">
                  <a16:creationId xmlns:a16="http://schemas.microsoft.com/office/drawing/2014/main" id="{7EB60738-DB24-F5FE-1CA3-9A365CB7F16E}"/>
                </a:ext>
              </a:extLst>
            </p:cNvPr>
            <p:cNvSpPr/>
            <p:nvPr/>
          </p:nvSpPr>
          <p:spPr>
            <a:xfrm>
              <a:off x="3842101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35" name="Rectangle 234">
              <a:extLst>
                <a:ext uri="{FF2B5EF4-FFF2-40B4-BE49-F238E27FC236}">
                  <a16:creationId xmlns:a16="http://schemas.microsoft.com/office/drawing/2014/main" id="{B238082B-5119-E38C-0826-3BE0CD6B8ED3}"/>
                </a:ext>
              </a:extLst>
            </p:cNvPr>
            <p:cNvSpPr/>
            <p:nvPr/>
          </p:nvSpPr>
          <p:spPr>
            <a:xfrm>
              <a:off x="4614060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37" name="Rectangle 236">
              <a:extLst>
                <a:ext uri="{FF2B5EF4-FFF2-40B4-BE49-F238E27FC236}">
                  <a16:creationId xmlns:a16="http://schemas.microsoft.com/office/drawing/2014/main" id="{DE9A2370-2EEC-6E75-2E17-A7860610121C}"/>
                </a:ext>
              </a:extLst>
            </p:cNvPr>
            <p:cNvSpPr/>
            <p:nvPr/>
          </p:nvSpPr>
          <p:spPr>
            <a:xfrm>
              <a:off x="5386019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39" name="Rectangle 238">
              <a:extLst>
                <a:ext uri="{FF2B5EF4-FFF2-40B4-BE49-F238E27FC236}">
                  <a16:creationId xmlns:a16="http://schemas.microsoft.com/office/drawing/2014/main" id="{B4D0219B-7EF4-C495-6221-64F8C5837CC8}"/>
                </a:ext>
              </a:extLst>
            </p:cNvPr>
            <p:cNvSpPr/>
            <p:nvPr/>
          </p:nvSpPr>
          <p:spPr>
            <a:xfrm>
              <a:off x="6157978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41" name="Rectangle 240">
              <a:extLst>
                <a:ext uri="{FF2B5EF4-FFF2-40B4-BE49-F238E27FC236}">
                  <a16:creationId xmlns:a16="http://schemas.microsoft.com/office/drawing/2014/main" id="{0CD9C418-27A3-4AD2-9E7C-CE76EBA62F80}"/>
                </a:ext>
              </a:extLst>
            </p:cNvPr>
            <p:cNvSpPr/>
            <p:nvPr/>
          </p:nvSpPr>
          <p:spPr>
            <a:xfrm>
              <a:off x="6929937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43" name="Rectangle 242">
              <a:extLst>
                <a:ext uri="{FF2B5EF4-FFF2-40B4-BE49-F238E27FC236}">
                  <a16:creationId xmlns:a16="http://schemas.microsoft.com/office/drawing/2014/main" id="{C285DAD7-FF0E-EEDC-DC4B-351A57F081B9}"/>
                </a:ext>
              </a:extLst>
            </p:cNvPr>
            <p:cNvSpPr/>
            <p:nvPr/>
          </p:nvSpPr>
          <p:spPr>
            <a:xfrm>
              <a:off x="7701896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45" name="Rectangle 244">
              <a:extLst>
                <a:ext uri="{FF2B5EF4-FFF2-40B4-BE49-F238E27FC236}">
                  <a16:creationId xmlns:a16="http://schemas.microsoft.com/office/drawing/2014/main" id="{35470535-A252-F7FC-A9C6-01BC108656B2}"/>
                </a:ext>
              </a:extLst>
            </p:cNvPr>
            <p:cNvSpPr/>
            <p:nvPr/>
          </p:nvSpPr>
          <p:spPr>
            <a:xfrm>
              <a:off x="8473855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49" name="Rectangle 248">
              <a:extLst>
                <a:ext uri="{FF2B5EF4-FFF2-40B4-BE49-F238E27FC236}">
                  <a16:creationId xmlns:a16="http://schemas.microsoft.com/office/drawing/2014/main" id="{7B6C355C-054A-0639-4F8C-465535DA6F24}"/>
                </a:ext>
              </a:extLst>
            </p:cNvPr>
            <p:cNvSpPr/>
            <p:nvPr/>
          </p:nvSpPr>
          <p:spPr>
            <a:xfrm>
              <a:off x="9245817" y="3153272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00B050">
                    <a:shade val="30000"/>
                    <a:satMod val="115000"/>
                  </a:srgbClr>
                </a:gs>
                <a:gs pos="50000">
                  <a:srgbClr val="00B050">
                    <a:shade val="67500"/>
                    <a:satMod val="115000"/>
                  </a:srgbClr>
                </a:gs>
                <a:gs pos="100000">
                  <a:srgbClr val="00B05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5000"/>
                </a:lnSpc>
                <a:spcAft>
                  <a:spcPts val="800"/>
                </a:spcAft>
              </a:pPr>
              <a:r>
                <a:rPr lang="fr-FR" dirty="0">
                  <a:latin typeface="Segoe UI" panose="020B0502040204020203" pitchFamily="34" charset="0"/>
                  <a:ea typeface="Calibri" panose="020F0502020204030204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251" name="Rectangle 250">
              <a:extLst>
                <a:ext uri="{FF2B5EF4-FFF2-40B4-BE49-F238E27FC236}">
                  <a16:creationId xmlns:a16="http://schemas.microsoft.com/office/drawing/2014/main" id="{DF2AF375-2CA1-9405-9BB7-9F6C61E8325A}"/>
                </a:ext>
              </a:extLst>
            </p:cNvPr>
            <p:cNvSpPr/>
            <p:nvPr/>
          </p:nvSpPr>
          <p:spPr>
            <a:xfrm>
              <a:off x="2298183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253" name="Rectangle 252">
              <a:extLst>
                <a:ext uri="{FF2B5EF4-FFF2-40B4-BE49-F238E27FC236}">
                  <a16:creationId xmlns:a16="http://schemas.microsoft.com/office/drawing/2014/main" id="{2F76F1A6-69EE-72A1-1F98-5409804BE7D3}"/>
                </a:ext>
              </a:extLst>
            </p:cNvPr>
            <p:cNvSpPr/>
            <p:nvPr/>
          </p:nvSpPr>
          <p:spPr>
            <a:xfrm>
              <a:off x="3070142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255" name="Rectangle 254">
              <a:extLst>
                <a:ext uri="{FF2B5EF4-FFF2-40B4-BE49-F238E27FC236}">
                  <a16:creationId xmlns:a16="http://schemas.microsoft.com/office/drawing/2014/main" id="{1FF4D873-BBFB-A647-801A-EC1443FF8E88}"/>
                </a:ext>
              </a:extLst>
            </p:cNvPr>
            <p:cNvSpPr/>
            <p:nvPr/>
          </p:nvSpPr>
          <p:spPr>
            <a:xfrm>
              <a:off x="3842101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257" name="Rectangle 256">
              <a:extLst>
                <a:ext uri="{FF2B5EF4-FFF2-40B4-BE49-F238E27FC236}">
                  <a16:creationId xmlns:a16="http://schemas.microsoft.com/office/drawing/2014/main" id="{4C722333-58B6-0496-7146-7E0912D495D3}"/>
                </a:ext>
              </a:extLst>
            </p:cNvPr>
            <p:cNvSpPr/>
            <p:nvPr/>
          </p:nvSpPr>
          <p:spPr>
            <a:xfrm>
              <a:off x="4614060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259" name="Rectangle 258">
              <a:extLst>
                <a:ext uri="{FF2B5EF4-FFF2-40B4-BE49-F238E27FC236}">
                  <a16:creationId xmlns:a16="http://schemas.microsoft.com/office/drawing/2014/main" id="{08A9A4EB-B47B-51BF-AEDB-3C8CAE6BEE55}"/>
                </a:ext>
              </a:extLst>
            </p:cNvPr>
            <p:cNvSpPr/>
            <p:nvPr/>
          </p:nvSpPr>
          <p:spPr>
            <a:xfrm>
              <a:off x="5386019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261" name="Rectangle 260">
              <a:extLst>
                <a:ext uri="{FF2B5EF4-FFF2-40B4-BE49-F238E27FC236}">
                  <a16:creationId xmlns:a16="http://schemas.microsoft.com/office/drawing/2014/main" id="{B985ACE3-B9B1-FB86-6636-704868071FE7}"/>
                </a:ext>
              </a:extLst>
            </p:cNvPr>
            <p:cNvSpPr/>
            <p:nvPr/>
          </p:nvSpPr>
          <p:spPr>
            <a:xfrm>
              <a:off x="6157978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63" name="Rectangle 262">
              <a:extLst>
                <a:ext uri="{FF2B5EF4-FFF2-40B4-BE49-F238E27FC236}">
                  <a16:creationId xmlns:a16="http://schemas.microsoft.com/office/drawing/2014/main" id="{EEAB4C16-0D53-680F-363E-6E9D29F7DE14}"/>
                </a:ext>
              </a:extLst>
            </p:cNvPr>
            <p:cNvSpPr/>
            <p:nvPr/>
          </p:nvSpPr>
          <p:spPr>
            <a:xfrm>
              <a:off x="6929937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sp>
          <p:nvSpPr>
            <p:cNvPr id="265" name="Rectangle 264">
              <a:extLst>
                <a:ext uri="{FF2B5EF4-FFF2-40B4-BE49-F238E27FC236}">
                  <a16:creationId xmlns:a16="http://schemas.microsoft.com/office/drawing/2014/main" id="{49C726C6-C803-861D-B2A6-09F877635D20}"/>
                </a:ext>
              </a:extLst>
            </p:cNvPr>
            <p:cNvSpPr/>
            <p:nvPr/>
          </p:nvSpPr>
          <p:spPr>
            <a:xfrm>
              <a:off x="7701896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67" name="Rectangle 266">
              <a:extLst>
                <a:ext uri="{FF2B5EF4-FFF2-40B4-BE49-F238E27FC236}">
                  <a16:creationId xmlns:a16="http://schemas.microsoft.com/office/drawing/2014/main" id="{E1D8F907-291C-4947-7BED-A2B3BC4AC04B}"/>
                </a:ext>
              </a:extLst>
            </p:cNvPr>
            <p:cNvSpPr/>
            <p:nvPr/>
          </p:nvSpPr>
          <p:spPr>
            <a:xfrm>
              <a:off x="8473855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269" name="Rectangle 268">
              <a:extLst>
                <a:ext uri="{FF2B5EF4-FFF2-40B4-BE49-F238E27FC236}">
                  <a16:creationId xmlns:a16="http://schemas.microsoft.com/office/drawing/2014/main" id="{0C66BE80-9E45-A78E-D309-4E6F1D40584C}"/>
                </a:ext>
              </a:extLst>
            </p:cNvPr>
            <p:cNvSpPr/>
            <p:nvPr/>
          </p:nvSpPr>
          <p:spPr>
            <a:xfrm>
              <a:off x="9245817" y="4197145"/>
              <a:ext cx="648000" cy="900000"/>
            </a:xfrm>
            <a:prstGeom prst="rect">
              <a:avLst/>
            </a:prstGeom>
            <a:gradFill flip="none" rotWithShape="1">
              <a:gsLst>
                <a:gs pos="0">
                  <a:srgbClr val="FFFF00">
                    <a:shade val="30000"/>
                    <a:satMod val="115000"/>
                  </a:srgbClr>
                </a:gs>
                <a:gs pos="50000">
                  <a:srgbClr val="FFFF00">
                    <a:shade val="67500"/>
                    <a:satMod val="115000"/>
                  </a:srgbClr>
                </a:gs>
                <a:gs pos="100000">
                  <a:srgbClr val="FFFF00">
                    <a:shade val="100000"/>
                    <a:satMod val="115000"/>
                  </a:srgbClr>
                </a:gs>
              </a:gsLst>
              <a:lin ang="10800000" scaled="1"/>
              <a:tileRect/>
            </a:gradFill>
            <a:ln w="57150">
              <a:noFill/>
            </a:ln>
            <a:effectLst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r>
                <a:rPr lang="fr-FR" dirty="0">
                  <a:latin typeface="Segoe UI" panose="020B0502040204020203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cxnSp>
          <p:nvCxnSpPr>
            <p:cNvPr id="270" name="Connecteur : en angle 158">
              <a:extLst>
                <a:ext uri="{FF2B5EF4-FFF2-40B4-BE49-F238E27FC236}">
                  <a16:creationId xmlns:a16="http://schemas.microsoft.com/office/drawing/2014/main" id="{8FD9BCA4-FA69-9371-BD95-4A57A2E2C4C3}"/>
                </a:ext>
              </a:extLst>
            </p:cNvPr>
            <p:cNvCxnSpPr>
              <a:cxnSpLocks/>
              <a:stCxn id="21" idx="3"/>
              <a:endCxn id="205" idx="1"/>
            </p:cNvCxnSpPr>
            <p:nvPr/>
          </p:nvCxnSpPr>
          <p:spPr>
            <a:xfrm>
              <a:off x="2946183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3" name="Connecteur : en angle 158">
              <a:extLst>
                <a:ext uri="{FF2B5EF4-FFF2-40B4-BE49-F238E27FC236}">
                  <a16:creationId xmlns:a16="http://schemas.microsoft.com/office/drawing/2014/main" id="{AF4D03A5-3BE9-F921-2DB6-084E5F64EFF7}"/>
                </a:ext>
              </a:extLst>
            </p:cNvPr>
            <p:cNvCxnSpPr>
              <a:cxnSpLocks/>
              <a:stCxn id="205" idx="3"/>
              <a:endCxn id="208" idx="1"/>
            </p:cNvCxnSpPr>
            <p:nvPr/>
          </p:nvCxnSpPr>
          <p:spPr>
            <a:xfrm>
              <a:off x="3718142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6" name="Connecteur : en angle 158">
              <a:extLst>
                <a:ext uri="{FF2B5EF4-FFF2-40B4-BE49-F238E27FC236}">
                  <a16:creationId xmlns:a16="http://schemas.microsoft.com/office/drawing/2014/main" id="{918999EC-DD31-E911-12F2-53AF95BD4CF9}"/>
                </a:ext>
              </a:extLst>
            </p:cNvPr>
            <p:cNvCxnSpPr>
              <a:cxnSpLocks/>
              <a:stCxn id="208" idx="3"/>
              <a:endCxn id="211" idx="1"/>
            </p:cNvCxnSpPr>
            <p:nvPr/>
          </p:nvCxnSpPr>
          <p:spPr>
            <a:xfrm>
              <a:off x="4490101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9" name="Connecteur : en angle 158">
              <a:extLst>
                <a:ext uri="{FF2B5EF4-FFF2-40B4-BE49-F238E27FC236}">
                  <a16:creationId xmlns:a16="http://schemas.microsoft.com/office/drawing/2014/main" id="{CB475507-A77E-A306-8B73-A74FB5D0EE74}"/>
                </a:ext>
              </a:extLst>
            </p:cNvPr>
            <p:cNvCxnSpPr>
              <a:cxnSpLocks/>
              <a:stCxn id="211" idx="3"/>
              <a:endCxn id="214" idx="1"/>
            </p:cNvCxnSpPr>
            <p:nvPr/>
          </p:nvCxnSpPr>
          <p:spPr>
            <a:xfrm>
              <a:off x="5262060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2" name="Connecteur : en angle 158">
              <a:extLst>
                <a:ext uri="{FF2B5EF4-FFF2-40B4-BE49-F238E27FC236}">
                  <a16:creationId xmlns:a16="http://schemas.microsoft.com/office/drawing/2014/main" id="{FD40A615-1197-916E-0530-9A7ABEB5AAE2}"/>
                </a:ext>
              </a:extLst>
            </p:cNvPr>
            <p:cNvCxnSpPr>
              <a:cxnSpLocks/>
              <a:stCxn id="214" idx="3"/>
              <a:endCxn id="217" idx="1"/>
            </p:cNvCxnSpPr>
            <p:nvPr/>
          </p:nvCxnSpPr>
          <p:spPr>
            <a:xfrm>
              <a:off x="6034019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5" name="Connecteur : en angle 158">
              <a:extLst>
                <a:ext uri="{FF2B5EF4-FFF2-40B4-BE49-F238E27FC236}">
                  <a16:creationId xmlns:a16="http://schemas.microsoft.com/office/drawing/2014/main" id="{5E3165A0-3763-4A9D-CDE4-2FDCE3789363}"/>
                </a:ext>
              </a:extLst>
            </p:cNvPr>
            <p:cNvCxnSpPr>
              <a:cxnSpLocks/>
              <a:stCxn id="217" idx="3"/>
              <a:endCxn id="199" idx="1"/>
            </p:cNvCxnSpPr>
            <p:nvPr/>
          </p:nvCxnSpPr>
          <p:spPr>
            <a:xfrm>
              <a:off x="6805978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8" name="Connecteur : en angle 158">
              <a:extLst>
                <a:ext uri="{FF2B5EF4-FFF2-40B4-BE49-F238E27FC236}">
                  <a16:creationId xmlns:a16="http://schemas.microsoft.com/office/drawing/2014/main" id="{21700F0D-9AC5-758D-B9D5-9A288B67CEAE}"/>
                </a:ext>
              </a:extLst>
            </p:cNvPr>
            <p:cNvCxnSpPr>
              <a:cxnSpLocks/>
              <a:stCxn id="199" idx="3"/>
              <a:endCxn id="202" idx="1"/>
            </p:cNvCxnSpPr>
            <p:nvPr/>
          </p:nvCxnSpPr>
          <p:spPr>
            <a:xfrm>
              <a:off x="7577937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1" name="Connecteur : en angle 158">
              <a:extLst>
                <a:ext uri="{FF2B5EF4-FFF2-40B4-BE49-F238E27FC236}">
                  <a16:creationId xmlns:a16="http://schemas.microsoft.com/office/drawing/2014/main" id="{A175EC47-B742-B1ED-A0B1-6573DB5C86ED}"/>
                </a:ext>
              </a:extLst>
            </p:cNvPr>
            <p:cNvCxnSpPr>
              <a:cxnSpLocks/>
              <a:stCxn id="202" idx="3"/>
              <a:endCxn id="196" idx="1"/>
            </p:cNvCxnSpPr>
            <p:nvPr/>
          </p:nvCxnSpPr>
          <p:spPr>
            <a:xfrm>
              <a:off x="8349896" y="2607544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4" name="Connecteur : en angle 158">
              <a:extLst>
                <a:ext uri="{FF2B5EF4-FFF2-40B4-BE49-F238E27FC236}">
                  <a16:creationId xmlns:a16="http://schemas.microsoft.com/office/drawing/2014/main" id="{F28C04A9-4605-E30D-73B7-EABD30B85FF3}"/>
                </a:ext>
              </a:extLst>
            </p:cNvPr>
            <p:cNvCxnSpPr>
              <a:cxnSpLocks/>
              <a:stCxn id="196" idx="3"/>
              <a:endCxn id="229" idx="1"/>
            </p:cNvCxnSpPr>
            <p:nvPr/>
          </p:nvCxnSpPr>
          <p:spPr>
            <a:xfrm>
              <a:off x="9121855" y="2607544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7" name="Connecteur : en angle 158">
              <a:extLst>
                <a:ext uri="{FF2B5EF4-FFF2-40B4-BE49-F238E27FC236}">
                  <a16:creationId xmlns:a16="http://schemas.microsoft.com/office/drawing/2014/main" id="{0CFDCB75-2A80-74A2-11B8-D438CF81818A}"/>
                </a:ext>
              </a:extLst>
            </p:cNvPr>
            <p:cNvCxnSpPr>
              <a:cxnSpLocks/>
              <a:stCxn id="24" idx="3"/>
              <a:endCxn id="231" idx="1"/>
            </p:cNvCxnSpPr>
            <p:nvPr/>
          </p:nvCxnSpPr>
          <p:spPr>
            <a:xfrm>
              <a:off x="2946183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0" name="Connecteur : en angle 158">
              <a:extLst>
                <a:ext uri="{FF2B5EF4-FFF2-40B4-BE49-F238E27FC236}">
                  <a16:creationId xmlns:a16="http://schemas.microsoft.com/office/drawing/2014/main" id="{7F1DB365-23EE-CAEC-3EE4-907DCAC8972F}"/>
                </a:ext>
              </a:extLst>
            </p:cNvPr>
            <p:cNvCxnSpPr>
              <a:cxnSpLocks/>
              <a:stCxn id="231" idx="3"/>
              <a:endCxn id="233" idx="1"/>
            </p:cNvCxnSpPr>
            <p:nvPr/>
          </p:nvCxnSpPr>
          <p:spPr>
            <a:xfrm>
              <a:off x="3718142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3" name="Connecteur : en angle 158">
              <a:extLst>
                <a:ext uri="{FF2B5EF4-FFF2-40B4-BE49-F238E27FC236}">
                  <a16:creationId xmlns:a16="http://schemas.microsoft.com/office/drawing/2014/main" id="{90C5E3B4-1B8A-7B08-88C5-4D30FCCA1AA4}"/>
                </a:ext>
              </a:extLst>
            </p:cNvPr>
            <p:cNvCxnSpPr>
              <a:cxnSpLocks/>
              <a:stCxn id="233" idx="3"/>
              <a:endCxn id="235" idx="1"/>
            </p:cNvCxnSpPr>
            <p:nvPr/>
          </p:nvCxnSpPr>
          <p:spPr>
            <a:xfrm>
              <a:off x="4490101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6" name="Connecteur : en angle 158">
              <a:extLst>
                <a:ext uri="{FF2B5EF4-FFF2-40B4-BE49-F238E27FC236}">
                  <a16:creationId xmlns:a16="http://schemas.microsoft.com/office/drawing/2014/main" id="{8FF5C218-D587-00B7-FE47-52EF204BD43A}"/>
                </a:ext>
              </a:extLst>
            </p:cNvPr>
            <p:cNvCxnSpPr>
              <a:cxnSpLocks/>
              <a:stCxn id="235" idx="3"/>
              <a:endCxn id="237" idx="1"/>
            </p:cNvCxnSpPr>
            <p:nvPr/>
          </p:nvCxnSpPr>
          <p:spPr>
            <a:xfrm>
              <a:off x="5262060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9" name="Connecteur : en angle 158">
              <a:extLst>
                <a:ext uri="{FF2B5EF4-FFF2-40B4-BE49-F238E27FC236}">
                  <a16:creationId xmlns:a16="http://schemas.microsoft.com/office/drawing/2014/main" id="{9FBEF074-3512-A595-C86F-0780B706412C}"/>
                </a:ext>
              </a:extLst>
            </p:cNvPr>
            <p:cNvCxnSpPr>
              <a:cxnSpLocks/>
              <a:stCxn id="237" idx="3"/>
              <a:endCxn id="239" idx="1"/>
            </p:cNvCxnSpPr>
            <p:nvPr/>
          </p:nvCxnSpPr>
          <p:spPr>
            <a:xfrm>
              <a:off x="6034019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3" name="Connecteur : en angle 158">
              <a:extLst>
                <a:ext uri="{FF2B5EF4-FFF2-40B4-BE49-F238E27FC236}">
                  <a16:creationId xmlns:a16="http://schemas.microsoft.com/office/drawing/2014/main" id="{DD6287B6-8198-3E4D-3E60-9FD6DE8163C2}"/>
                </a:ext>
              </a:extLst>
            </p:cNvPr>
            <p:cNvCxnSpPr>
              <a:cxnSpLocks/>
              <a:stCxn id="239" idx="3"/>
              <a:endCxn id="241" idx="1"/>
            </p:cNvCxnSpPr>
            <p:nvPr/>
          </p:nvCxnSpPr>
          <p:spPr>
            <a:xfrm>
              <a:off x="6805978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6" name="Connecteur : en angle 158">
              <a:extLst>
                <a:ext uri="{FF2B5EF4-FFF2-40B4-BE49-F238E27FC236}">
                  <a16:creationId xmlns:a16="http://schemas.microsoft.com/office/drawing/2014/main" id="{0FB1CAF6-A7B4-D59B-34D6-783C81FB76E4}"/>
                </a:ext>
              </a:extLst>
            </p:cNvPr>
            <p:cNvCxnSpPr>
              <a:cxnSpLocks/>
              <a:stCxn id="241" idx="3"/>
              <a:endCxn id="243" idx="1"/>
            </p:cNvCxnSpPr>
            <p:nvPr/>
          </p:nvCxnSpPr>
          <p:spPr>
            <a:xfrm>
              <a:off x="7577937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9" name="Connecteur : en angle 158">
              <a:extLst>
                <a:ext uri="{FF2B5EF4-FFF2-40B4-BE49-F238E27FC236}">
                  <a16:creationId xmlns:a16="http://schemas.microsoft.com/office/drawing/2014/main" id="{FA67A1E7-D500-8A96-4B77-F39B7887BED4}"/>
                </a:ext>
              </a:extLst>
            </p:cNvPr>
            <p:cNvCxnSpPr>
              <a:cxnSpLocks/>
              <a:stCxn id="243" idx="3"/>
              <a:endCxn id="245" idx="1"/>
            </p:cNvCxnSpPr>
            <p:nvPr/>
          </p:nvCxnSpPr>
          <p:spPr>
            <a:xfrm>
              <a:off x="8349896" y="3603272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2" name="Connecteur : en angle 158">
              <a:extLst>
                <a:ext uri="{FF2B5EF4-FFF2-40B4-BE49-F238E27FC236}">
                  <a16:creationId xmlns:a16="http://schemas.microsoft.com/office/drawing/2014/main" id="{807366CD-CDFD-552D-7F65-B7D6CE5530E7}"/>
                </a:ext>
              </a:extLst>
            </p:cNvPr>
            <p:cNvCxnSpPr>
              <a:cxnSpLocks/>
              <a:stCxn id="245" idx="3"/>
              <a:endCxn id="249" idx="1"/>
            </p:cNvCxnSpPr>
            <p:nvPr/>
          </p:nvCxnSpPr>
          <p:spPr>
            <a:xfrm>
              <a:off x="9121855" y="3603272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5" name="Connecteur : en angle 158">
              <a:extLst>
                <a:ext uri="{FF2B5EF4-FFF2-40B4-BE49-F238E27FC236}">
                  <a16:creationId xmlns:a16="http://schemas.microsoft.com/office/drawing/2014/main" id="{4A4EA4E7-5A56-26C5-7232-945E7F201A68}"/>
                </a:ext>
              </a:extLst>
            </p:cNvPr>
            <p:cNvCxnSpPr>
              <a:cxnSpLocks/>
              <a:stCxn id="251" idx="3"/>
              <a:endCxn id="253" idx="1"/>
            </p:cNvCxnSpPr>
            <p:nvPr/>
          </p:nvCxnSpPr>
          <p:spPr>
            <a:xfrm>
              <a:off x="2946183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8" name="Connecteur : en angle 158">
              <a:extLst>
                <a:ext uri="{FF2B5EF4-FFF2-40B4-BE49-F238E27FC236}">
                  <a16:creationId xmlns:a16="http://schemas.microsoft.com/office/drawing/2014/main" id="{C1F9C1D0-99AE-7492-38F1-0FF135805976}"/>
                </a:ext>
              </a:extLst>
            </p:cNvPr>
            <p:cNvCxnSpPr>
              <a:cxnSpLocks/>
              <a:stCxn id="253" idx="3"/>
              <a:endCxn id="255" idx="1"/>
            </p:cNvCxnSpPr>
            <p:nvPr/>
          </p:nvCxnSpPr>
          <p:spPr>
            <a:xfrm>
              <a:off x="3718142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1" name="Connecteur : en angle 158">
              <a:extLst>
                <a:ext uri="{FF2B5EF4-FFF2-40B4-BE49-F238E27FC236}">
                  <a16:creationId xmlns:a16="http://schemas.microsoft.com/office/drawing/2014/main" id="{2EACDEAA-77DF-6BD3-115B-BCB6788F3CB3}"/>
                </a:ext>
              </a:extLst>
            </p:cNvPr>
            <p:cNvCxnSpPr>
              <a:cxnSpLocks/>
              <a:stCxn id="255" idx="3"/>
              <a:endCxn id="257" idx="1"/>
            </p:cNvCxnSpPr>
            <p:nvPr/>
          </p:nvCxnSpPr>
          <p:spPr>
            <a:xfrm>
              <a:off x="4490101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5" name="Connecteur : en angle 158">
              <a:extLst>
                <a:ext uri="{FF2B5EF4-FFF2-40B4-BE49-F238E27FC236}">
                  <a16:creationId xmlns:a16="http://schemas.microsoft.com/office/drawing/2014/main" id="{5168EE22-2F87-8D89-3BFD-CB73AF6FD40E}"/>
                </a:ext>
              </a:extLst>
            </p:cNvPr>
            <p:cNvCxnSpPr>
              <a:cxnSpLocks/>
              <a:stCxn id="257" idx="3"/>
              <a:endCxn id="259" idx="1"/>
            </p:cNvCxnSpPr>
            <p:nvPr/>
          </p:nvCxnSpPr>
          <p:spPr>
            <a:xfrm>
              <a:off x="5262060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8" name="Connecteur : en angle 158">
              <a:extLst>
                <a:ext uri="{FF2B5EF4-FFF2-40B4-BE49-F238E27FC236}">
                  <a16:creationId xmlns:a16="http://schemas.microsoft.com/office/drawing/2014/main" id="{CF01AABC-6204-DD5B-B689-B4BBBB979E1B}"/>
                </a:ext>
              </a:extLst>
            </p:cNvPr>
            <p:cNvCxnSpPr>
              <a:cxnSpLocks/>
              <a:stCxn id="259" idx="3"/>
              <a:endCxn id="261" idx="1"/>
            </p:cNvCxnSpPr>
            <p:nvPr/>
          </p:nvCxnSpPr>
          <p:spPr>
            <a:xfrm>
              <a:off x="6034019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1" name="Connecteur : en angle 158">
              <a:extLst>
                <a:ext uri="{FF2B5EF4-FFF2-40B4-BE49-F238E27FC236}">
                  <a16:creationId xmlns:a16="http://schemas.microsoft.com/office/drawing/2014/main" id="{4CFE0577-AEE8-2DB1-C62C-B10572B9F55F}"/>
                </a:ext>
              </a:extLst>
            </p:cNvPr>
            <p:cNvCxnSpPr>
              <a:cxnSpLocks/>
              <a:stCxn id="261" idx="3"/>
              <a:endCxn id="263" idx="1"/>
            </p:cNvCxnSpPr>
            <p:nvPr/>
          </p:nvCxnSpPr>
          <p:spPr>
            <a:xfrm>
              <a:off x="6805978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4" name="Connecteur : en angle 158">
              <a:extLst>
                <a:ext uri="{FF2B5EF4-FFF2-40B4-BE49-F238E27FC236}">
                  <a16:creationId xmlns:a16="http://schemas.microsoft.com/office/drawing/2014/main" id="{343D8DE4-3DC7-04FB-3697-B3B7FCAFC323}"/>
                </a:ext>
              </a:extLst>
            </p:cNvPr>
            <p:cNvCxnSpPr>
              <a:cxnSpLocks/>
              <a:stCxn id="263" idx="3"/>
              <a:endCxn id="265" idx="1"/>
            </p:cNvCxnSpPr>
            <p:nvPr/>
          </p:nvCxnSpPr>
          <p:spPr>
            <a:xfrm>
              <a:off x="7577937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7" name="Connecteur : en angle 158">
              <a:extLst>
                <a:ext uri="{FF2B5EF4-FFF2-40B4-BE49-F238E27FC236}">
                  <a16:creationId xmlns:a16="http://schemas.microsoft.com/office/drawing/2014/main" id="{BFDA9B2C-9DA7-773A-A4B6-C8F5F55C6938}"/>
                </a:ext>
              </a:extLst>
            </p:cNvPr>
            <p:cNvCxnSpPr>
              <a:cxnSpLocks/>
              <a:stCxn id="265" idx="3"/>
              <a:endCxn id="267" idx="1"/>
            </p:cNvCxnSpPr>
            <p:nvPr/>
          </p:nvCxnSpPr>
          <p:spPr>
            <a:xfrm>
              <a:off x="8349896" y="4647145"/>
              <a:ext cx="123959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0" name="Connecteur : en angle 158">
              <a:extLst>
                <a:ext uri="{FF2B5EF4-FFF2-40B4-BE49-F238E27FC236}">
                  <a16:creationId xmlns:a16="http://schemas.microsoft.com/office/drawing/2014/main" id="{474FC4CC-62F4-70AF-848C-5EE23884A071}"/>
                </a:ext>
              </a:extLst>
            </p:cNvPr>
            <p:cNvCxnSpPr>
              <a:cxnSpLocks/>
              <a:stCxn id="267" idx="3"/>
              <a:endCxn id="269" idx="1"/>
            </p:cNvCxnSpPr>
            <p:nvPr/>
          </p:nvCxnSpPr>
          <p:spPr>
            <a:xfrm>
              <a:off x="9121855" y="4647145"/>
              <a:ext cx="123962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394166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2D1644-D8EC-2815-7701-431FE4D837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9" name="Groupe 78">
            <a:extLst>
              <a:ext uri="{FF2B5EF4-FFF2-40B4-BE49-F238E27FC236}">
                <a16:creationId xmlns:a16="http://schemas.microsoft.com/office/drawing/2014/main" id="{8BC1BA6F-AB29-01E9-5ED5-E2DC36881F16}"/>
              </a:ext>
            </a:extLst>
          </p:cNvPr>
          <p:cNvGrpSpPr/>
          <p:nvPr/>
        </p:nvGrpSpPr>
        <p:grpSpPr>
          <a:xfrm>
            <a:off x="1469390" y="855218"/>
            <a:ext cx="4498848" cy="3420000"/>
            <a:chOff x="1469390" y="855218"/>
            <a:chExt cx="4498848" cy="3420000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91770E8-75B8-2636-29B4-BAEDF997E4E4}"/>
                </a:ext>
              </a:extLst>
            </p:cNvPr>
            <p:cNvSpPr/>
            <p:nvPr/>
          </p:nvSpPr>
          <p:spPr>
            <a:xfrm>
              <a:off x="1469390" y="855218"/>
              <a:ext cx="4498848" cy="3420000"/>
            </a:xfrm>
            <a:prstGeom prst="rect">
              <a:avLst/>
            </a:prstGeom>
            <a:blipFill>
              <a:blip r:embed="rId3"/>
              <a:tile tx="0" ty="0" sx="100000" sy="100000" flip="none" algn="tl"/>
            </a:blipFill>
            <a:ln w="9525">
              <a:solidFill>
                <a:schemeClr val="tx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endParaRPr lang="fr-FR" dirty="0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C9EE3BB9-EE0F-EF81-2BE5-2176A6D9E755}"/>
                </a:ext>
              </a:extLst>
            </p:cNvPr>
            <p:cNvSpPr/>
            <p:nvPr/>
          </p:nvSpPr>
          <p:spPr>
            <a:xfrm>
              <a:off x="1698621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D3968AF1-A4E2-C94F-B724-1300055EA048}"/>
                </a:ext>
              </a:extLst>
            </p:cNvPr>
            <p:cNvSpPr/>
            <p:nvPr/>
          </p:nvSpPr>
          <p:spPr>
            <a:xfrm>
              <a:off x="2736565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2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A4DD8A98-E6EC-C522-B2E2-291C8390C20B}"/>
                </a:ext>
              </a:extLst>
            </p:cNvPr>
            <p:cNvSpPr/>
            <p:nvPr/>
          </p:nvSpPr>
          <p:spPr>
            <a:xfrm>
              <a:off x="3779026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3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115855A2-12C5-328F-07CD-1E24113AC61F}"/>
                </a:ext>
              </a:extLst>
            </p:cNvPr>
            <p:cNvSpPr/>
            <p:nvPr/>
          </p:nvSpPr>
          <p:spPr>
            <a:xfrm>
              <a:off x="1698621" y="2135669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10</a:t>
              </a:r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146CC396-65A2-EA08-30DA-722627498656}"/>
                </a:ext>
              </a:extLst>
            </p:cNvPr>
            <p:cNvSpPr/>
            <p:nvPr/>
          </p:nvSpPr>
          <p:spPr>
            <a:xfrm>
              <a:off x="4821487" y="1074748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4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73F77112-6421-4622-E56D-4752FAA1D87B}"/>
                </a:ext>
              </a:extLst>
            </p:cNvPr>
            <p:cNvSpPr/>
            <p:nvPr/>
          </p:nvSpPr>
          <p:spPr>
            <a:xfrm>
              <a:off x="4821487" y="2135669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5</a:t>
              </a:r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D80E80E5-4D0E-656F-597E-3552B503E450}"/>
                </a:ext>
              </a:extLst>
            </p:cNvPr>
            <p:cNvSpPr/>
            <p:nvPr/>
          </p:nvSpPr>
          <p:spPr>
            <a:xfrm>
              <a:off x="1698621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9</a:t>
              </a:r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4552CB6E-F7F4-BFED-4EF5-BB0298D70802}"/>
                </a:ext>
              </a:extLst>
            </p:cNvPr>
            <p:cNvSpPr/>
            <p:nvPr/>
          </p:nvSpPr>
          <p:spPr>
            <a:xfrm>
              <a:off x="2736565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8</a:t>
              </a: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86BB6114-5F6A-EA86-6D77-E4ACF016FC8A}"/>
                </a:ext>
              </a:extLst>
            </p:cNvPr>
            <p:cNvSpPr/>
            <p:nvPr/>
          </p:nvSpPr>
          <p:spPr>
            <a:xfrm>
              <a:off x="4821487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6</a:t>
              </a:r>
            </a:p>
          </p:txBody>
        </p:sp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28439620-583D-97DB-C9C5-6F5B5DE8D566}"/>
                </a:ext>
              </a:extLst>
            </p:cNvPr>
            <p:cNvSpPr/>
            <p:nvPr/>
          </p:nvSpPr>
          <p:spPr>
            <a:xfrm>
              <a:off x="3779026" y="3175850"/>
              <a:ext cx="900000" cy="900000"/>
            </a:xfrm>
            <a:prstGeom prst="rect">
              <a:avLst/>
            </a:prstGeom>
            <a:blipFill>
              <a:blip r:embed="rId4">
                <a:duotone>
                  <a:schemeClr val="bg2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artisticWatercolorSponge/>
                        </a14:imgEffect>
                        <a14:imgEffect>
                          <a14:brightnessContrast bright="20000" contrast="-40000"/>
                        </a14:imgEffect>
                      </a14:imgLayer>
                    </a14:imgProps>
                  </a:ext>
                </a:extLst>
              </a:blip>
              <a:tile tx="0" ty="0" sx="100000" sy="100000" flip="none" algn="tl"/>
            </a:blipFill>
            <a:ln w="19050">
              <a:solidFill>
                <a:schemeClr val="bg1"/>
              </a:solidFill>
            </a:ln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noAutofit/>
            </a:bodyPr>
            <a:lstStyle/>
            <a:p>
              <a:pPr algn="ctr">
                <a:lnSpc>
                  <a:spcPct val="107000"/>
                </a:lnSpc>
                <a:spcAft>
                  <a:spcPts val="800"/>
                </a:spcAft>
                <a:buNone/>
              </a:pPr>
              <a:r>
                <a:rPr lang="fr-FR" sz="1400" b="1" dirty="0">
                  <a:solidFill>
                    <a:schemeClr val="tx1"/>
                  </a:solidFill>
                  <a:effectLst/>
                  <a:latin typeface="Segoe UI" panose="020B0502040204020203" pitchFamily="34" charset="0"/>
                  <a:ea typeface="Aptos" panose="020B0004020202020204" pitchFamily="34" charset="0"/>
                  <a:cs typeface="Segoe UI" panose="020B0502040204020203" pitchFamily="34" charset="0"/>
                </a:rPr>
                <a:t>7</a:t>
              </a:r>
            </a:p>
          </p:txBody>
        </p:sp>
        <p:cxnSp>
          <p:nvCxnSpPr>
            <p:cNvPr id="26" name="Connecteur : en angle 158">
              <a:extLst>
                <a:ext uri="{FF2B5EF4-FFF2-40B4-BE49-F238E27FC236}">
                  <a16:creationId xmlns:a16="http://schemas.microsoft.com/office/drawing/2014/main" id="{AF9A2031-1C78-D215-B4C8-021BF647DB8F}"/>
                </a:ext>
              </a:extLst>
            </p:cNvPr>
            <p:cNvCxnSpPr>
              <a:cxnSpLocks/>
              <a:stCxn id="4" idx="3"/>
              <a:endCxn id="6" idx="1"/>
            </p:cNvCxnSpPr>
            <p:nvPr/>
          </p:nvCxnSpPr>
          <p:spPr>
            <a:xfrm>
              <a:off x="2598621" y="1524748"/>
              <a:ext cx="137944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Connecteur : en angle 158">
              <a:extLst>
                <a:ext uri="{FF2B5EF4-FFF2-40B4-BE49-F238E27FC236}">
                  <a16:creationId xmlns:a16="http://schemas.microsoft.com/office/drawing/2014/main" id="{8C8F276F-853E-35BB-50AA-574D2FBA995A}"/>
                </a:ext>
              </a:extLst>
            </p:cNvPr>
            <p:cNvCxnSpPr>
              <a:cxnSpLocks/>
              <a:stCxn id="6" idx="3"/>
              <a:endCxn id="8" idx="1"/>
            </p:cNvCxnSpPr>
            <p:nvPr/>
          </p:nvCxnSpPr>
          <p:spPr>
            <a:xfrm>
              <a:off x="3636565" y="1524748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Connecteur : en angle 158">
              <a:extLst>
                <a:ext uri="{FF2B5EF4-FFF2-40B4-BE49-F238E27FC236}">
                  <a16:creationId xmlns:a16="http://schemas.microsoft.com/office/drawing/2014/main" id="{A38A4B5B-4587-2EF5-ECDB-4FF619757D7E}"/>
                </a:ext>
              </a:extLst>
            </p:cNvPr>
            <p:cNvCxnSpPr>
              <a:cxnSpLocks/>
              <a:stCxn id="8" idx="3"/>
              <a:endCxn id="13" idx="1"/>
            </p:cNvCxnSpPr>
            <p:nvPr/>
          </p:nvCxnSpPr>
          <p:spPr>
            <a:xfrm>
              <a:off x="4679026" y="1524748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Connecteur : en angle 158">
              <a:extLst>
                <a:ext uri="{FF2B5EF4-FFF2-40B4-BE49-F238E27FC236}">
                  <a16:creationId xmlns:a16="http://schemas.microsoft.com/office/drawing/2014/main" id="{2E29CF99-818F-2BF8-7034-255A8DFFE3A1}"/>
                </a:ext>
              </a:extLst>
            </p:cNvPr>
            <p:cNvCxnSpPr>
              <a:cxnSpLocks/>
              <a:stCxn id="13" idx="2"/>
              <a:endCxn id="15" idx="0"/>
            </p:cNvCxnSpPr>
            <p:nvPr/>
          </p:nvCxnSpPr>
          <p:spPr>
            <a:xfrm>
              <a:off x="5271487" y="1974748"/>
              <a:ext cx="0" cy="160921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Connecteur : en angle 158">
              <a:extLst>
                <a:ext uri="{FF2B5EF4-FFF2-40B4-BE49-F238E27FC236}">
                  <a16:creationId xmlns:a16="http://schemas.microsoft.com/office/drawing/2014/main" id="{D2C15799-9BA0-BD75-0C5F-CBD2BEB36B69}"/>
                </a:ext>
              </a:extLst>
            </p:cNvPr>
            <p:cNvCxnSpPr>
              <a:cxnSpLocks/>
              <a:stCxn id="15" idx="2"/>
              <a:endCxn id="22" idx="0"/>
            </p:cNvCxnSpPr>
            <p:nvPr/>
          </p:nvCxnSpPr>
          <p:spPr>
            <a:xfrm>
              <a:off x="5271487" y="3035669"/>
              <a:ext cx="0" cy="140181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Connecteur : en angle 158">
              <a:extLst>
                <a:ext uri="{FF2B5EF4-FFF2-40B4-BE49-F238E27FC236}">
                  <a16:creationId xmlns:a16="http://schemas.microsoft.com/office/drawing/2014/main" id="{DDC53E5C-4395-A378-72BD-74022FAC14E4}"/>
                </a:ext>
              </a:extLst>
            </p:cNvPr>
            <p:cNvCxnSpPr>
              <a:cxnSpLocks/>
              <a:stCxn id="11" idx="2"/>
              <a:endCxn id="17" idx="0"/>
            </p:cNvCxnSpPr>
            <p:nvPr/>
          </p:nvCxnSpPr>
          <p:spPr>
            <a:xfrm>
              <a:off x="2148621" y="3035669"/>
              <a:ext cx="0" cy="140181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Connecteur : en angle 158">
              <a:extLst>
                <a:ext uri="{FF2B5EF4-FFF2-40B4-BE49-F238E27FC236}">
                  <a16:creationId xmlns:a16="http://schemas.microsoft.com/office/drawing/2014/main" id="{C6B88812-0F3E-CBD2-C05F-88527DDDD92E}"/>
                </a:ext>
              </a:extLst>
            </p:cNvPr>
            <p:cNvCxnSpPr>
              <a:cxnSpLocks/>
              <a:stCxn id="17" idx="3"/>
              <a:endCxn id="19" idx="1"/>
            </p:cNvCxnSpPr>
            <p:nvPr/>
          </p:nvCxnSpPr>
          <p:spPr>
            <a:xfrm>
              <a:off x="2598621" y="3625850"/>
              <a:ext cx="137944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5" name="Connecteur : en angle 158">
              <a:extLst>
                <a:ext uri="{FF2B5EF4-FFF2-40B4-BE49-F238E27FC236}">
                  <a16:creationId xmlns:a16="http://schemas.microsoft.com/office/drawing/2014/main" id="{110D9FA4-424A-29E8-4A8B-5FA8EF55435F}"/>
                </a:ext>
              </a:extLst>
            </p:cNvPr>
            <p:cNvCxnSpPr>
              <a:cxnSpLocks/>
              <a:stCxn id="19" idx="3"/>
              <a:endCxn id="25" idx="1"/>
            </p:cNvCxnSpPr>
            <p:nvPr/>
          </p:nvCxnSpPr>
          <p:spPr>
            <a:xfrm>
              <a:off x="3636565" y="3625850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Connecteur : en angle 158">
              <a:extLst>
                <a:ext uri="{FF2B5EF4-FFF2-40B4-BE49-F238E27FC236}">
                  <a16:creationId xmlns:a16="http://schemas.microsoft.com/office/drawing/2014/main" id="{3BF76DA7-7B05-A007-816C-9E108D5B81A0}"/>
                </a:ext>
              </a:extLst>
            </p:cNvPr>
            <p:cNvCxnSpPr>
              <a:cxnSpLocks/>
              <a:stCxn id="25" idx="3"/>
              <a:endCxn id="22" idx="1"/>
            </p:cNvCxnSpPr>
            <p:nvPr/>
          </p:nvCxnSpPr>
          <p:spPr>
            <a:xfrm>
              <a:off x="4679026" y="3625850"/>
              <a:ext cx="142461" cy="0"/>
            </a:xfrm>
            <a:prstGeom prst="straightConnector1">
              <a:avLst/>
            </a:prstGeom>
            <a:ln w="19050">
              <a:solidFill>
                <a:schemeClr val="bg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" name="ZoneTexte 4">
              <a:extLst>
                <a:ext uri="{FF2B5EF4-FFF2-40B4-BE49-F238E27FC236}">
                  <a16:creationId xmlns:a16="http://schemas.microsoft.com/office/drawing/2014/main" id="{79B0E006-6201-A68A-6491-027375CF6011}"/>
                </a:ext>
              </a:extLst>
            </p:cNvPr>
            <p:cNvSpPr txBox="1"/>
            <p:nvPr/>
          </p:nvSpPr>
          <p:spPr>
            <a:xfrm>
              <a:off x="2772410" y="2110984"/>
              <a:ext cx="1870769" cy="83099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fr-FR" sz="2400" dirty="0">
                  <a:solidFill>
                    <a:schemeClr val="bg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Q</a:t>
              </a:r>
              <a:r>
                <a:rPr lang="fr-FR" sz="2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uartiers de</a:t>
              </a:r>
              <a:br>
                <a:rPr lang="fr-FR" sz="2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</a:br>
              <a:r>
                <a:rPr lang="fr-FR" sz="2400" dirty="0">
                  <a:solidFill>
                    <a:schemeClr val="bg1"/>
                  </a:solidFill>
                  <a:latin typeface="Lucida Calligraphy" panose="03010101010101010101" pitchFamily="66" charset="0"/>
                  <a:cs typeface="Segoe UI" panose="020B0502040204020203" pitchFamily="34" charset="0"/>
                </a:rPr>
                <a:t>G</a:t>
              </a:r>
              <a:r>
                <a:rPr lang="fr-FR" sz="2400" dirty="0">
                  <a:solidFill>
                    <a:schemeClr val="bg1"/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arde</a:t>
              </a:r>
            </a:p>
          </p:txBody>
        </p:sp>
        <p:grpSp>
          <p:nvGrpSpPr>
            <p:cNvPr id="38" name="Groupe 37">
              <a:extLst>
                <a:ext uri="{FF2B5EF4-FFF2-40B4-BE49-F238E27FC236}">
                  <a16:creationId xmlns:a16="http://schemas.microsoft.com/office/drawing/2014/main" id="{78C503D4-C5FE-E283-528B-1CB2CA4F9440}"/>
                </a:ext>
              </a:extLst>
            </p:cNvPr>
            <p:cNvGrpSpPr/>
            <p:nvPr/>
          </p:nvGrpSpPr>
          <p:grpSpPr>
            <a:xfrm>
              <a:off x="1962788" y="1370858"/>
              <a:ext cx="365900" cy="340921"/>
              <a:chOff x="1980005" y="1399967"/>
              <a:chExt cx="365900" cy="340921"/>
            </a:xfrm>
          </p:grpSpPr>
          <p:sp>
            <p:nvSpPr>
              <p:cNvPr id="20" name="Ellipse 19">
                <a:extLst>
                  <a:ext uri="{FF2B5EF4-FFF2-40B4-BE49-F238E27FC236}">
                    <a16:creationId xmlns:a16="http://schemas.microsoft.com/office/drawing/2014/main" id="{711D637E-5D0E-F0D1-7DBC-3E53246301F6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27" name="Ellipse 26">
                <a:extLst>
                  <a:ext uri="{FF2B5EF4-FFF2-40B4-BE49-F238E27FC236}">
                    <a16:creationId xmlns:a16="http://schemas.microsoft.com/office/drawing/2014/main" id="{570ED113-729F-640B-E135-A43D8C8A360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37" name="Ellipse 36">
                <a:extLst>
                  <a:ext uri="{FF2B5EF4-FFF2-40B4-BE49-F238E27FC236}">
                    <a16:creationId xmlns:a16="http://schemas.microsoft.com/office/drawing/2014/main" id="{A4181044-83AE-420E-1E58-9A5B9AC14ED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39" name="Groupe 38">
              <a:extLst>
                <a:ext uri="{FF2B5EF4-FFF2-40B4-BE49-F238E27FC236}">
                  <a16:creationId xmlns:a16="http://schemas.microsoft.com/office/drawing/2014/main" id="{BBAC0A87-D06C-341D-46B8-0417A761976E}"/>
                </a:ext>
              </a:extLst>
            </p:cNvPr>
            <p:cNvGrpSpPr/>
            <p:nvPr/>
          </p:nvGrpSpPr>
          <p:grpSpPr>
            <a:xfrm>
              <a:off x="3001921" y="1370858"/>
              <a:ext cx="365900" cy="340921"/>
              <a:chOff x="1980005" y="1399967"/>
              <a:chExt cx="365900" cy="340921"/>
            </a:xfrm>
          </p:grpSpPr>
          <p:sp>
            <p:nvSpPr>
              <p:cNvPr id="40" name="Ellipse 39">
                <a:extLst>
                  <a:ext uri="{FF2B5EF4-FFF2-40B4-BE49-F238E27FC236}">
                    <a16:creationId xmlns:a16="http://schemas.microsoft.com/office/drawing/2014/main" id="{783EC200-8C8C-95AF-52C5-FED3302531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1" name="Ellipse 40">
                <a:extLst>
                  <a:ext uri="{FF2B5EF4-FFF2-40B4-BE49-F238E27FC236}">
                    <a16:creationId xmlns:a16="http://schemas.microsoft.com/office/drawing/2014/main" id="{196F1623-5A4B-8B84-0DFC-DCC642C0CA2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2" name="Ellipse 41">
                <a:extLst>
                  <a:ext uri="{FF2B5EF4-FFF2-40B4-BE49-F238E27FC236}">
                    <a16:creationId xmlns:a16="http://schemas.microsoft.com/office/drawing/2014/main" id="{3277EA15-1A19-5354-EF56-26E94F194A37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43" name="Groupe 42">
              <a:extLst>
                <a:ext uri="{FF2B5EF4-FFF2-40B4-BE49-F238E27FC236}">
                  <a16:creationId xmlns:a16="http://schemas.microsoft.com/office/drawing/2014/main" id="{8447A651-6D35-9C01-F98A-EC9640E5EF7B}"/>
                </a:ext>
              </a:extLst>
            </p:cNvPr>
            <p:cNvGrpSpPr/>
            <p:nvPr/>
          </p:nvGrpSpPr>
          <p:grpSpPr>
            <a:xfrm>
              <a:off x="4046076" y="1370858"/>
              <a:ext cx="365900" cy="340921"/>
              <a:chOff x="1980005" y="1399967"/>
              <a:chExt cx="365900" cy="340921"/>
            </a:xfrm>
          </p:grpSpPr>
          <p:sp>
            <p:nvSpPr>
              <p:cNvPr id="44" name="Ellipse 43">
                <a:extLst>
                  <a:ext uri="{FF2B5EF4-FFF2-40B4-BE49-F238E27FC236}">
                    <a16:creationId xmlns:a16="http://schemas.microsoft.com/office/drawing/2014/main" id="{D578CB64-4B7A-752D-2959-C19E33D1087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5" name="Ellipse 44">
                <a:extLst>
                  <a:ext uri="{FF2B5EF4-FFF2-40B4-BE49-F238E27FC236}">
                    <a16:creationId xmlns:a16="http://schemas.microsoft.com/office/drawing/2014/main" id="{ABBA66B3-E8FB-0532-BBE9-116E57F682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  <p:sp>
            <p:nvSpPr>
              <p:cNvPr id="46" name="Ellipse 45">
                <a:extLst>
                  <a:ext uri="{FF2B5EF4-FFF2-40B4-BE49-F238E27FC236}">
                    <a16:creationId xmlns:a16="http://schemas.microsoft.com/office/drawing/2014/main" id="{461325E2-541C-0148-2922-6CBE35C60EE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47" name="Groupe 46">
              <a:extLst>
                <a:ext uri="{FF2B5EF4-FFF2-40B4-BE49-F238E27FC236}">
                  <a16:creationId xmlns:a16="http://schemas.microsoft.com/office/drawing/2014/main" id="{A1530FA3-48D0-1E60-C78C-B6FDAEE2A825}"/>
                </a:ext>
              </a:extLst>
            </p:cNvPr>
            <p:cNvGrpSpPr/>
            <p:nvPr/>
          </p:nvGrpSpPr>
          <p:grpSpPr>
            <a:xfrm>
              <a:off x="5084547" y="1370858"/>
              <a:ext cx="365900" cy="340921"/>
              <a:chOff x="1980005" y="1399967"/>
              <a:chExt cx="365900" cy="340921"/>
            </a:xfrm>
          </p:grpSpPr>
          <p:sp>
            <p:nvSpPr>
              <p:cNvPr id="48" name="Ellipse 47">
                <a:extLst>
                  <a:ext uri="{FF2B5EF4-FFF2-40B4-BE49-F238E27FC236}">
                    <a16:creationId xmlns:a16="http://schemas.microsoft.com/office/drawing/2014/main" id="{C7615D04-830F-A108-B13F-907EC53D1E9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49" name="Ellipse 48">
                <a:extLst>
                  <a:ext uri="{FF2B5EF4-FFF2-40B4-BE49-F238E27FC236}">
                    <a16:creationId xmlns:a16="http://schemas.microsoft.com/office/drawing/2014/main" id="{EA9B2D18-64F9-1EEA-0FD1-6B87B5748E3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0" name="Ellipse 49">
                <a:extLst>
                  <a:ext uri="{FF2B5EF4-FFF2-40B4-BE49-F238E27FC236}">
                    <a16:creationId xmlns:a16="http://schemas.microsoft.com/office/drawing/2014/main" id="{2FE9428D-3457-67E6-AF3C-6EF2156F512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51" name="Groupe 50">
              <a:extLst>
                <a:ext uri="{FF2B5EF4-FFF2-40B4-BE49-F238E27FC236}">
                  <a16:creationId xmlns:a16="http://schemas.microsoft.com/office/drawing/2014/main" id="{1A7BF680-7764-DFE9-4907-CA227D255E75}"/>
                </a:ext>
              </a:extLst>
            </p:cNvPr>
            <p:cNvGrpSpPr/>
            <p:nvPr/>
          </p:nvGrpSpPr>
          <p:grpSpPr>
            <a:xfrm>
              <a:off x="5084547" y="2421087"/>
              <a:ext cx="365900" cy="340921"/>
              <a:chOff x="1980005" y="1399967"/>
              <a:chExt cx="365900" cy="340921"/>
            </a:xfrm>
          </p:grpSpPr>
          <p:sp>
            <p:nvSpPr>
              <p:cNvPr id="52" name="Ellipse 51">
                <a:extLst>
                  <a:ext uri="{FF2B5EF4-FFF2-40B4-BE49-F238E27FC236}">
                    <a16:creationId xmlns:a16="http://schemas.microsoft.com/office/drawing/2014/main" id="{FE21FC1E-C5B5-2B47-698A-71720CD9109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3" name="Ellipse 52">
                <a:extLst>
                  <a:ext uri="{FF2B5EF4-FFF2-40B4-BE49-F238E27FC236}">
                    <a16:creationId xmlns:a16="http://schemas.microsoft.com/office/drawing/2014/main" id="{0D60A342-8444-5B8B-E446-DD2FAC960081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4" name="Ellipse 53">
                <a:extLst>
                  <a:ext uri="{FF2B5EF4-FFF2-40B4-BE49-F238E27FC236}">
                    <a16:creationId xmlns:a16="http://schemas.microsoft.com/office/drawing/2014/main" id="{E1BCD40A-BB1E-70A4-6E06-ADAB0AEB4B5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55" name="Groupe 54">
              <a:extLst>
                <a:ext uri="{FF2B5EF4-FFF2-40B4-BE49-F238E27FC236}">
                  <a16:creationId xmlns:a16="http://schemas.microsoft.com/office/drawing/2014/main" id="{5004A93E-8A11-48B9-2B65-D7CDE0E55ED3}"/>
                </a:ext>
              </a:extLst>
            </p:cNvPr>
            <p:cNvGrpSpPr/>
            <p:nvPr/>
          </p:nvGrpSpPr>
          <p:grpSpPr>
            <a:xfrm>
              <a:off x="5084547" y="3461489"/>
              <a:ext cx="365900" cy="340921"/>
              <a:chOff x="1980005" y="1399967"/>
              <a:chExt cx="365900" cy="340921"/>
            </a:xfrm>
          </p:grpSpPr>
          <p:sp>
            <p:nvSpPr>
              <p:cNvPr id="56" name="Ellipse 55">
                <a:extLst>
                  <a:ext uri="{FF2B5EF4-FFF2-40B4-BE49-F238E27FC236}">
                    <a16:creationId xmlns:a16="http://schemas.microsoft.com/office/drawing/2014/main" id="{27D70036-2ED9-A1B2-53AC-102449BF3B5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7" name="Ellipse 56">
                <a:extLst>
                  <a:ext uri="{FF2B5EF4-FFF2-40B4-BE49-F238E27FC236}">
                    <a16:creationId xmlns:a16="http://schemas.microsoft.com/office/drawing/2014/main" id="{4BC29B43-F82D-13BC-CFBE-24340E16441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58" name="Ellipse 57">
                <a:extLst>
                  <a:ext uri="{FF2B5EF4-FFF2-40B4-BE49-F238E27FC236}">
                    <a16:creationId xmlns:a16="http://schemas.microsoft.com/office/drawing/2014/main" id="{9536A47A-8555-5339-2590-1C13F76010F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59" name="Groupe 58">
              <a:extLst>
                <a:ext uri="{FF2B5EF4-FFF2-40B4-BE49-F238E27FC236}">
                  <a16:creationId xmlns:a16="http://schemas.microsoft.com/office/drawing/2014/main" id="{558513BF-3CC5-2AEB-D3CF-F6AE8BF9A9A1}"/>
                </a:ext>
              </a:extLst>
            </p:cNvPr>
            <p:cNvGrpSpPr/>
            <p:nvPr/>
          </p:nvGrpSpPr>
          <p:grpSpPr>
            <a:xfrm>
              <a:off x="1962788" y="2421087"/>
              <a:ext cx="365900" cy="340921"/>
              <a:chOff x="1980005" y="1399967"/>
              <a:chExt cx="365900" cy="340921"/>
            </a:xfrm>
          </p:grpSpPr>
          <p:sp>
            <p:nvSpPr>
              <p:cNvPr id="60" name="Ellipse 59">
                <a:extLst>
                  <a:ext uri="{FF2B5EF4-FFF2-40B4-BE49-F238E27FC236}">
                    <a16:creationId xmlns:a16="http://schemas.microsoft.com/office/drawing/2014/main" id="{F53E6423-C701-CDFF-945D-EB903BD9F3A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1" name="Ellipse 60">
                <a:extLst>
                  <a:ext uri="{FF2B5EF4-FFF2-40B4-BE49-F238E27FC236}">
                    <a16:creationId xmlns:a16="http://schemas.microsoft.com/office/drawing/2014/main" id="{5F7D9414-A808-41F9-D72E-806D72751B6B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2" name="Ellipse 61">
                <a:extLst>
                  <a:ext uri="{FF2B5EF4-FFF2-40B4-BE49-F238E27FC236}">
                    <a16:creationId xmlns:a16="http://schemas.microsoft.com/office/drawing/2014/main" id="{9F2A85B2-75DB-B48D-4256-2DC5382F52F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63" name="Groupe 62">
              <a:extLst>
                <a:ext uri="{FF2B5EF4-FFF2-40B4-BE49-F238E27FC236}">
                  <a16:creationId xmlns:a16="http://schemas.microsoft.com/office/drawing/2014/main" id="{DA18EA87-7120-4612-A6F9-4FD03FE27967}"/>
                </a:ext>
              </a:extLst>
            </p:cNvPr>
            <p:cNvGrpSpPr/>
            <p:nvPr/>
          </p:nvGrpSpPr>
          <p:grpSpPr>
            <a:xfrm>
              <a:off x="1962788" y="3461489"/>
              <a:ext cx="365900" cy="340921"/>
              <a:chOff x="1980005" y="1399967"/>
              <a:chExt cx="365900" cy="340921"/>
            </a:xfrm>
          </p:grpSpPr>
          <p:sp>
            <p:nvSpPr>
              <p:cNvPr id="64" name="Ellipse 63">
                <a:extLst>
                  <a:ext uri="{FF2B5EF4-FFF2-40B4-BE49-F238E27FC236}">
                    <a16:creationId xmlns:a16="http://schemas.microsoft.com/office/drawing/2014/main" id="{C850CEF2-A9A7-0DCB-A4BA-AD8D69D72CC0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5" name="Ellipse 64">
                <a:extLst>
                  <a:ext uri="{FF2B5EF4-FFF2-40B4-BE49-F238E27FC236}">
                    <a16:creationId xmlns:a16="http://schemas.microsoft.com/office/drawing/2014/main" id="{929808E7-AAAA-B225-5635-D8CE742F217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66" name="Ellipse 65">
                <a:extLst>
                  <a:ext uri="{FF2B5EF4-FFF2-40B4-BE49-F238E27FC236}">
                    <a16:creationId xmlns:a16="http://schemas.microsoft.com/office/drawing/2014/main" id="{D6543C29-6DD2-560B-2B28-0F71220FAC63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71" name="Groupe 70">
              <a:extLst>
                <a:ext uri="{FF2B5EF4-FFF2-40B4-BE49-F238E27FC236}">
                  <a16:creationId xmlns:a16="http://schemas.microsoft.com/office/drawing/2014/main" id="{4A45DCC2-A06B-74CB-782C-F37D46171E7F}"/>
                </a:ext>
              </a:extLst>
            </p:cNvPr>
            <p:cNvGrpSpPr/>
            <p:nvPr/>
          </p:nvGrpSpPr>
          <p:grpSpPr>
            <a:xfrm>
              <a:off x="3016485" y="3461489"/>
              <a:ext cx="365900" cy="340921"/>
              <a:chOff x="1980005" y="1399967"/>
              <a:chExt cx="365900" cy="340921"/>
            </a:xfrm>
          </p:grpSpPr>
          <p:sp>
            <p:nvSpPr>
              <p:cNvPr id="72" name="Ellipse 71">
                <a:extLst>
                  <a:ext uri="{FF2B5EF4-FFF2-40B4-BE49-F238E27FC236}">
                    <a16:creationId xmlns:a16="http://schemas.microsoft.com/office/drawing/2014/main" id="{7C17EACB-7BA6-5ACB-B5BD-E6A854094645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3" name="Ellipse 72">
                <a:extLst>
                  <a:ext uri="{FF2B5EF4-FFF2-40B4-BE49-F238E27FC236}">
                    <a16:creationId xmlns:a16="http://schemas.microsoft.com/office/drawing/2014/main" id="{549DE83E-43FB-9EE4-3A8A-5C511F45510C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4" name="Ellipse 73">
                <a:extLst>
                  <a:ext uri="{FF2B5EF4-FFF2-40B4-BE49-F238E27FC236}">
                    <a16:creationId xmlns:a16="http://schemas.microsoft.com/office/drawing/2014/main" id="{E3289CBB-6C56-18A9-EF24-754D9F6E69A4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  <p:grpSp>
          <p:nvGrpSpPr>
            <p:cNvPr id="75" name="Groupe 74">
              <a:extLst>
                <a:ext uri="{FF2B5EF4-FFF2-40B4-BE49-F238E27FC236}">
                  <a16:creationId xmlns:a16="http://schemas.microsoft.com/office/drawing/2014/main" id="{05993991-5222-05B6-A881-9178A31E23F3}"/>
                </a:ext>
              </a:extLst>
            </p:cNvPr>
            <p:cNvGrpSpPr/>
            <p:nvPr/>
          </p:nvGrpSpPr>
          <p:grpSpPr>
            <a:xfrm>
              <a:off x="4043126" y="3461489"/>
              <a:ext cx="365900" cy="340921"/>
              <a:chOff x="1980005" y="1399967"/>
              <a:chExt cx="365900" cy="340921"/>
            </a:xfrm>
          </p:grpSpPr>
          <p:sp>
            <p:nvSpPr>
              <p:cNvPr id="76" name="Ellipse 75">
                <a:extLst>
                  <a:ext uri="{FF2B5EF4-FFF2-40B4-BE49-F238E27FC236}">
                    <a16:creationId xmlns:a16="http://schemas.microsoft.com/office/drawing/2014/main" id="{1FC3C45E-2835-103B-C27C-198D4D80432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19800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7" name="Ellipse 76">
                <a:extLst>
                  <a:ext uri="{FF2B5EF4-FFF2-40B4-BE49-F238E27FC236}">
                    <a16:creationId xmlns:a16="http://schemas.microsoft.com/office/drawing/2014/main" id="{6C3BE214-5EB7-58C6-E461-CC9CB830655D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0005" y="1399967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/>
              </a:p>
            </p:txBody>
          </p:sp>
          <p:sp>
            <p:nvSpPr>
              <p:cNvPr id="78" name="Ellipse 77">
                <a:extLst>
                  <a:ext uri="{FF2B5EF4-FFF2-40B4-BE49-F238E27FC236}">
                    <a16:creationId xmlns:a16="http://schemas.microsoft.com/office/drawing/2014/main" id="{EC2A7A86-2B04-9235-545A-47E6A4C42762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165905" y="1560888"/>
                <a:ext cx="180000" cy="180000"/>
              </a:xfrm>
              <a:prstGeom prst="ellipse">
                <a:avLst/>
              </a:prstGeom>
              <a:noFill/>
              <a:ln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FR" dirty="0"/>
              </a:p>
            </p:txBody>
          </p:sp>
        </p:grpSp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24BD216D-57EC-FA32-85F8-FA466C46304E}"/>
              </a:ext>
            </a:extLst>
          </p:cNvPr>
          <p:cNvSpPr/>
          <p:nvPr/>
        </p:nvSpPr>
        <p:spPr>
          <a:xfrm>
            <a:off x="6841679" y="855218"/>
            <a:ext cx="4498848" cy="3420000"/>
          </a:xfrm>
          <a:prstGeom prst="rect">
            <a:avLst/>
          </a:prstGeom>
          <a:blipFill>
            <a:blip r:embed="rId3"/>
            <a:tile tx="0" ty="0" sx="100000" sy="100000" flip="none" algn="tl"/>
          </a:blipFill>
          <a:ln w="9525">
            <a:solidFill>
              <a:schemeClr val="tx1"/>
            </a:solidFill>
          </a:ln>
          <a:scene3d>
            <a:camera prst="orthographicFront"/>
            <a:lightRig rig="threePt" dir="t"/>
          </a:scene3d>
          <a:sp3d>
            <a:bevelT w="152400" h="50800" prst="softRound"/>
          </a:sp3d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230579984"/>
      </p:ext>
    </p:extLst>
  </p:cSld>
  <p:clrMapOvr>
    <a:masterClrMapping/>
  </p:clrMapOvr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1260</TotalTime>
  <Words>61</Words>
  <Application>Microsoft Office PowerPoint</Application>
  <PresentationFormat>Grand écran</PresentationFormat>
  <Paragraphs>54</Paragraphs>
  <Slides>2</Slides>
  <Notes>2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Lucida Calligraphy</vt:lpstr>
      <vt:lpstr>Segoe UI</vt:lpstr>
      <vt:lpstr>Thème Office</vt:lpstr>
      <vt:lpstr>Présentation PowerPoint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Léandre Brault</dc:creator>
  <cp:lastModifiedBy>Léandre Brault</cp:lastModifiedBy>
  <cp:revision>95</cp:revision>
  <cp:lastPrinted>2026-02-28T18:10:31Z</cp:lastPrinted>
  <dcterms:created xsi:type="dcterms:W3CDTF">2026-02-07T18:04:07Z</dcterms:created>
  <dcterms:modified xsi:type="dcterms:W3CDTF">2026-10-03T18:06:26Z</dcterms:modified>
</cp:coreProperties>
</file>