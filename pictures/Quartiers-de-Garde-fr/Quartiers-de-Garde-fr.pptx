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88" r:id="rId2"/>
    <p:sldId id="290" r:id="rId3"/>
    <p:sldId id="289" r:id="rId4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25D77"/>
    <a:srgbClr val="873939"/>
    <a:srgbClr val="2D5E3B"/>
    <a:srgbClr val="EDCCA9"/>
    <a:srgbClr val="FFFFFF"/>
    <a:srgbClr val="ECF3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10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7456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29368-95F3-5D6F-9105-F041266D3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F997AF1-9A74-8FBA-7D9C-DBD565E485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034EBC6-0C44-FE59-BF6C-37A9516833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B05112E-00A8-B19D-D117-29D758B35D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84739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29/09/2026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124ED-5D56-0D12-306C-3F65A1B6B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3" name="Groupe 352">
            <a:extLst>
              <a:ext uri="{FF2B5EF4-FFF2-40B4-BE49-F238E27FC236}">
                <a16:creationId xmlns:a16="http://schemas.microsoft.com/office/drawing/2014/main" id="{9261C1AB-040F-EBA2-A676-AD3D540EBBA8}"/>
              </a:ext>
            </a:extLst>
          </p:cNvPr>
          <p:cNvGrpSpPr/>
          <p:nvPr/>
        </p:nvGrpSpPr>
        <p:grpSpPr>
          <a:xfrm>
            <a:off x="2136000" y="909000"/>
            <a:ext cx="7920000" cy="5040000"/>
            <a:chOff x="2136000" y="909000"/>
            <a:chExt cx="7920000" cy="5040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C698BD7-B7EC-74CC-FE1A-06349FAC6598}"/>
                </a:ext>
              </a:extLst>
            </p:cNvPr>
            <p:cNvSpPr/>
            <p:nvPr/>
          </p:nvSpPr>
          <p:spPr>
            <a:xfrm>
              <a:off x="2136000" y="909000"/>
              <a:ext cx="7920000" cy="504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 w="9525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fr-FR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0CC1460-7C9F-844A-0337-C03BE9497F3E}"/>
                </a:ext>
              </a:extLst>
            </p:cNvPr>
            <p:cNvSpPr/>
            <p:nvPr/>
          </p:nvSpPr>
          <p:spPr>
            <a:xfrm>
              <a:off x="2298183" y="108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0000">
                    <a:shade val="30000"/>
                    <a:satMod val="115000"/>
                  </a:srgbClr>
                </a:gs>
                <a:gs pos="50000">
                  <a:srgbClr val="FF0000">
                    <a:shade val="67500"/>
                    <a:satMod val="115000"/>
                  </a:srgbClr>
                </a:gs>
                <a:gs pos="100000">
                  <a:srgbClr val="FF0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 cmpd="sng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cxnSp>
          <p:nvCxnSpPr>
            <p:cNvPr id="159" name="Connecteur : en angle 158">
              <a:extLst>
                <a:ext uri="{FF2B5EF4-FFF2-40B4-BE49-F238E27FC236}">
                  <a16:creationId xmlns:a16="http://schemas.microsoft.com/office/drawing/2014/main" id="{447F4C5F-BA83-0E88-B4C8-32A4451967E3}"/>
                </a:ext>
              </a:extLst>
            </p:cNvPr>
            <p:cNvCxnSpPr>
              <a:cxnSpLocks/>
              <a:stCxn id="10" idx="3"/>
              <a:endCxn id="50" idx="1"/>
            </p:cNvCxnSpPr>
            <p:nvPr/>
          </p:nvCxnSpPr>
          <p:spPr>
            <a:xfrm>
              <a:off x="2946183" y="153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65A20D1-7819-6EA9-89E2-A92EBC7353BC}"/>
                </a:ext>
              </a:extLst>
            </p:cNvPr>
            <p:cNvSpPr/>
            <p:nvPr/>
          </p:nvSpPr>
          <p:spPr>
            <a:xfrm>
              <a:off x="2298183" y="2157544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56D1DB1-D594-811A-CA2C-054ED5D5B0E0}"/>
                </a:ext>
              </a:extLst>
            </p:cNvPr>
            <p:cNvSpPr/>
            <p:nvPr/>
          </p:nvSpPr>
          <p:spPr>
            <a:xfrm>
              <a:off x="2298183" y="315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B050">
                    <a:shade val="30000"/>
                    <a:satMod val="115000"/>
                  </a:srgbClr>
                </a:gs>
                <a:gs pos="50000">
                  <a:srgbClr val="00B050">
                    <a:shade val="67500"/>
                    <a:satMod val="115000"/>
                  </a:srgbClr>
                </a:gs>
                <a:gs pos="100000">
                  <a:srgbClr val="00B05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5000"/>
                </a:lnSpc>
                <a:spcAft>
                  <a:spcPts val="800"/>
                </a:spcAft>
              </a:pPr>
              <a:r>
                <a:rPr lang="fr-FR" dirty="0">
                  <a:latin typeface="Segoe UI" panose="020B0502040204020203" pitchFamily="34" charset="0"/>
                  <a:ea typeface="Calibri" panose="020F0502020204030204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4B1F7F63-16CA-0D63-E4FD-020645CB55E1}"/>
                </a:ext>
              </a:extLst>
            </p:cNvPr>
            <p:cNvSpPr/>
            <p:nvPr/>
          </p:nvSpPr>
          <p:spPr>
            <a:xfrm>
              <a:off x="3070142" y="108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0000">
                    <a:shade val="30000"/>
                    <a:satMod val="115000"/>
                  </a:srgbClr>
                </a:gs>
                <a:gs pos="50000">
                  <a:srgbClr val="FF0000">
                    <a:shade val="67500"/>
                    <a:satMod val="115000"/>
                  </a:srgbClr>
                </a:gs>
                <a:gs pos="100000">
                  <a:srgbClr val="FF0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 cmpd="sng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ECB81CB1-E566-C171-E52A-63ED1F9DE122}"/>
                </a:ext>
              </a:extLst>
            </p:cNvPr>
            <p:cNvSpPr/>
            <p:nvPr/>
          </p:nvSpPr>
          <p:spPr>
            <a:xfrm>
              <a:off x="3842101" y="108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0000">
                    <a:shade val="30000"/>
                    <a:satMod val="115000"/>
                  </a:srgbClr>
                </a:gs>
                <a:gs pos="50000">
                  <a:srgbClr val="FF0000">
                    <a:shade val="67500"/>
                    <a:satMod val="115000"/>
                  </a:srgbClr>
                </a:gs>
                <a:gs pos="100000">
                  <a:srgbClr val="FF0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 cmpd="sng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73D6652-9A78-5CEB-4923-554DEC810393}"/>
                </a:ext>
              </a:extLst>
            </p:cNvPr>
            <p:cNvSpPr/>
            <p:nvPr/>
          </p:nvSpPr>
          <p:spPr>
            <a:xfrm>
              <a:off x="4614060" y="108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0000">
                    <a:shade val="30000"/>
                    <a:satMod val="115000"/>
                  </a:srgbClr>
                </a:gs>
                <a:gs pos="50000">
                  <a:srgbClr val="FF0000">
                    <a:shade val="67500"/>
                    <a:satMod val="115000"/>
                  </a:srgbClr>
                </a:gs>
                <a:gs pos="100000">
                  <a:srgbClr val="FF0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 cmpd="sng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4</a:t>
              </a: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71426E44-9803-90DC-6259-6ECB0C569D91}"/>
                </a:ext>
              </a:extLst>
            </p:cNvPr>
            <p:cNvSpPr/>
            <p:nvPr/>
          </p:nvSpPr>
          <p:spPr>
            <a:xfrm>
              <a:off x="5386019" y="108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0000">
                    <a:shade val="30000"/>
                    <a:satMod val="115000"/>
                  </a:srgbClr>
                </a:gs>
                <a:gs pos="50000">
                  <a:srgbClr val="FF0000">
                    <a:shade val="67500"/>
                    <a:satMod val="115000"/>
                  </a:srgbClr>
                </a:gs>
                <a:gs pos="100000">
                  <a:srgbClr val="FF0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 cmpd="sng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5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C62D5E3B-2A05-A236-0E32-D3050B1C5321}"/>
                </a:ext>
              </a:extLst>
            </p:cNvPr>
            <p:cNvSpPr/>
            <p:nvPr/>
          </p:nvSpPr>
          <p:spPr>
            <a:xfrm>
              <a:off x="6157978" y="108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0000">
                    <a:shade val="30000"/>
                    <a:satMod val="115000"/>
                  </a:srgbClr>
                </a:gs>
                <a:gs pos="50000">
                  <a:srgbClr val="FF0000">
                    <a:shade val="67500"/>
                    <a:satMod val="115000"/>
                  </a:srgbClr>
                </a:gs>
                <a:gs pos="100000">
                  <a:srgbClr val="FF0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 cmpd="sng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6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9C766B54-EF4E-E393-CB6C-1512FF329701}"/>
                </a:ext>
              </a:extLst>
            </p:cNvPr>
            <p:cNvSpPr/>
            <p:nvPr/>
          </p:nvSpPr>
          <p:spPr>
            <a:xfrm>
              <a:off x="6929937" y="108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0000">
                    <a:shade val="30000"/>
                    <a:satMod val="115000"/>
                  </a:srgbClr>
                </a:gs>
                <a:gs pos="50000">
                  <a:srgbClr val="FF0000">
                    <a:shade val="67500"/>
                    <a:satMod val="115000"/>
                  </a:srgbClr>
                </a:gs>
                <a:gs pos="100000">
                  <a:srgbClr val="FF0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 cmpd="sng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7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ACA34F47-DEB8-CE71-0F02-D43FD9AC2308}"/>
                </a:ext>
              </a:extLst>
            </p:cNvPr>
            <p:cNvSpPr/>
            <p:nvPr/>
          </p:nvSpPr>
          <p:spPr>
            <a:xfrm>
              <a:off x="7701896" y="108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0000">
                    <a:shade val="30000"/>
                    <a:satMod val="115000"/>
                  </a:srgbClr>
                </a:gs>
                <a:gs pos="50000">
                  <a:srgbClr val="FF0000">
                    <a:shade val="67500"/>
                    <a:satMod val="115000"/>
                  </a:srgbClr>
                </a:gs>
                <a:gs pos="100000">
                  <a:srgbClr val="FF0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 cmpd="sng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8</a:t>
              </a:r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EE10F360-130B-F487-13CF-545DAF9A8A2F}"/>
                </a:ext>
              </a:extLst>
            </p:cNvPr>
            <p:cNvSpPr/>
            <p:nvPr/>
          </p:nvSpPr>
          <p:spPr>
            <a:xfrm>
              <a:off x="8473855" y="108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0000">
                    <a:shade val="30000"/>
                    <a:satMod val="115000"/>
                  </a:srgbClr>
                </a:gs>
                <a:gs pos="50000">
                  <a:srgbClr val="FF0000">
                    <a:shade val="67500"/>
                    <a:satMod val="115000"/>
                  </a:srgbClr>
                </a:gs>
                <a:gs pos="100000">
                  <a:srgbClr val="FF0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 cmpd="sng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9</a:t>
              </a: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9FD35C7D-57FD-DE39-AA80-1AA4A6361BA8}"/>
                </a:ext>
              </a:extLst>
            </p:cNvPr>
            <p:cNvSpPr/>
            <p:nvPr/>
          </p:nvSpPr>
          <p:spPr>
            <a:xfrm>
              <a:off x="9245817" y="108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0000">
                    <a:shade val="30000"/>
                    <a:satMod val="115000"/>
                  </a:srgbClr>
                </a:gs>
                <a:gs pos="50000">
                  <a:srgbClr val="FF0000">
                    <a:shade val="67500"/>
                    <a:satMod val="115000"/>
                  </a:srgbClr>
                </a:gs>
                <a:gs pos="100000">
                  <a:srgbClr val="FF0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 cmpd="sng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10</a:t>
              </a:r>
            </a:p>
          </p:txBody>
        </p:sp>
        <p:cxnSp>
          <p:nvCxnSpPr>
            <p:cNvPr id="145" name="Connecteur : en angle 158">
              <a:extLst>
                <a:ext uri="{FF2B5EF4-FFF2-40B4-BE49-F238E27FC236}">
                  <a16:creationId xmlns:a16="http://schemas.microsoft.com/office/drawing/2014/main" id="{33F370BA-1572-6F8A-8456-D9E54A8A59D6}"/>
                </a:ext>
              </a:extLst>
            </p:cNvPr>
            <p:cNvCxnSpPr>
              <a:cxnSpLocks/>
              <a:stCxn id="50" idx="3"/>
              <a:endCxn id="52" idx="1"/>
            </p:cNvCxnSpPr>
            <p:nvPr/>
          </p:nvCxnSpPr>
          <p:spPr>
            <a:xfrm>
              <a:off x="3718142" y="153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Connecteur : en angle 158">
              <a:extLst>
                <a:ext uri="{FF2B5EF4-FFF2-40B4-BE49-F238E27FC236}">
                  <a16:creationId xmlns:a16="http://schemas.microsoft.com/office/drawing/2014/main" id="{34E8F131-C6BD-567E-BFFD-470D526F6A46}"/>
                </a:ext>
              </a:extLst>
            </p:cNvPr>
            <p:cNvCxnSpPr>
              <a:cxnSpLocks/>
              <a:stCxn id="52" idx="3"/>
              <a:endCxn id="54" idx="1"/>
            </p:cNvCxnSpPr>
            <p:nvPr/>
          </p:nvCxnSpPr>
          <p:spPr>
            <a:xfrm>
              <a:off x="4490101" y="153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 : en angle 158">
              <a:extLst>
                <a:ext uri="{FF2B5EF4-FFF2-40B4-BE49-F238E27FC236}">
                  <a16:creationId xmlns:a16="http://schemas.microsoft.com/office/drawing/2014/main" id="{46376E17-3539-D42A-29D8-3DED3A2B9375}"/>
                </a:ext>
              </a:extLst>
            </p:cNvPr>
            <p:cNvCxnSpPr>
              <a:cxnSpLocks/>
              <a:stCxn id="54" idx="3"/>
              <a:endCxn id="56" idx="1"/>
            </p:cNvCxnSpPr>
            <p:nvPr/>
          </p:nvCxnSpPr>
          <p:spPr>
            <a:xfrm>
              <a:off x="5262060" y="153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 : en angle 158">
              <a:extLst>
                <a:ext uri="{FF2B5EF4-FFF2-40B4-BE49-F238E27FC236}">
                  <a16:creationId xmlns:a16="http://schemas.microsoft.com/office/drawing/2014/main" id="{18850B86-69D9-10CD-BB89-9F6DD7F0F0A1}"/>
                </a:ext>
              </a:extLst>
            </p:cNvPr>
            <p:cNvCxnSpPr>
              <a:cxnSpLocks/>
              <a:stCxn id="56" idx="3"/>
              <a:endCxn id="58" idx="1"/>
            </p:cNvCxnSpPr>
            <p:nvPr/>
          </p:nvCxnSpPr>
          <p:spPr>
            <a:xfrm>
              <a:off x="6034019" y="153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Connecteur : en angle 158">
              <a:extLst>
                <a:ext uri="{FF2B5EF4-FFF2-40B4-BE49-F238E27FC236}">
                  <a16:creationId xmlns:a16="http://schemas.microsoft.com/office/drawing/2014/main" id="{685038AA-EED0-ACDA-4959-7190BAD21B20}"/>
                </a:ext>
              </a:extLst>
            </p:cNvPr>
            <p:cNvCxnSpPr>
              <a:cxnSpLocks/>
              <a:stCxn id="58" idx="3"/>
              <a:endCxn id="60" idx="1"/>
            </p:cNvCxnSpPr>
            <p:nvPr/>
          </p:nvCxnSpPr>
          <p:spPr>
            <a:xfrm>
              <a:off x="6805978" y="153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Connecteur : en angle 158">
              <a:extLst>
                <a:ext uri="{FF2B5EF4-FFF2-40B4-BE49-F238E27FC236}">
                  <a16:creationId xmlns:a16="http://schemas.microsoft.com/office/drawing/2014/main" id="{86F24C8A-54D0-DC0E-45B5-3118AF7A40A0}"/>
                </a:ext>
              </a:extLst>
            </p:cNvPr>
            <p:cNvCxnSpPr>
              <a:cxnSpLocks/>
              <a:stCxn id="60" idx="3"/>
              <a:endCxn id="62" idx="1"/>
            </p:cNvCxnSpPr>
            <p:nvPr/>
          </p:nvCxnSpPr>
          <p:spPr>
            <a:xfrm>
              <a:off x="7577937" y="153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Connecteur : en angle 158">
              <a:extLst>
                <a:ext uri="{FF2B5EF4-FFF2-40B4-BE49-F238E27FC236}">
                  <a16:creationId xmlns:a16="http://schemas.microsoft.com/office/drawing/2014/main" id="{E913FE44-207D-7A05-E7A1-0CAC3C683524}"/>
                </a:ext>
              </a:extLst>
            </p:cNvPr>
            <p:cNvCxnSpPr>
              <a:cxnSpLocks/>
              <a:stCxn id="62" idx="3"/>
              <a:endCxn id="128" idx="1"/>
            </p:cNvCxnSpPr>
            <p:nvPr/>
          </p:nvCxnSpPr>
          <p:spPr>
            <a:xfrm>
              <a:off x="8349896" y="153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Connecteur : en angle 158">
              <a:extLst>
                <a:ext uri="{FF2B5EF4-FFF2-40B4-BE49-F238E27FC236}">
                  <a16:creationId xmlns:a16="http://schemas.microsoft.com/office/drawing/2014/main" id="{D1FF5B41-AD14-4603-40EB-78B41F72C964}"/>
                </a:ext>
              </a:extLst>
            </p:cNvPr>
            <p:cNvCxnSpPr>
              <a:cxnSpLocks/>
              <a:stCxn id="128" idx="3"/>
              <a:endCxn id="130" idx="1"/>
            </p:cNvCxnSpPr>
            <p:nvPr/>
          </p:nvCxnSpPr>
          <p:spPr>
            <a:xfrm>
              <a:off x="9121855" y="1533272"/>
              <a:ext cx="123962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ZoneTexte 192">
              <a:extLst>
                <a:ext uri="{FF2B5EF4-FFF2-40B4-BE49-F238E27FC236}">
                  <a16:creationId xmlns:a16="http://schemas.microsoft.com/office/drawing/2014/main" id="{86AF0B9B-FAE7-5F6E-9FF9-F2255BA1F9D3}"/>
                </a:ext>
              </a:extLst>
            </p:cNvPr>
            <p:cNvSpPr txBox="1"/>
            <p:nvPr/>
          </p:nvSpPr>
          <p:spPr>
            <a:xfrm>
              <a:off x="4086194" y="5251306"/>
              <a:ext cx="47915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80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Captivité </a:t>
              </a:r>
              <a:r>
                <a:rPr lang="fr-FR" sz="280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Points de Rançon</a:t>
              </a:r>
              <a:endParaRPr lang="fr-FR" sz="28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5A940CA7-3711-74BD-E8B5-F3699DBEA11F}"/>
                </a:ext>
              </a:extLst>
            </p:cNvPr>
            <p:cNvSpPr/>
            <p:nvPr/>
          </p:nvSpPr>
          <p:spPr>
            <a:xfrm>
              <a:off x="8473855" y="2157544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9</a:t>
              </a:r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2B2ECDA4-52A3-A5D9-1D71-921E460ADD0D}"/>
                </a:ext>
              </a:extLst>
            </p:cNvPr>
            <p:cNvSpPr/>
            <p:nvPr/>
          </p:nvSpPr>
          <p:spPr>
            <a:xfrm>
              <a:off x="6929937" y="2157544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7</a:t>
              </a:r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BA172177-C40F-0981-6EEA-76BDECB12A28}"/>
                </a:ext>
              </a:extLst>
            </p:cNvPr>
            <p:cNvSpPr/>
            <p:nvPr/>
          </p:nvSpPr>
          <p:spPr>
            <a:xfrm>
              <a:off x="7701896" y="2157544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8</a:t>
              </a:r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B5F5A395-B671-780A-4FFF-4C39135A8837}"/>
                </a:ext>
              </a:extLst>
            </p:cNvPr>
            <p:cNvSpPr/>
            <p:nvPr/>
          </p:nvSpPr>
          <p:spPr>
            <a:xfrm>
              <a:off x="3070142" y="2157544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997F2DC3-9977-7EDD-9DA1-2BA9057A3D0B}"/>
                </a:ext>
              </a:extLst>
            </p:cNvPr>
            <p:cNvSpPr/>
            <p:nvPr/>
          </p:nvSpPr>
          <p:spPr>
            <a:xfrm>
              <a:off x="3842101" y="2157544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4ACE9223-6FFE-1CE4-8EDA-3CA57258B999}"/>
                </a:ext>
              </a:extLst>
            </p:cNvPr>
            <p:cNvSpPr/>
            <p:nvPr/>
          </p:nvSpPr>
          <p:spPr>
            <a:xfrm>
              <a:off x="4614060" y="2157544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4</a:t>
              </a:r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ED7AD93F-C72C-BB57-F129-65E1FFF64EF8}"/>
                </a:ext>
              </a:extLst>
            </p:cNvPr>
            <p:cNvSpPr/>
            <p:nvPr/>
          </p:nvSpPr>
          <p:spPr>
            <a:xfrm>
              <a:off x="5386019" y="2157544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5</a:t>
              </a:r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F43EF233-0473-2D67-4DA4-3EDB7E778488}"/>
                </a:ext>
              </a:extLst>
            </p:cNvPr>
            <p:cNvSpPr/>
            <p:nvPr/>
          </p:nvSpPr>
          <p:spPr>
            <a:xfrm>
              <a:off x="6157978" y="2157544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6</a:t>
              </a:r>
            </a:p>
          </p:txBody>
        </p:sp>
        <p:sp>
          <p:nvSpPr>
            <p:cNvPr id="229" name="Rectangle 228">
              <a:extLst>
                <a:ext uri="{FF2B5EF4-FFF2-40B4-BE49-F238E27FC236}">
                  <a16:creationId xmlns:a16="http://schemas.microsoft.com/office/drawing/2014/main" id="{E7CC08C7-CBEE-A7FF-75E2-FD2FCF8EDD4F}"/>
                </a:ext>
              </a:extLst>
            </p:cNvPr>
            <p:cNvSpPr/>
            <p:nvPr/>
          </p:nvSpPr>
          <p:spPr>
            <a:xfrm>
              <a:off x="9245817" y="2157544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70C0">
                    <a:shade val="30000"/>
                    <a:satMod val="115000"/>
                  </a:srgbClr>
                </a:gs>
                <a:gs pos="50000">
                  <a:srgbClr val="0070C0">
                    <a:shade val="67500"/>
                    <a:satMod val="115000"/>
                  </a:srgbClr>
                </a:gs>
                <a:gs pos="100000">
                  <a:srgbClr val="0070C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10</a:t>
              </a:r>
            </a:p>
          </p:txBody>
        </p:sp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C20DD654-82F0-17E4-069F-894B8E89A98D}"/>
                </a:ext>
              </a:extLst>
            </p:cNvPr>
            <p:cNvSpPr/>
            <p:nvPr/>
          </p:nvSpPr>
          <p:spPr>
            <a:xfrm>
              <a:off x="3070142" y="315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B050">
                    <a:shade val="30000"/>
                    <a:satMod val="115000"/>
                  </a:srgbClr>
                </a:gs>
                <a:gs pos="50000">
                  <a:srgbClr val="00B050">
                    <a:shade val="67500"/>
                    <a:satMod val="115000"/>
                  </a:srgbClr>
                </a:gs>
                <a:gs pos="100000">
                  <a:srgbClr val="00B05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5000"/>
                </a:lnSpc>
                <a:spcAft>
                  <a:spcPts val="800"/>
                </a:spcAft>
              </a:pPr>
              <a:r>
                <a:rPr lang="fr-FR" dirty="0">
                  <a:latin typeface="Segoe UI" panose="020B0502040204020203" pitchFamily="34" charset="0"/>
                  <a:ea typeface="Calibri" panose="020F0502020204030204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33" name="Rectangle 232">
              <a:extLst>
                <a:ext uri="{FF2B5EF4-FFF2-40B4-BE49-F238E27FC236}">
                  <a16:creationId xmlns:a16="http://schemas.microsoft.com/office/drawing/2014/main" id="{7EB60738-DB24-F5FE-1CA3-9A365CB7F16E}"/>
                </a:ext>
              </a:extLst>
            </p:cNvPr>
            <p:cNvSpPr/>
            <p:nvPr/>
          </p:nvSpPr>
          <p:spPr>
            <a:xfrm>
              <a:off x="3842101" y="315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B050">
                    <a:shade val="30000"/>
                    <a:satMod val="115000"/>
                  </a:srgbClr>
                </a:gs>
                <a:gs pos="50000">
                  <a:srgbClr val="00B050">
                    <a:shade val="67500"/>
                    <a:satMod val="115000"/>
                  </a:srgbClr>
                </a:gs>
                <a:gs pos="100000">
                  <a:srgbClr val="00B05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5000"/>
                </a:lnSpc>
                <a:spcAft>
                  <a:spcPts val="800"/>
                </a:spcAft>
              </a:pPr>
              <a:r>
                <a:rPr lang="fr-FR" dirty="0">
                  <a:latin typeface="Segoe UI" panose="020B0502040204020203" pitchFamily="34" charset="0"/>
                  <a:ea typeface="Calibri" panose="020F0502020204030204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B238082B-5119-E38C-0826-3BE0CD6B8ED3}"/>
                </a:ext>
              </a:extLst>
            </p:cNvPr>
            <p:cNvSpPr/>
            <p:nvPr/>
          </p:nvSpPr>
          <p:spPr>
            <a:xfrm>
              <a:off x="4614060" y="315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B050">
                    <a:shade val="30000"/>
                    <a:satMod val="115000"/>
                  </a:srgbClr>
                </a:gs>
                <a:gs pos="50000">
                  <a:srgbClr val="00B050">
                    <a:shade val="67500"/>
                    <a:satMod val="115000"/>
                  </a:srgbClr>
                </a:gs>
                <a:gs pos="100000">
                  <a:srgbClr val="00B05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5000"/>
                </a:lnSpc>
                <a:spcAft>
                  <a:spcPts val="800"/>
                </a:spcAft>
              </a:pPr>
              <a:r>
                <a:rPr lang="fr-FR" dirty="0">
                  <a:latin typeface="Segoe UI" panose="020B0502040204020203" pitchFamily="34" charset="0"/>
                  <a:ea typeface="Calibri" panose="020F0502020204030204" pitchFamily="34" charset="0"/>
                  <a:cs typeface="Segoe UI" panose="020B0502040204020203" pitchFamily="34" charset="0"/>
                </a:rPr>
                <a:t>4</a:t>
              </a:r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DE9A2370-2EEC-6E75-2E17-A7860610121C}"/>
                </a:ext>
              </a:extLst>
            </p:cNvPr>
            <p:cNvSpPr/>
            <p:nvPr/>
          </p:nvSpPr>
          <p:spPr>
            <a:xfrm>
              <a:off x="5386019" y="315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B050">
                    <a:shade val="30000"/>
                    <a:satMod val="115000"/>
                  </a:srgbClr>
                </a:gs>
                <a:gs pos="50000">
                  <a:srgbClr val="00B050">
                    <a:shade val="67500"/>
                    <a:satMod val="115000"/>
                  </a:srgbClr>
                </a:gs>
                <a:gs pos="100000">
                  <a:srgbClr val="00B05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5000"/>
                </a:lnSpc>
                <a:spcAft>
                  <a:spcPts val="800"/>
                </a:spcAft>
              </a:pPr>
              <a:r>
                <a:rPr lang="fr-FR" dirty="0">
                  <a:latin typeface="Segoe UI" panose="020B0502040204020203" pitchFamily="34" charset="0"/>
                  <a:ea typeface="Calibri" panose="020F0502020204030204" pitchFamily="34" charset="0"/>
                  <a:cs typeface="Segoe UI" panose="020B0502040204020203" pitchFamily="34" charset="0"/>
                </a:rPr>
                <a:t>5</a:t>
              </a:r>
            </a:p>
          </p:txBody>
        </p:sp>
        <p:sp>
          <p:nvSpPr>
            <p:cNvPr id="239" name="Rectangle 238">
              <a:extLst>
                <a:ext uri="{FF2B5EF4-FFF2-40B4-BE49-F238E27FC236}">
                  <a16:creationId xmlns:a16="http://schemas.microsoft.com/office/drawing/2014/main" id="{B4D0219B-7EF4-C495-6221-64F8C5837CC8}"/>
                </a:ext>
              </a:extLst>
            </p:cNvPr>
            <p:cNvSpPr/>
            <p:nvPr/>
          </p:nvSpPr>
          <p:spPr>
            <a:xfrm>
              <a:off x="6157978" y="315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B050">
                    <a:shade val="30000"/>
                    <a:satMod val="115000"/>
                  </a:srgbClr>
                </a:gs>
                <a:gs pos="50000">
                  <a:srgbClr val="00B050">
                    <a:shade val="67500"/>
                    <a:satMod val="115000"/>
                  </a:srgbClr>
                </a:gs>
                <a:gs pos="100000">
                  <a:srgbClr val="00B05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5000"/>
                </a:lnSpc>
                <a:spcAft>
                  <a:spcPts val="800"/>
                </a:spcAft>
              </a:pPr>
              <a:r>
                <a:rPr lang="fr-FR" dirty="0">
                  <a:latin typeface="Segoe UI" panose="020B0502040204020203" pitchFamily="34" charset="0"/>
                  <a:ea typeface="Calibri" panose="020F0502020204030204" pitchFamily="34" charset="0"/>
                  <a:cs typeface="Segoe UI" panose="020B0502040204020203" pitchFamily="34" charset="0"/>
                </a:rPr>
                <a:t>6</a:t>
              </a:r>
            </a:p>
          </p:txBody>
        </p:sp>
        <p:sp>
          <p:nvSpPr>
            <p:cNvPr id="241" name="Rectangle 240">
              <a:extLst>
                <a:ext uri="{FF2B5EF4-FFF2-40B4-BE49-F238E27FC236}">
                  <a16:creationId xmlns:a16="http://schemas.microsoft.com/office/drawing/2014/main" id="{0CD9C418-27A3-4AD2-9E7C-CE76EBA62F80}"/>
                </a:ext>
              </a:extLst>
            </p:cNvPr>
            <p:cNvSpPr/>
            <p:nvPr/>
          </p:nvSpPr>
          <p:spPr>
            <a:xfrm>
              <a:off x="6929937" y="315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B050">
                    <a:shade val="30000"/>
                    <a:satMod val="115000"/>
                  </a:srgbClr>
                </a:gs>
                <a:gs pos="50000">
                  <a:srgbClr val="00B050">
                    <a:shade val="67500"/>
                    <a:satMod val="115000"/>
                  </a:srgbClr>
                </a:gs>
                <a:gs pos="100000">
                  <a:srgbClr val="00B05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5000"/>
                </a:lnSpc>
                <a:spcAft>
                  <a:spcPts val="800"/>
                </a:spcAft>
              </a:pPr>
              <a:r>
                <a:rPr lang="fr-FR" dirty="0">
                  <a:latin typeface="Segoe UI" panose="020B0502040204020203" pitchFamily="34" charset="0"/>
                  <a:ea typeface="Calibri" panose="020F0502020204030204" pitchFamily="34" charset="0"/>
                  <a:cs typeface="Segoe UI" panose="020B0502040204020203" pitchFamily="34" charset="0"/>
                </a:rPr>
                <a:t>7</a:t>
              </a:r>
            </a:p>
          </p:txBody>
        </p:sp>
        <p:sp>
          <p:nvSpPr>
            <p:cNvPr id="243" name="Rectangle 242">
              <a:extLst>
                <a:ext uri="{FF2B5EF4-FFF2-40B4-BE49-F238E27FC236}">
                  <a16:creationId xmlns:a16="http://schemas.microsoft.com/office/drawing/2014/main" id="{C285DAD7-FF0E-EEDC-DC4B-351A57F081B9}"/>
                </a:ext>
              </a:extLst>
            </p:cNvPr>
            <p:cNvSpPr/>
            <p:nvPr/>
          </p:nvSpPr>
          <p:spPr>
            <a:xfrm>
              <a:off x="7701896" y="315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B050">
                    <a:shade val="30000"/>
                    <a:satMod val="115000"/>
                  </a:srgbClr>
                </a:gs>
                <a:gs pos="50000">
                  <a:srgbClr val="00B050">
                    <a:shade val="67500"/>
                    <a:satMod val="115000"/>
                  </a:srgbClr>
                </a:gs>
                <a:gs pos="100000">
                  <a:srgbClr val="00B05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5000"/>
                </a:lnSpc>
                <a:spcAft>
                  <a:spcPts val="800"/>
                </a:spcAft>
              </a:pPr>
              <a:r>
                <a:rPr lang="fr-FR" dirty="0">
                  <a:latin typeface="Segoe UI" panose="020B0502040204020203" pitchFamily="34" charset="0"/>
                  <a:ea typeface="Calibri" panose="020F0502020204030204" pitchFamily="34" charset="0"/>
                  <a:cs typeface="Segoe UI" panose="020B0502040204020203" pitchFamily="34" charset="0"/>
                </a:rPr>
                <a:t>8</a:t>
              </a:r>
            </a:p>
          </p:txBody>
        </p:sp>
        <p:sp>
          <p:nvSpPr>
            <p:cNvPr id="245" name="Rectangle 244">
              <a:extLst>
                <a:ext uri="{FF2B5EF4-FFF2-40B4-BE49-F238E27FC236}">
                  <a16:creationId xmlns:a16="http://schemas.microsoft.com/office/drawing/2014/main" id="{35470535-A252-F7FC-A9C6-01BC108656B2}"/>
                </a:ext>
              </a:extLst>
            </p:cNvPr>
            <p:cNvSpPr/>
            <p:nvPr/>
          </p:nvSpPr>
          <p:spPr>
            <a:xfrm>
              <a:off x="8473855" y="315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B050">
                    <a:shade val="30000"/>
                    <a:satMod val="115000"/>
                  </a:srgbClr>
                </a:gs>
                <a:gs pos="50000">
                  <a:srgbClr val="00B050">
                    <a:shade val="67500"/>
                    <a:satMod val="115000"/>
                  </a:srgbClr>
                </a:gs>
                <a:gs pos="100000">
                  <a:srgbClr val="00B05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5000"/>
                </a:lnSpc>
                <a:spcAft>
                  <a:spcPts val="800"/>
                </a:spcAft>
              </a:pPr>
              <a:r>
                <a:rPr lang="fr-FR" dirty="0">
                  <a:latin typeface="Segoe UI" panose="020B0502040204020203" pitchFamily="34" charset="0"/>
                  <a:ea typeface="Calibri" panose="020F0502020204030204" pitchFamily="34" charset="0"/>
                  <a:cs typeface="Segoe UI" panose="020B0502040204020203" pitchFamily="34" charset="0"/>
                </a:rPr>
                <a:t>9</a:t>
              </a:r>
            </a:p>
          </p:txBody>
        </p:sp>
        <p:sp>
          <p:nvSpPr>
            <p:cNvPr id="249" name="Rectangle 248">
              <a:extLst>
                <a:ext uri="{FF2B5EF4-FFF2-40B4-BE49-F238E27FC236}">
                  <a16:creationId xmlns:a16="http://schemas.microsoft.com/office/drawing/2014/main" id="{7B6C355C-054A-0639-4F8C-465535DA6F24}"/>
                </a:ext>
              </a:extLst>
            </p:cNvPr>
            <p:cNvSpPr/>
            <p:nvPr/>
          </p:nvSpPr>
          <p:spPr>
            <a:xfrm>
              <a:off x="9245817" y="3153272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00B050">
                    <a:shade val="30000"/>
                    <a:satMod val="115000"/>
                  </a:srgbClr>
                </a:gs>
                <a:gs pos="50000">
                  <a:srgbClr val="00B050">
                    <a:shade val="67500"/>
                    <a:satMod val="115000"/>
                  </a:srgbClr>
                </a:gs>
                <a:gs pos="100000">
                  <a:srgbClr val="00B05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5000"/>
                </a:lnSpc>
                <a:spcAft>
                  <a:spcPts val="800"/>
                </a:spcAft>
              </a:pPr>
              <a:r>
                <a:rPr lang="fr-FR" dirty="0">
                  <a:latin typeface="Segoe UI" panose="020B0502040204020203" pitchFamily="34" charset="0"/>
                  <a:ea typeface="Calibri" panose="020F0502020204030204" pitchFamily="34" charset="0"/>
                  <a:cs typeface="Segoe UI" panose="020B0502040204020203" pitchFamily="34" charset="0"/>
                </a:rPr>
                <a:t>10</a:t>
              </a:r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DF2AF375-2CA1-9405-9BB7-9F6C61E8325A}"/>
                </a:ext>
              </a:extLst>
            </p:cNvPr>
            <p:cNvSpPr/>
            <p:nvPr/>
          </p:nvSpPr>
          <p:spPr>
            <a:xfrm>
              <a:off x="2298183" y="4197145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FF00">
                    <a:shade val="30000"/>
                    <a:satMod val="115000"/>
                  </a:srgbClr>
                </a:gs>
                <a:gs pos="50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253" name="Rectangle 252">
              <a:extLst>
                <a:ext uri="{FF2B5EF4-FFF2-40B4-BE49-F238E27FC236}">
                  <a16:creationId xmlns:a16="http://schemas.microsoft.com/office/drawing/2014/main" id="{2F76F1A6-69EE-72A1-1F98-5409804BE7D3}"/>
                </a:ext>
              </a:extLst>
            </p:cNvPr>
            <p:cNvSpPr/>
            <p:nvPr/>
          </p:nvSpPr>
          <p:spPr>
            <a:xfrm>
              <a:off x="3070142" y="4197145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FF00">
                    <a:shade val="30000"/>
                    <a:satMod val="115000"/>
                  </a:srgbClr>
                </a:gs>
                <a:gs pos="50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1FF4D873-BBFB-A647-801A-EC1443FF8E88}"/>
                </a:ext>
              </a:extLst>
            </p:cNvPr>
            <p:cNvSpPr/>
            <p:nvPr/>
          </p:nvSpPr>
          <p:spPr>
            <a:xfrm>
              <a:off x="3842101" y="4197145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FF00">
                    <a:shade val="30000"/>
                    <a:satMod val="115000"/>
                  </a:srgbClr>
                </a:gs>
                <a:gs pos="50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257" name="Rectangle 256">
              <a:extLst>
                <a:ext uri="{FF2B5EF4-FFF2-40B4-BE49-F238E27FC236}">
                  <a16:creationId xmlns:a16="http://schemas.microsoft.com/office/drawing/2014/main" id="{4C722333-58B6-0496-7146-7E0912D495D3}"/>
                </a:ext>
              </a:extLst>
            </p:cNvPr>
            <p:cNvSpPr/>
            <p:nvPr/>
          </p:nvSpPr>
          <p:spPr>
            <a:xfrm>
              <a:off x="4614060" y="4197145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FF00">
                    <a:shade val="30000"/>
                    <a:satMod val="115000"/>
                  </a:srgbClr>
                </a:gs>
                <a:gs pos="50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4</a:t>
              </a:r>
            </a:p>
          </p:txBody>
        </p:sp>
        <p:sp>
          <p:nvSpPr>
            <p:cNvPr id="259" name="Rectangle 258">
              <a:extLst>
                <a:ext uri="{FF2B5EF4-FFF2-40B4-BE49-F238E27FC236}">
                  <a16:creationId xmlns:a16="http://schemas.microsoft.com/office/drawing/2014/main" id="{08A9A4EB-B47B-51BF-AEDB-3C8CAE6BEE55}"/>
                </a:ext>
              </a:extLst>
            </p:cNvPr>
            <p:cNvSpPr/>
            <p:nvPr/>
          </p:nvSpPr>
          <p:spPr>
            <a:xfrm>
              <a:off x="5386019" y="4197145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FF00">
                    <a:shade val="30000"/>
                    <a:satMod val="115000"/>
                  </a:srgbClr>
                </a:gs>
                <a:gs pos="50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5</a:t>
              </a:r>
            </a:p>
          </p:txBody>
        </p:sp>
        <p:sp>
          <p:nvSpPr>
            <p:cNvPr id="261" name="Rectangle 260">
              <a:extLst>
                <a:ext uri="{FF2B5EF4-FFF2-40B4-BE49-F238E27FC236}">
                  <a16:creationId xmlns:a16="http://schemas.microsoft.com/office/drawing/2014/main" id="{B985ACE3-B9B1-FB86-6636-704868071FE7}"/>
                </a:ext>
              </a:extLst>
            </p:cNvPr>
            <p:cNvSpPr/>
            <p:nvPr/>
          </p:nvSpPr>
          <p:spPr>
            <a:xfrm>
              <a:off x="6157978" y="4197145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FF00">
                    <a:shade val="30000"/>
                    <a:satMod val="115000"/>
                  </a:srgbClr>
                </a:gs>
                <a:gs pos="50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6</a:t>
              </a:r>
            </a:p>
          </p:txBody>
        </p:sp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EEAB4C16-0D53-680F-363E-6E9D29F7DE14}"/>
                </a:ext>
              </a:extLst>
            </p:cNvPr>
            <p:cNvSpPr/>
            <p:nvPr/>
          </p:nvSpPr>
          <p:spPr>
            <a:xfrm>
              <a:off x="6929937" y="4197145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FF00">
                    <a:shade val="30000"/>
                    <a:satMod val="115000"/>
                  </a:srgbClr>
                </a:gs>
                <a:gs pos="50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7</a:t>
              </a:r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49C726C6-C803-861D-B2A6-09F877635D20}"/>
                </a:ext>
              </a:extLst>
            </p:cNvPr>
            <p:cNvSpPr/>
            <p:nvPr/>
          </p:nvSpPr>
          <p:spPr>
            <a:xfrm>
              <a:off x="7701896" y="4197145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FF00">
                    <a:shade val="30000"/>
                    <a:satMod val="115000"/>
                  </a:srgbClr>
                </a:gs>
                <a:gs pos="50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8</a:t>
              </a:r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E1D8F907-291C-4947-7BED-A2B3BC4AC04B}"/>
                </a:ext>
              </a:extLst>
            </p:cNvPr>
            <p:cNvSpPr/>
            <p:nvPr/>
          </p:nvSpPr>
          <p:spPr>
            <a:xfrm>
              <a:off x="8473855" y="4197145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FF00">
                    <a:shade val="30000"/>
                    <a:satMod val="115000"/>
                  </a:srgbClr>
                </a:gs>
                <a:gs pos="50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9</a:t>
              </a:r>
            </a:p>
          </p:txBody>
        </p:sp>
        <p:sp>
          <p:nvSpPr>
            <p:cNvPr id="269" name="Rectangle 268">
              <a:extLst>
                <a:ext uri="{FF2B5EF4-FFF2-40B4-BE49-F238E27FC236}">
                  <a16:creationId xmlns:a16="http://schemas.microsoft.com/office/drawing/2014/main" id="{0C66BE80-9E45-A78E-D309-4E6F1D40584C}"/>
                </a:ext>
              </a:extLst>
            </p:cNvPr>
            <p:cNvSpPr/>
            <p:nvPr/>
          </p:nvSpPr>
          <p:spPr>
            <a:xfrm>
              <a:off x="9245817" y="4197145"/>
              <a:ext cx="648000" cy="900000"/>
            </a:xfrm>
            <a:prstGeom prst="rect">
              <a:avLst/>
            </a:prstGeom>
            <a:gradFill flip="none" rotWithShape="1">
              <a:gsLst>
                <a:gs pos="0">
                  <a:srgbClr val="FFFF00">
                    <a:shade val="30000"/>
                    <a:satMod val="115000"/>
                  </a:srgbClr>
                </a:gs>
                <a:gs pos="50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571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fr-FR" dirty="0">
                  <a:latin typeface="Segoe UI" panose="020B0502040204020203" pitchFamily="34" charset="0"/>
                  <a:cs typeface="Segoe UI" panose="020B0502040204020203" pitchFamily="34" charset="0"/>
                </a:rPr>
                <a:t>10</a:t>
              </a:r>
            </a:p>
          </p:txBody>
        </p:sp>
        <p:cxnSp>
          <p:nvCxnSpPr>
            <p:cNvPr id="270" name="Connecteur : en angle 158">
              <a:extLst>
                <a:ext uri="{FF2B5EF4-FFF2-40B4-BE49-F238E27FC236}">
                  <a16:creationId xmlns:a16="http://schemas.microsoft.com/office/drawing/2014/main" id="{8FD9BCA4-FA69-9371-BD95-4A57A2E2C4C3}"/>
                </a:ext>
              </a:extLst>
            </p:cNvPr>
            <p:cNvCxnSpPr>
              <a:cxnSpLocks/>
              <a:stCxn id="21" idx="3"/>
              <a:endCxn id="205" idx="1"/>
            </p:cNvCxnSpPr>
            <p:nvPr/>
          </p:nvCxnSpPr>
          <p:spPr>
            <a:xfrm>
              <a:off x="2946183" y="2607544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Connecteur : en angle 158">
              <a:extLst>
                <a:ext uri="{FF2B5EF4-FFF2-40B4-BE49-F238E27FC236}">
                  <a16:creationId xmlns:a16="http://schemas.microsoft.com/office/drawing/2014/main" id="{AF4D03A5-3BE9-F921-2DB6-084E5F64EFF7}"/>
                </a:ext>
              </a:extLst>
            </p:cNvPr>
            <p:cNvCxnSpPr>
              <a:cxnSpLocks/>
              <a:stCxn id="205" idx="3"/>
              <a:endCxn id="208" idx="1"/>
            </p:cNvCxnSpPr>
            <p:nvPr/>
          </p:nvCxnSpPr>
          <p:spPr>
            <a:xfrm>
              <a:off x="3718142" y="2607544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Connecteur : en angle 158">
              <a:extLst>
                <a:ext uri="{FF2B5EF4-FFF2-40B4-BE49-F238E27FC236}">
                  <a16:creationId xmlns:a16="http://schemas.microsoft.com/office/drawing/2014/main" id="{918999EC-DD31-E911-12F2-53AF95BD4CF9}"/>
                </a:ext>
              </a:extLst>
            </p:cNvPr>
            <p:cNvCxnSpPr>
              <a:cxnSpLocks/>
              <a:stCxn id="208" idx="3"/>
              <a:endCxn id="211" idx="1"/>
            </p:cNvCxnSpPr>
            <p:nvPr/>
          </p:nvCxnSpPr>
          <p:spPr>
            <a:xfrm>
              <a:off x="4490101" y="2607544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Connecteur : en angle 158">
              <a:extLst>
                <a:ext uri="{FF2B5EF4-FFF2-40B4-BE49-F238E27FC236}">
                  <a16:creationId xmlns:a16="http://schemas.microsoft.com/office/drawing/2014/main" id="{CB475507-A77E-A306-8B73-A74FB5D0EE74}"/>
                </a:ext>
              </a:extLst>
            </p:cNvPr>
            <p:cNvCxnSpPr>
              <a:cxnSpLocks/>
              <a:stCxn id="211" idx="3"/>
              <a:endCxn id="214" idx="1"/>
            </p:cNvCxnSpPr>
            <p:nvPr/>
          </p:nvCxnSpPr>
          <p:spPr>
            <a:xfrm>
              <a:off x="5262060" y="2607544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Connecteur : en angle 158">
              <a:extLst>
                <a:ext uri="{FF2B5EF4-FFF2-40B4-BE49-F238E27FC236}">
                  <a16:creationId xmlns:a16="http://schemas.microsoft.com/office/drawing/2014/main" id="{FD40A615-1197-916E-0530-9A7ABEB5AAE2}"/>
                </a:ext>
              </a:extLst>
            </p:cNvPr>
            <p:cNvCxnSpPr>
              <a:cxnSpLocks/>
              <a:stCxn id="214" idx="3"/>
              <a:endCxn id="217" idx="1"/>
            </p:cNvCxnSpPr>
            <p:nvPr/>
          </p:nvCxnSpPr>
          <p:spPr>
            <a:xfrm>
              <a:off x="6034019" y="2607544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Connecteur : en angle 158">
              <a:extLst>
                <a:ext uri="{FF2B5EF4-FFF2-40B4-BE49-F238E27FC236}">
                  <a16:creationId xmlns:a16="http://schemas.microsoft.com/office/drawing/2014/main" id="{5E3165A0-3763-4A9D-CDE4-2FDCE3789363}"/>
                </a:ext>
              </a:extLst>
            </p:cNvPr>
            <p:cNvCxnSpPr>
              <a:cxnSpLocks/>
              <a:stCxn id="217" idx="3"/>
              <a:endCxn id="199" idx="1"/>
            </p:cNvCxnSpPr>
            <p:nvPr/>
          </p:nvCxnSpPr>
          <p:spPr>
            <a:xfrm>
              <a:off x="6805978" y="2607544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Connecteur : en angle 158">
              <a:extLst>
                <a:ext uri="{FF2B5EF4-FFF2-40B4-BE49-F238E27FC236}">
                  <a16:creationId xmlns:a16="http://schemas.microsoft.com/office/drawing/2014/main" id="{21700F0D-9AC5-758D-B9D5-9A288B67CEAE}"/>
                </a:ext>
              </a:extLst>
            </p:cNvPr>
            <p:cNvCxnSpPr>
              <a:cxnSpLocks/>
              <a:stCxn id="199" idx="3"/>
              <a:endCxn id="202" idx="1"/>
            </p:cNvCxnSpPr>
            <p:nvPr/>
          </p:nvCxnSpPr>
          <p:spPr>
            <a:xfrm>
              <a:off x="7577937" y="2607544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Connecteur : en angle 158">
              <a:extLst>
                <a:ext uri="{FF2B5EF4-FFF2-40B4-BE49-F238E27FC236}">
                  <a16:creationId xmlns:a16="http://schemas.microsoft.com/office/drawing/2014/main" id="{A175EC47-B742-B1ED-A0B1-6573DB5C86ED}"/>
                </a:ext>
              </a:extLst>
            </p:cNvPr>
            <p:cNvCxnSpPr>
              <a:cxnSpLocks/>
              <a:stCxn id="202" idx="3"/>
              <a:endCxn id="196" idx="1"/>
            </p:cNvCxnSpPr>
            <p:nvPr/>
          </p:nvCxnSpPr>
          <p:spPr>
            <a:xfrm>
              <a:off x="8349896" y="2607544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Connecteur : en angle 158">
              <a:extLst>
                <a:ext uri="{FF2B5EF4-FFF2-40B4-BE49-F238E27FC236}">
                  <a16:creationId xmlns:a16="http://schemas.microsoft.com/office/drawing/2014/main" id="{F28C04A9-4605-E30D-73B7-EABD30B85FF3}"/>
                </a:ext>
              </a:extLst>
            </p:cNvPr>
            <p:cNvCxnSpPr>
              <a:cxnSpLocks/>
              <a:stCxn id="196" idx="3"/>
              <a:endCxn id="229" idx="1"/>
            </p:cNvCxnSpPr>
            <p:nvPr/>
          </p:nvCxnSpPr>
          <p:spPr>
            <a:xfrm>
              <a:off x="9121855" y="2607544"/>
              <a:ext cx="123962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Connecteur : en angle 158">
              <a:extLst>
                <a:ext uri="{FF2B5EF4-FFF2-40B4-BE49-F238E27FC236}">
                  <a16:creationId xmlns:a16="http://schemas.microsoft.com/office/drawing/2014/main" id="{0CFDCB75-2A80-74A2-11B8-D438CF81818A}"/>
                </a:ext>
              </a:extLst>
            </p:cNvPr>
            <p:cNvCxnSpPr>
              <a:cxnSpLocks/>
              <a:stCxn id="24" idx="3"/>
              <a:endCxn id="231" idx="1"/>
            </p:cNvCxnSpPr>
            <p:nvPr/>
          </p:nvCxnSpPr>
          <p:spPr>
            <a:xfrm>
              <a:off x="2946183" y="360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Connecteur : en angle 158">
              <a:extLst>
                <a:ext uri="{FF2B5EF4-FFF2-40B4-BE49-F238E27FC236}">
                  <a16:creationId xmlns:a16="http://schemas.microsoft.com/office/drawing/2014/main" id="{7F1DB365-23EE-CAEC-3EE4-907DCAC8972F}"/>
                </a:ext>
              </a:extLst>
            </p:cNvPr>
            <p:cNvCxnSpPr>
              <a:cxnSpLocks/>
              <a:stCxn id="231" idx="3"/>
              <a:endCxn id="233" idx="1"/>
            </p:cNvCxnSpPr>
            <p:nvPr/>
          </p:nvCxnSpPr>
          <p:spPr>
            <a:xfrm>
              <a:off x="3718142" y="360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Connecteur : en angle 158">
              <a:extLst>
                <a:ext uri="{FF2B5EF4-FFF2-40B4-BE49-F238E27FC236}">
                  <a16:creationId xmlns:a16="http://schemas.microsoft.com/office/drawing/2014/main" id="{90C5E3B4-1B8A-7B08-88C5-4D30FCCA1AA4}"/>
                </a:ext>
              </a:extLst>
            </p:cNvPr>
            <p:cNvCxnSpPr>
              <a:cxnSpLocks/>
              <a:stCxn id="233" idx="3"/>
              <a:endCxn id="235" idx="1"/>
            </p:cNvCxnSpPr>
            <p:nvPr/>
          </p:nvCxnSpPr>
          <p:spPr>
            <a:xfrm>
              <a:off x="4490101" y="360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Connecteur : en angle 158">
              <a:extLst>
                <a:ext uri="{FF2B5EF4-FFF2-40B4-BE49-F238E27FC236}">
                  <a16:creationId xmlns:a16="http://schemas.microsoft.com/office/drawing/2014/main" id="{8FF5C218-D587-00B7-FE47-52EF204BD43A}"/>
                </a:ext>
              </a:extLst>
            </p:cNvPr>
            <p:cNvCxnSpPr>
              <a:cxnSpLocks/>
              <a:stCxn id="235" idx="3"/>
              <a:endCxn id="237" idx="1"/>
            </p:cNvCxnSpPr>
            <p:nvPr/>
          </p:nvCxnSpPr>
          <p:spPr>
            <a:xfrm>
              <a:off x="5262060" y="360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Connecteur : en angle 158">
              <a:extLst>
                <a:ext uri="{FF2B5EF4-FFF2-40B4-BE49-F238E27FC236}">
                  <a16:creationId xmlns:a16="http://schemas.microsoft.com/office/drawing/2014/main" id="{9FBEF074-3512-A595-C86F-0780B706412C}"/>
                </a:ext>
              </a:extLst>
            </p:cNvPr>
            <p:cNvCxnSpPr>
              <a:cxnSpLocks/>
              <a:stCxn id="237" idx="3"/>
              <a:endCxn id="239" idx="1"/>
            </p:cNvCxnSpPr>
            <p:nvPr/>
          </p:nvCxnSpPr>
          <p:spPr>
            <a:xfrm>
              <a:off x="6034019" y="360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Connecteur : en angle 158">
              <a:extLst>
                <a:ext uri="{FF2B5EF4-FFF2-40B4-BE49-F238E27FC236}">
                  <a16:creationId xmlns:a16="http://schemas.microsoft.com/office/drawing/2014/main" id="{DD6287B6-8198-3E4D-3E60-9FD6DE8163C2}"/>
                </a:ext>
              </a:extLst>
            </p:cNvPr>
            <p:cNvCxnSpPr>
              <a:cxnSpLocks/>
              <a:stCxn id="239" idx="3"/>
              <a:endCxn id="241" idx="1"/>
            </p:cNvCxnSpPr>
            <p:nvPr/>
          </p:nvCxnSpPr>
          <p:spPr>
            <a:xfrm>
              <a:off x="6805978" y="360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Connecteur : en angle 158">
              <a:extLst>
                <a:ext uri="{FF2B5EF4-FFF2-40B4-BE49-F238E27FC236}">
                  <a16:creationId xmlns:a16="http://schemas.microsoft.com/office/drawing/2014/main" id="{0FB1CAF6-A7B4-D59B-34D6-783C81FB76E4}"/>
                </a:ext>
              </a:extLst>
            </p:cNvPr>
            <p:cNvCxnSpPr>
              <a:cxnSpLocks/>
              <a:stCxn id="241" idx="3"/>
              <a:endCxn id="243" idx="1"/>
            </p:cNvCxnSpPr>
            <p:nvPr/>
          </p:nvCxnSpPr>
          <p:spPr>
            <a:xfrm>
              <a:off x="7577937" y="360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Connecteur : en angle 158">
              <a:extLst>
                <a:ext uri="{FF2B5EF4-FFF2-40B4-BE49-F238E27FC236}">
                  <a16:creationId xmlns:a16="http://schemas.microsoft.com/office/drawing/2014/main" id="{FA67A1E7-D500-8A96-4B77-F39B7887BED4}"/>
                </a:ext>
              </a:extLst>
            </p:cNvPr>
            <p:cNvCxnSpPr>
              <a:cxnSpLocks/>
              <a:stCxn id="243" idx="3"/>
              <a:endCxn id="245" idx="1"/>
            </p:cNvCxnSpPr>
            <p:nvPr/>
          </p:nvCxnSpPr>
          <p:spPr>
            <a:xfrm>
              <a:off x="8349896" y="3603272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Connecteur : en angle 158">
              <a:extLst>
                <a:ext uri="{FF2B5EF4-FFF2-40B4-BE49-F238E27FC236}">
                  <a16:creationId xmlns:a16="http://schemas.microsoft.com/office/drawing/2014/main" id="{807366CD-CDFD-552D-7F65-B7D6CE5530E7}"/>
                </a:ext>
              </a:extLst>
            </p:cNvPr>
            <p:cNvCxnSpPr>
              <a:cxnSpLocks/>
              <a:stCxn id="245" idx="3"/>
              <a:endCxn id="249" idx="1"/>
            </p:cNvCxnSpPr>
            <p:nvPr/>
          </p:nvCxnSpPr>
          <p:spPr>
            <a:xfrm>
              <a:off x="9121855" y="3603272"/>
              <a:ext cx="123962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Connecteur : en angle 158">
              <a:extLst>
                <a:ext uri="{FF2B5EF4-FFF2-40B4-BE49-F238E27FC236}">
                  <a16:creationId xmlns:a16="http://schemas.microsoft.com/office/drawing/2014/main" id="{4A4EA4E7-5A56-26C5-7232-945E7F201A68}"/>
                </a:ext>
              </a:extLst>
            </p:cNvPr>
            <p:cNvCxnSpPr>
              <a:cxnSpLocks/>
              <a:stCxn id="251" idx="3"/>
              <a:endCxn id="253" idx="1"/>
            </p:cNvCxnSpPr>
            <p:nvPr/>
          </p:nvCxnSpPr>
          <p:spPr>
            <a:xfrm>
              <a:off x="2946183" y="4647145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Connecteur : en angle 158">
              <a:extLst>
                <a:ext uri="{FF2B5EF4-FFF2-40B4-BE49-F238E27FC236}">
                  <a16:creationId xmlns:a16="http://schemas.microsoft.com/office/drawing/2014/main" id="{C1F9C1D0-99AE-7492-38F1-0FF135805976}"/>
                </a:ext>
              </a:extLst>
            </p:cNvPr>
            <p:cNvCxnSpPr>
              <a:cxnSpLocks/>
              <a:stCxn id="253" idx="3"/>
              <a:endCxn id="255" idx="1"/>
            </p:cNvCxnSpPr>
            <p:nvPr/>
          </p:nvCxnSpPr>
          <p:spPr>
            <a:xfrm>
              <a:off x="3718142" y="4647145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Connecteur : en angle 158">
              <a:extLst>
                <a:ext uri="{FF2B5EF4-FFF2-40B4-BE49-F238E27FC236}">
                  <a16:creationId xmlns:a16="http://schemas.microsoft.com/office/drawing/2014/main" id="{2EACDEAA-77DF-6BD3-115B-BCB6788F3CB3}"/>
                </a:ext>
              </a:extLst>
            </p:cNvPr>
            <p:cNvCxnSpPr>
              <a:cxnSpLocks/>
              <a:stCxn id="255" idx="3"/>
              <a:endCxn id="257" idx="1"/>
            </p:cNvCxnSpPr>
            <p:nvPr/>
          </p:nvCxnSpPr>
          <p:spPr>
            <a:xfrm>
              <a:off x="4490101" y="4647145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Connecteur : en angle 158">
              <a:extLst>
                <a:ext uri="{FF2B5EF4-FFF2-40B4-BE49-F238E27FC236}">
                  <a16:creationId xmlns:a16="http://schemas.microsoft.com/office/drawing/2014/main" id="{5168EE22-2F87-8D89-3BFD-CB73AF6FD40E}"/>
                </a:ext>
              </a:extLst>
            </p:cNvPr>
            <p:cNvCxnSpPr>
              <a:cxnSpLocks/>
              <a:stCxn id="257" idx="3"/>
              <a:endCxn id="259" idx="1"/>
            </p:cNvCxnSpPr>
            <p:nvPr/>
          </p:nvCxnSpPr>
          <p:spPr>
            <a:xfrm>
              <a:off x="5262060" y="4647145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Connecteur : en angle 158">
              <a:extLst>
                <a:ext uri="{FF2B5EF4-FFF2-40B4-BE49-F238E27FC236}">
                  <a16:creationId xmlns:a16="http://schemas.microsoft.com/office/drawing/2014/main" id="{CF01AABC-6204-DD5B-B689-B4BBBB979E1B}"/>
                </a:ext>
              </a:extLst>
            </p:cNvPr>
            <p:cNvCxnSpPr>
              <a:cxnSpLocks/>
              <a:stCxn id="259" idx="3"/>
              <a:endCxn id="261" idx="1"/>
            </p:cNvCxnSpPr>
            <p:nvPr/>
          </p:nvCxnSpPr>
          <p:spPr>
            <a:xfrm>
              <a:off x="6034019" y="4647145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Connecteur : en angle 158">
              <a:extLst>
                <a:ext uri="{FF2B5EF4-FFF2-40B4-BE49-F238E27FC236}">
                  <a16:creationId xmlns:a16="http://schemas.microsoft.com/office/drawing/2014/main" id="{4CFE0577-AEE8-2DB1-C62C-B10572B9F55F}"/>
                </a:ext>
              </a:extLst>
            </p:cNvPr>
            <p:cNvCxnSpPr>
              <a:cxnSpLocks/>
              <a:stCxn id="261" idx="3"/>
              <a:endCxn id="263" idx="1"/>
            </p:cNvCxnSpPr>
            <p:nvPr/>
          </p:nvCxnSpPr>
          <p:spPr>
            <a:xfrm>
              <a:off x="6805978" y="4647145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eur : en angle 158">
              <a:extLst>
                <a:ext uri="{FF2B5EF4-FFF2-40B4-BE49-F238E27FC236}">
                  <a16:creationId xmlns:a16="http://schemas.microsoft.com/office/drawing/2014/main" id="{343D8DE4-3DC7-04FB-3697-B3B7FCAFC323}"/>
                </a:ext>
              </a:extLst>
            </p:cNvPr>
            <p:cNvCxnSpPr>
              <a:cxnSpLocks/>
              <a:stCxn id="263" idx="3"/>
              <a:endCxn id="265" idx="1"/>
            </p:cNvCxnSpPr>
            <p:nvPr/>
          </p:nvCxnSpPr>
          <p:spPr>
            <a:xfrm>
              <a:off x="7577937" y="4647145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Connecteur : en angle 158">
              <a:extLst>
                <a:ext uri="{FF2B5EF4-FFF2-40B4-BE49-F238E27FC236}">
                  <a16:creationId xmlns:a16="http://schemas.microsoft.com/office/drawing/2014/main" id="{BFDA9B2C-9DA7-773A-A4B6-C8F5F55C6938}"/>
                </a:ext>
              </a:extLst>
            </p:cNvPr>
            <p:cNvCxnSpPr>
              <a:cxnSpLocks/>
              <a:stCxn id="265" idx="3"/>
              <a:endCxn id="267" idx="1"/>
            </p:cNvCxnSpPr>
            <p:nvPr/>
          </p:nvCxnSpPr>
          <p:spPr>
            <a:xfrm>
              <a:off x="8349896" y="4647145"/>
              <a:ext cx="1239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Connecteur : en angle 158">
              <a:extLst>
                <a:ext uri="{FF2B5EF4-FFF2-40B4-BE49-F238E27FC236}">
                  <a16:creationId xmlns:a16="http://schemas.microsoft.com/office/drawing/2014/main" id="{474FC4CC-62F4-70AF-848C-5EE23884A071}"/>
                </a:ext>
              </a:extLst>
            </p:cNvPr>
            <p:cNvCxnSpPr>
              <a:cxnSpLocks/>
              <a:stCxn id="267" idx="3"/>
              <a:endCxn id="269" idx="1"/>
            </p:cNvCxnSpPr>
            <p:nvPr/>
          </p:nvCxnSpPr>
          <p:spPr>
            <a:xfrm>
              <a:off x="9121855" y="4647145"/>
              <a:ext cx="123962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3941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D1644-D8EC-2815-7701-431FE4D83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e 78">
            <a:extLst>
              <a:ext uri="{FF2B5EF4-FFF2-40B4-BE49-F238E27FC236}">
                <a16:creationId xmlns:a16="http://schemas.microsoft.com/office/drawing/2014/main" id="{8BC1BA6F-AB29-01E9-5ED5-E2DC36881F16}"/>
              </a:ext>
            </a:extLst>
          </p:cNvPr>
          <p:cNvGrpSpPr/>
          <p:nvPr/>
        </p:nvGrpSpPr>
        <p:grpSpPr>
          <a:xfrm>
            <a:off x="1469390" y="855218"/>
            <a:ext cx="4498848" cy="3420000"/>
            <a:chOff x="1469390" y="855218"/>
            <a:chExt cx="4498848" cy="3420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91770E8-75B8-2636-29B4-BAEDF997E4E4}"/>
                </a:ext>
              </a:extLst>
            </p:cNvPr>
            <p:cNvSpPr/>
            <p:nvPr/>
          </p:nvSpPr>
          <p:spPr>
            <a:xfrm>
              <a:off x="1469390" y="855218"/>
              <a:ext cx="4498848" cy="342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 w="9525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fr-FR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9EE3BB9-EE0F-EF81-2BE5-2176A6D9E755}"/>
                </a:ext>
              </a:extLst>
            </p:cNvPr>
            <p:cNvSpPr/>
            <p:nvPr/>
          </p:nvSpPr>
          <p:spPr>
            <a:xfrm>
              <a:off x="1698621" y="1074748"/>
              <a:ext cx="900000" cy="900000"/>
            </a:xfrm>
            <a:prstGeom prst="rect">
              <a:avLst/>
            </a:prstGeom>
            <a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3968AF1-A4E2-C94F-B724-1300055EA048}"/>
                </a:ext>
              </a:extLst>
            </p:cNvPr>
            <p:cNvSpPr/>
            <p:nvPr/>
          </p:nvSpPr>
          <p:spPr>
            <a:xfrm>
              <a:off x="2736565" y="1074748"/>
              <a:ext cx="900000" cy="900000"/>
            </a:xfrm>
            <a:prstGeom prst="rect">
              <a:avLst/>
            </a:prstGeom>
            <a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4DD8A98-E6EC-C522-B2E2-291C8390C20B}"/>
                </a:ext>
              </a:extLst>
            </p:cNvPr>
            <p:cNvSpPr/>
            <p:nvPr/>
          </p:nvSpPr>
          <p:spPr>
            <a:xfrm>
              <a:off x="3779026" y="1074748"/>
              <a:ext cx="900000" cy="900000"/>
            </a:xfrm>
            <a:prstGeom prst="rect">
              <a:avLst/>
            </a:prstGeom>
            <a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15855A2-12C5-328F-07CD-1E24113AC61F}"/>
                </a:ext>
              </a:extLst>
            </p:cNvPr>
            <p:cNvSpPr/>
            <p:nvPr/>
          </p:nvSpPr>
          <p:spPr>
            <a:xfrm>
              <a:off x="1698621" y="2135669"/>
              <a:ext cx="900000" cy="900000"/>
            </a:xfrm>
            <a:prstGeom prst="rect">
              <a:avLst/>
            </a:prstGeom>
            <a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10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46CC396-65A2-EA08-30DA-722627498656}"/>
                </a:ext>
              </a:extLst>
            </p:cNvPr>
            <p:cNvSpPr/>
            <p:nvPr/>
          </p:nvSpPr>
          <p:spPr>
            <a:xfrm>
              <a:off x="4821487" y="1074748"/>
              <a:ext cx="900000" cy="900000"/>
            </a:xfrm>
            <a:prstGeom prst="rect">
              <a:avLst/>
            </a:prstGeom>
            <a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4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3F77112-6421-4622-E56D-4752FAA1D87B}"/>
                </a:ext>
              </a:extLst>
            </p:cNvPr>
            <p:cNvSpPr/>
            <p:nvPr/>
          </p:nvSpPr>
          <p:spPr>
            <a:xfrm>
              <a:off x="4821487" y="2135669"/>
              <a:ext cx="900000" cy="900000"/>
            </a:xfrm>
            <a:prstGeom prst="rect">
              <a:avLst/>
            </a:prstGeom>
            <a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5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80E80E5-4D0E-656F-597E-3552B503E450}"/>
                </a:ext>
              </a:extLst>
            </p:cNvPr>
            <p:cNvSpPr/>
            <p:nvPr/>
          </p:nvSpPr>
          <p:spPr>
            <a:xfrm>
              <a:off x="1698621" y="3175850"/>
              <a:ext cx="900000" cy="900000"/>
            </a:xfrm>
            <a:prstGeom prst="rect">
              <a:avLst/>
            </a:prstGeom>
            <a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9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552CB6E-F7F4-BFED-4EF5-BB0298D70802}"/>
                </a:ext>
              </a:extLst>
            </p:cNvPr>
            <p:cNvSpPr/>
            <p:nvPr/>
          </p:nvSpPr>
          <p:spPr>
            <a:xfrm>
              <a:off x="2736565" y="3175850"/>
              <a:ext cx="900000" cy="900000"/>
            </a:xfrm>
            <a:prstGeom prst="rect">
              <a:avLst/>
            </a:prstGeom>
            <a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8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6BB6114-5F6A-EA86-6D77-E4ACF016FC8A}"/>
                </a:ext>
              </a:extLst>
            </p:cNvPr>
            <p:cNvSpPr/>
            <p:nvPr/>
          </p:nvSpPr>
          <p:spPr>
            <a:xfrm>
              <a:off x="4821487" y="3175850"/>
              <a:ext cx="900000" cy="900000"/>
            </a:xfrm>
            <a:prstGeom prst="rect">
              <a:avLst/>
            </a:prstGeom>
            <a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6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8439620-583D-97DB-C9C5-6F5B5DE8D566}"/>
                </a:ext>
              </a:extLst>
            </p:cNvPr>
            <p:cNvSpPr/>
            <p:nvPr/>
          </p:nvSpPr>
          <p:spPr>
            <a:xfrm>
              <a:off x="3779026" y="3175850"/>
              <a:ext cx="900000" cy="900000"/>
            </a:xfrm>
            <a:prstGeom prst="rect">
              <a:avLst/>
            </a:prstGeom>
            <a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7</a:t>
              </a:r>
            </a:p>
          </p:txBody>
        </p:sp>
        <p:cxnSp>
          <p:nvCxnSpPr>
            <p:cNvPr id="26" name="Connecteur : en angle 158">
              <a:extLst>
                <a:ext uri="{FF2B5EF4-FFF2-40B4-BE49-F238E27FC236}">
                  <a16:creationId xmlns:a16="http://schemas.microsoft.com/office/drawing/2014/main" id="{AF9A2031-1C78-D215-B4C8-021BF647DB8F}"/>
                </a:ext>
              </a:extLst>
            </p:cNvPr>
            <p:cNvCxnSpPr>
              <a:cxnSpLocks/>
              <a:stCxn id="4" idx="3"/>
              <a:endCxn id="6" idx="1"/>
            </p:cNvCxnSpPr>
            <p:nvPr/>
          </p:nvCxnSpPr>
          <p:spPr>
            <a:xfrm>
              <a:off x="2598621" y="1524748"/>
              <a:ext cx="137944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 : en angle 158">
              <a:extLst>
                <a:ext uri="{FF2B5EF4-FFF2-40B4-BE49-F238E27FC236}">
                  <a16:creationId xmlns:a16="http://schemas.microsoft.com/office/drawing/2014/main" id="{8C8F276F-853E-35BB-50AA-574D2FBA995A}"/>
                </a:ext>
              </a:extLst>
            </p:cNvPr>
            <p:cNvCxnSpPr>
              <a:cxnSpLocks/>
              <a:stCxn id="6" idx="3"/>
              <a:endCxn id="8" idx="1"/>
            </p:cNvCxnSpPr>
            <p:nvPr/>
          </p:nvCxnSpPr>
          <p:spPr>
            <a:xfrm>
              <a:off x="3636565" y="1524748"/>
              <a:ext cx="142461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 : en angle 158">
              <a:extLst>
                <a:ext uri="{FF2B5EF4-FFF2-40B4-BE49-F238E27FC236}">
                  <a16:creationId xmlns:a16="http://schemas.microsoft.com/office/drawing/2014/main" id="{A38A4B5B-4587-2EF5-ECDB-4FF619757D7E}"/>
                </a:ext>
              </a:extLst>
            </p:cNvPr>
            <p:cNvCxnSpPr>
              <a:cxnSpLocks/>
              <a:stCxn id="8" idx="3"/>
              <a:endCxn id="13" idx="1"/>
            </p:cNvCxnSpPr>
            <p:nvPr/>
          </p:nvCxnSpPr>
          <p:spPr>
            <a:xfrm>
              <a:off x="4679026" y="1524748"/>
              <a:ext cx="142461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eur : en angle 158">
              <a:extLst>
                <a:ext uri="{FF2B5EF4-FFF2-40B4-BE49-F238E27FC236}">
                  <a16:creationId xmlns:a16="http://schemas.microsoft.com/office/drawing/2014/main" id="{2E29CF99-818F-2BF8-7034-255A8DFFE3A1}"/>
                </a:ext>
              </a:extLst>
            </p:cNvPr>
            <p:cNvCxnSpPr>
              <a:cxnSpLocks/>
              <a:stCxn id="13" idx="2"/>
              <a:endCxn id="15" idx="0"/>
            </p:cNvCxnSpPr>
            <p:nvPr/>
          </p:nvCxnSpPr>
          <p:spPr>
            <a:xfrm>
              <a:off x="5271487" y="1974748"/>
              <a:ext cx="0" cy="160921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eur : en angle 158">
              <a:extLst>
                <a:ext uri="{FF2B5EF4-FFF2-40B4-BE49-F238E27FC236}">
                  <a16:creationId xmlns:a16="http://schemas.microsoft.com/office/drawing/2014/main" id="{D2C15799-9BA0-BD75-0C5F-CBD2BEB36B69}"/>
                </a:ext>
              </a:extLst>
            </p:cNvPr>
            <p:cNvCxnSpPr>
              <a:cxnSpLocks/>
              <a:stCxn id="15" idx="2"/>
              <a:endCxn id="22" idx="0"/>
            </p:cNvCxnSpPr>
            <p:nvPr/>
          </p:nvCxnSpPr>
          <p:spPr>
            <a:xfrm>
              <a:off x="5271487" y="3035669"/>
              <a:ext cx="0" cy="140181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 : en angle 158">
              <a:extLst>
                <a:ext uri="{FF2B5EF4-FFF2-40B4-BE49-F238E27FC236}">
                  <a16:creationId xmlns:a16="http://schemas.microsoft.com/office/drawing/2014/main" id="{DDC53E5C-4395-A378-72BD-74022FAC14E4}"/>
                </a:ext>
              </a:extLst>
            </p:cNvPr>
            <p:cNvCxnSpPr>
              <a:cxnSpLocks/>
              <a:stCxn id="11" idx="2"/>
              <a:endCxn id="17" idx="0"/>
            </p:cNvCxnSpPr>
            <p:nvPr/>
          </p:nvCxnSpPr>
          <p:spPr>
            <a:xfrm>
              <a:off x="2148621" y="3035669"/>
              <a:ext cx="0" cy="140181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 : en angle 158">
              <a:extLst>
                <a:ext uri="{FF2B5EF4-FFF2-40B4-BE49-F238E27FC236}">
                  <a16:creationId xmlns:a16="http://schemas.microsoft.com/office/drawing/2014/main" id="{C6B88812-0F3E-CBD2-C05F-88527DDDD92E}"/>
                </a:ext>
              </a:extLst>
            </p:cNvPr>
            <p:cNvCxnSpPr>
              <a:cxnSpLocks/>
              <a:stCxn id="17" idx="3"/>
              <a:endCxn id="19" idx="1"/>
            </p:cNvCxnSpPr>
            <p:nvPr/>
          </p:nvCxnSpPr>
          <p:spPr>
            <a:xfrm>
              <a:off x="2598621" y="3625850"/>
              <a:ext cx="137944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 : en angle 158">
              <a:extLst>
                <a:ext uri="{FF2B5EF4-FFF2-40B4-BE49-F238E27FC236}">
                  <a16:creationId xmlns:a16="http://schemas.microsoft.com/office/drawing/2014/main" id="{110D9FA4-424A-29E8-4A8B-5FA8EF55435F}"/>
                </a:ext>
              </a:extLst>
            </p:cNvPr>
            <p:cNvCxnSpPr>
              <a:cxnSpLocks/>
              <a:stCxn id="19" idx="3"/>
              <a:endCxn id="25" idx="1"/>
            </p:cNvCxnSpPr>
            <p:nvPr/>
          </p:nvCxnSpPr>
          <p:spPr>
            <a:xfrm>
              <a:off x="3636565" y="3625850"/>
              <a:ext cx="142461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 : en angle 158">
              <a:extLst>
                <a:ext uri="{FF2B5EF4-FFF2-40B4-BE49-F238E27FC236}">
                  <a16:creationId xmlns:a16="http://schemas.microsoft.com/office/drawing/2014/main" id="{3BF76DA7-7B05-A007-816C-9E108D5B81A0}"/>
                </a:ext>
              </a:extLst>
            </p:cNvPr>
            <p:cNvCxnSpPr>
              <a:cxnSpLocks/>
              <a:stCxn id="25" idx="3"/>
              <a:endCxn id="22" idx="1"/>
            </p:cNvCxnSpPr>
            <p:nvPr/>
          </p:nvCxnSpPr>
          <p:spPr>
            <a:xfrm>
              <a:off x="4679026" y="3625850"/>
              <a:ext cx="142461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79B0E006-6201-A68A-6491-027375CF6011}"/>
                </a:ext>
              </a:extLst>
            </p:cNvPr>
            <p:cNvSpPr txBox="1"/>
            <p:nvPr/>
          </p:nvSpPr>
          <p:spPr>
            <a:xfrm>
              <a:off x="2772410" y="2110984"/>
              <a:ext cx="187076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2400" dirty="0">
                  <a:solidFill>
                    <a:schemeClr val="bg1"/>
                  </a:solidFill>
                  <a:latin typeface="Lucida Calligraphy" panose="03010101010101010101" pitchFamily="66" charset="0"/>
                  <a:cs typeface="Segoe UI" panose="020B0502040204020203" pitchFamily="34" charset="0"/>
                </a:rPr>
                <a:t>Q</a:t>
              </a:r>
              <a:r>
                <a:rPr lang="fr-FR" sz="240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uartiers de</a:t>
              </a:r>
              <a:br>
                <a:rPr lang="fr-FR" sz="240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2400" dirty="0">
                  <a:solidFill>
                    <a:schemeClr val="bg1"/>
                  </a:solidFill>
                  <a:latin typeface="Lucida Calligraphy" panose="03010101010101010101" pitchFamily="66" charset="0"/>
                  <a:cs typeface="Segoe UI" panose="020B0502040204020203" pitchFamily="34" charset="0"/>
                </a:rPr>
                <a:t>G</a:t>
              </a:r>
              <a:r>
                <a:rPr lang="fr-FR" sz="240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arde</a:t>
              </a:r>
            </a:p>
          </p:txBody>
        </p:sp>
        <p:grpSp>
          <p:nvGrpSpPr>
            <p:cNvPr id="38" name="Groupe 37">
              <a:extLst>
                <a:ext uri="{FF2B5EF4-FFF2-40B4-BE49-F238E27FC236}">
                  <a16:creationId xmlns:a16="http://schemas.microsoft.com/office/drawing/2014/main" id="{78C503D4-C5FE-E283-528B-1CB2CA4F9440}"/>
                </a:ext>
              </a:extLst>
            </p:cNvPr>
            <p:cNvGrpSpPr/>
            <p:nvPr/>
          </p:nvGrpSpPr>
          <p:grpSpPr>
            <a:xfrm>
              <a:off x="1962788" y="1370858"/>
              <a:ext cx="365900" cy="340921"/>
              <a:chOff x="1980005" y="1399967"/>
              <a:chExt cx="365900" cy="340921"/>
            </a:xfrm>
          </p:grpSpPr>
          <p:sp>
            <p:nvSpPr>
              <p:cNvPr id="20" name="Ellipse 19">
                <a:extLst>
                  <a:ext uri="{FF2B5EF4-FFF2-40B4-BE49-F238E27FC236}">
                    <a16:creationId xmlns:a16="http://schemas.microsoft.com/office/drawing/2014/main" id="{711D637E-5D0E-F0D1-7DBC-3E53246301F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980005" y="1560888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7" name="Ellipse 26">
                <a:extLst>
                  <a:ext uri="{FF2B5EF4-FFF2-40B4-BE49-F238E27FC236}">
                    <a16:creationId xmlns:a16="http://schemas.microsoft.com/office/drawing/2014/main" id="{570ED113-729F-640B-E135-A43D8C8A360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70005" y="1399967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7" name="Ellipse 36">
                <a:extLst>
                  <a:ext uri="{FF2B5EF4-FFF2-40B4-BE49-F238E27FC236}">
                    <a16:creationId xmlns:a16="http://schemas.microsoft.com/office/drawing/2014/main" id="{A4181044-83AE-420E-1E58-9A5B9AC14ED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65905" y="1560888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39" name="Groupe 38">
              <a:extLst>
                <a:ext uri="{FF2B5EF4-FFF2-40B4-BE49-F238E27FC236}">
                  <a16:creationId xmlns:a16="http://schemas.microsoft.com/office/drawing/2014/main" id="{BBAC0A87-D06C-341D-46B8-0417A761976E}"/>
                </a:ext>
              </a:extLst>
            </p:cNvPr>
            <p:cNvGrpSpPr/>
            <p:nvPr/>
          </p:nvGrpSpPr>
          <p:grpSpPr>
            <a:xfrm>
              <a:off x="3001921" y="1370858"/>
              <a:ext cx="365900" cy="340921"/>
              <a:chOff x="1980005" y="1399967"/>
              <a:chExt cx="365900" cy="340921"/>
            </a:xfrm>
          </p:grpSpPr>
          <p:sp>
            <p:nvSpPr>
              <p:cNvPr id="40" name="Ellipse 39">
                <a:extLst>
                  <a:ext uri="{FF2B5EF4-FFF2-40B4-BE49-F238E27FC236}">
                    <a16:creationId xmlns:a16="http://schemas.microsoft.com/office/drawing/2014/main" id="{783EC200-8C8C-95AF-52C5-FED33025313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980005" y="1560888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196F1623-5A4B-8B84-0DFC-DCC642C0CA2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70005" y="1399967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2" name="Ellipse 41">
                <a:extLst>
                  <a:ext uri="{FF2B5EF4-FFF2-40B4-BE49-F238E27FC236}">
                    <a16:creationId xmlns:a16="http://schemas.microsoft.com/office/drawing/2014/main" id="{3277EA15-1A19-5354-EF56-26E94F194A3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65905" y="1560888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43" name="Groupe 42">
              <a:extLst>
                <a:ext uri="{FF2B5EF4-FFF2-40B4-BE49-F238E27FC236}">
                  <a16:creationId xmlns:a16="http://schemas.microsoft.com/office/drawing/2014/main" id="{8447A651-6D35-9C01-F98A-EC9640E5EF7B}"/>
                </a:ext>
              </a:extLst>
            </p:cNvPr>
            <p:cNvGrpSpPr/>
            <p:nvPr/>
          </p:nvGrpSpPr>
          <p:grpSpPr>
            <a:xfrm>
              <a:off x="4046076" y="1370858"/>
              <a:ext cx="365900" cy="340921"/>
              <a:chOff x="1980005" y="1399967"/>
              <a:chExt cx="365900" cy="340921"/>
            </a:xfrm>
          </p:grpSpPr>
          <p:sp>
            <p:nvSpPr>
              <p:cNvPr id="44" name="Ellipse 43">
                <a:extLst>
                  <a:ext uri="{FF2B5EF4-FFF2-40B4-BE49-F238E27FC236}">
                    <a16:creationId xmlns:a16="http://schemas.microsoft.com/office/drawing/2014/main" id="{D578CB64-4B7A-752D-2959-C19E33D1087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980005" y="1560888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ABBA66B3-E8FB-0532-BBE9-116E57F682F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70005" y="1399967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46" name="Ellipse 45">
                <a:extLst>
                  <a:ext uri="{FF2B5EF4-FFF2-40B4-BE49-F238E27FC236}">
                    <a16:creationId xmlns:a16="http://schemas.microsoft.com/office/drawing/2014/main" id="{461325E2-541C-0148-2922-6CBE35C60EE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65905" y="1560888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47" name="Groupe 46">
              <a:extLst>
                <a:ext uri="{FF2B5EF4-FFF2-40B4-BE49-F238E27FC236}">
                  <a16:creationId xmlns:a16="http://schemas.microsoft.com/office/drawing/2014/main" id="{A1530FA3-48D0-1E60-C78C-B6FDAEE2A825}"/>
                </a:ext>
              </a:extLst>
            </p:cNvPr>
            <p:cNvGrpSpPr/>
            <p:nvPr/>
          </p:nvGrpSpPr>
          <p:grpSpPr>
            <a:xfrm>
              <a:off x="5084547" y="1370858"/>
              <a:ext cx="365900" cy="340921"/>
              <a:chOff x="1980005" y="1399967"/>
              <a:chExt cx="365900" cy="340921"/>
            </a:xfrm>
          </p:grpSpPr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C7615D04-830F-A108-B13F-907EC53D1E9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980005" y="1560888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EA9B2D18-64F9-1EEA-0FD1-6B87B5748E3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70005" y="1399967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0" name="Ellipse 49">
                <a:extLst>
                  <a:ext uri="{FF2B5EF4-FFF2-40B4-BE49-F238E27FC236}">
                    <a16:creationId xmlns:a16="http://schemas.microsoft.com/office/drawing/2014/main" id="{2FE9428D-3457-67E6-AF3C-6EF2156F512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65905" y="1560888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51" name="Groupe 50">
              <a:extLst>
                <a:ext uri="{FF2B5EF4-FFF2-40B4-BE49-F238E27FC236}">
                  <a16:creationId xmlns:a16="http://schemas.microsoft.com/office/drawing/2014/main" id="{1A7BF680-7764-DFE9-4907-CA227D255E75}"/>
                </a:ext>
              </a:extLst>
            </p:cNvPr>
            <p:cNvGrpSpPr/>
            <p:nvPr/>
          </p:nvGrpSpPr>
          <p:grpSpPr>
            <a:xfrm>
              <a:off x="5084547" y="2421087"/>
              <a:ext cx="365900" cy="340921"/>
              <a:chOff x="1980005" y="1399967"/>
              <a:chExt cx="365900" cy="340921"/>
            </a:xfrm>
          </p:grpSpPr>
          <p:sp>
            <p:nvSpPr>
              <p:cNvPr id="52" name="Ellipse 51">
                <a:extLst>
                  <a:ext uri="{FF2B5EF4-FFF2-40B4-BE49-F238E27FC236}">
                    <a16:creationId xmlns:a16="http://schemas.microsoft.com/office/drawing/2014/main" id="{FE21FC1E-C5B5-2B47-698A-71720CD9109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980005" y="1560888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3" name="Ellipse 52">
                <a:extLst>
                  <a:ext uri="{FF2B5EF4-FFF2-40B4-BE49-F238E27FC236}">
                    <a16:creationId xmlns:a16="http://schemas.microsoft.com/office/drawing/2014/main" id="{0D60A342-8444-5B8B-E446-DD2FAC96008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70005" y="1399967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4" name="Ellipse 53">
                <a:extLst>
                  <a:ext uri="{FF2B5EF4-FFF2-40B4-BE49-F238E27FC236}">
                    <a16:creationId xmlns:a16="http://schemas.microsoft.com/office/drawing/2014/main" id="{E1BCD40A-BB1E-70A4-6E06-ADAB0AEB4B5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65905" y="1560888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55" name="Groupe 54">
              <a:extLst>
                <a:ext uri="{FF2B5EF4-FFF2-40B4-BE49-F238E27FC236}">
                  <a16:creationId xmlns:a16="http://schemas.microsoft.com/office/drawing/2014/main" id="{5004A93E-8A11-48B9-2B65-D7CDE0E55ED3}"/>
                </a:ext>
              </a:extLst>
            </p:cNvPr>
            <p:cNvGrpSpPr/>
            <p:nvPr/>
          </p:nvGrpSpPr>
          <p:grpSpPr>
            <a:xfrm>
              <a:off x="5084547" y="3461489"/>
              <a:ext cx="365900" cy="340921"/>
              <a:chOff x="1980005" y="1399967"/>
              <a:chExt cx="365900" cy="340921"/>
            </a:xfrm>
          </p:grpSpPr>
          <p:sp>
            <p:nvSpPr>
              <p:cNvPr id="56" name="Ellipse 55">
                <a:extLst>
                  <a:ext uri="{FF2B5EF4-FFF2-40B4-BE49-F238E27FC236}">
                    <a16:creationId xmlns:a16="http://schemas.microsoft.com/office/drawing/2014/main" id="{27D70036-2ED9-A1B2-53AC-102449BF3B5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980005" y="1560888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7" name="Ellipse 56">
                <a:extLst>
                  <a:ext uri="{FF2B5EF4-FFF2-40B4-BE49-F238E27FC236}">
                    <a16:creationId xmlns:a16="http://schemas.microsoft.com/office/drawing/2014/main" id="{4BC29B43-F82D-13BC-CFBE-24340E16441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70005" y="1399967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8" name="Ellipse 57">
                <a:extLst>
                  <a:ext uri="{FF2B5EF4-FFF2-40B4-BE49-F238E27FC236}">
                    <a16:creationId xmlns:a16="http://schemas.microsoft.com/office/drawing/2014/main" id="{9536A47A-8555-5339-2590-1C13F76010F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65905" y="1560888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59" name="Groupe 58">
              <a:extLst>
                <a:ext uri="{FF2B5EF4-FFF2-40B4-BE49-F238E27FC236}">
                  <a16:creationId xmlns:a16="http://schemas.microsoft.com/office/drawing/2014/main" id="{558513BF-3CC5-2AEB-D3CF-F6AE8BF9A9A1}"/>
                </a:ext>
              </a:extLst>
            </p:cNvPr>
            <p:cNvGrpSpPr/>
            <p:nvPr/>
          </p:nvGrpSpPr>
          <p:grpSpPr>
            <a:xfrm>
              <a:off x="1962788" y="2421087"/>
              <a:ext cx="365900" cy="340921"/>
              <a:chOff x="1980005" y="1399967"/>
              <a:chExt cx="365900" cy="340921"/>
            </a:xfrm>
          </p:grpSpPr>
          <p:sp>
            <p:nvSpPr>
              <p:cNvPr id="60" name="Ellipse 59">
                <a:extLst>
                  <a:ext uri="{FF2B5EF4-FFF2-40B4-BE49-F238E27FC236}">
                    <a16:creationId xmlns:a16="http://schemas.microsoft.com/office/drawing/2014/main" id="{F53E6423-C701-CDFF-945D-EB903BD9F3A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980005" y="1560888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5F7D9414-A808-41F9-D72E-806D72751B6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70005" y="1399967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2" name="Ellipse 61">
                <a:extLst>
                  <a:ext uri="{FF2B5EF4-FFF2-40B4-BE49-F238E27FC236}">
                    <a16:creationId xmlns:a16="http://schemas.microsoft.com/office/drawing/2014/main" id="{9F2A85B2-75DB-B48D-4256-2DC5382F52F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65905" y="1560888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63" name="Groupe 62">
              <a:extLst>
                <a:ext uri="{FF2B5EF4-FFF2-40B4-BE49-F238E27FC236}">
                  <a16:creationId xmlns:a16="http://schemas.microsoft.com/office/drawing/2014/main" id="{DA18EA87-7120-4612-A6F9-4FD03FE27967}"/>
                </a:ext>
              </a:extLst>
            </p:cNvPr>
            <p:cNvGrpSpPr/>
            <p:nvPr/>
          </p:nvGrpSpPr>
          <p:grpSpPr>
            <a:xfrm>
              <a:off x="1962788" y="3461489"/>
              <a:ext cx="365900" cy="340921"/>
              <a:chOff x="1980005" y="1399967"/>
              <a:chExt cx="365900" cy="340921"/>
            </a:xfrm>
          </p:grpSpPr>
          <p:sp>
            <p:nvSpPr>
              <p:cNvPr id="64" name="Ellipse 63">
                <a:extLst>
                  <a:ext uri="{FF2B5EF4-FFF2-40B4-BE49-F238E27FC236}">
                    <a16:creationId xmlns:a16="http://schemas.microsoft.com/office/drawing/2014/main" id="{C850CEF2-A9A7-0DCB-A4BA-AD8D69D72CC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980005" y="1560888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5" name="Ellipse 64">
                <a:extLst>
                  <a:ext uri="{FF2B5EF4-FFF2-40B4-BE49-F238E27FC236}">
                    <a16:creationId xmlns:a16="http://schemas.microsoft.com/office/drawing/2014/main" id="{929808E7-AAAA-B225-5635-D8CE742F217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70005" y="1399967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6" name="Ellipse 65">
                <a:extLst>
                  <a:ext uri="{FF2B5EF4-FFF2-40B4-BE49-F238E27FC236}">
                    <a16:creationId xmlns:a16="http://schemas.microsoft.com/office/drawing/2014/main" id="{D6543C29-6DD2-560B-2B28-0F71220FAC6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65905" y="1560888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4A45DCC2-A06B-74CB-782C-F37D46171E7F}"/>
                </a:ext>
              </a:extLst>
            </p:cNvPr>
            <p:cNvGrpSpPr/>
            <p:nvPr/>
          </p:nvGrpSpPr>
          <p:grpSpPr>
            <a:xfrm>
              <a:off x="3016485" y="3461489"/>
              <a:ext cx="365900" cy="340921"/>
              <a:chOff x="1980005" y="1399967"/>
              <a:chExt cx="365900" cy="340921"/>
            </a:xfrm>
          </p:grpSpPr>
          <p:sp>
            <p:nvSpPr>
              <p:cNvPr id="72" name="Ellipse 71">
                <a:extLst>
                  <a:ext uri="{FF2B5EF4-FFF2-40B4-BE49-F238E27FC236}">
                    <a16:creationId xmlns:a16="http://schemas.microsoft.com/office/drawing/2014/main" id="{7C17EACB-7BA6-5ACB-B5BD-E6A85409464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980005" y="1560888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3" name="Ellipse 72">
                <a:extLst>
                  <a:ext uri="{FF2B5EF4-FFF2-40B4-BE49-F238E27FC236}">
                    <a16:creationId xmlns:a16="http://schemas.microsoft.com/office/drawing/2014/main" id="{549DE83E-43FB-9EE4-3A8A-5C511F45510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70005" y="1399967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4" name="Ellipse 73">
                <a:extLst>
                  <a:ext uri="{FF2B5EF4-FFF2-40B4-BE49-F238E27FC236}">
                    <a16:creationId xmlns:a16="http://schemas.microsoft.com/office/drawing/2014/main" id="{E3289CBB-6C56-18A9-EF24-754D9F6E69A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65905" y="1560888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75" name="Groupe 74">
              <a:extLst>
                <a:ext uri="{FF2B5EF4-FFF2-40B4-BE49-F238E27FC236}">
                  <a16:creationId xmlns:a16="http://schemas.microsoft.com/office/drawing/2014/main" id="{05993991-5222-05B6-A881-9178A31E23F3}"/>
                </a:ext>
              </a:extLst>
            </p:cNvPr>
            <p:cNvGrpSpPr/>
            <p:nvPr/>
          </p:nvGrpSpPr>
          <p:grpSpPr>
            <a:xfrm>
              <a:off x="4043126" y="3461489"/>
              <a:ext cx="365900" cy="340921"/>
              <a:chOff x="1980005" y="1399967"/>
              <a:chExt cx="365900" cy="340921"/>
            </a:xfrm>
          </p:grpSpPr>
          <p:sp>
            <p:nvSpPr>
              <p:cNvPr id="76" name="Ellipse 75">
                <a:extLst>
                  <a:ext uri="{FF2B5EF4-FFF2-40B4-BE49-F238E27FC236}">
                    <a16:creationId xmlns:a16="http://schemas.microsoft.com/office/drawing/2014/main" id="{1FC3C45E-2835-103B-C27C-198D4D80432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980005" y="1560888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7" name="Ellipse 76">
                <a:extLst>
                  <a:ext uri="{FF2B5EF4-FFF2-40B4-BE49-F238E27FC236}">
                    <a16:creationId xmlns:a16="http://schemas.microsoft.com/office/drawing/2014/main" id="{6C3BE214-5EB7-58C6-E461-CC9CB830655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70005" y="1399967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8" name="Ellipse 77">
                <a:extLst>
                  <a:ext uri="{FF2B5EF4-FFF2-40B4-BE49-F238E27FC236}">
                    <a16:creationId xmlns:a16="http://schemas.microsoft.com/office/drawing/2014/main" id="{EC2A7A86-2B04-9235-545A-47E6A4C4276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65905" y="1560888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305799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844A5-89FB-9DB6-D88E-438FE17AC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0BE5BB0-A0F6-6008-FF54-3E077DCA08DF}"/>
              </a:ext>
            </a:extLst>
          </p:cNvPr>
          <p:cNvSpPr/>
          <p:nvPr/>
        </p:nvSpPr>
        <p:spPr>
          <a:xfrm>
            <a:off x="2316000" y="909000"/>
            <a:ext cx="7920000" cy="5040000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 w="9525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1000712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1258</TotalTime>
  <Words>61</Words>
  <Application>Microsoft Office PowerPoint</Application>
  <PresentationFormat>Grand écran</PresentationFormat>
  <Paragraphs>54</Paragraphs>
  <Slides>3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Lucida Calligraphy</vt:lpstr>
      <vt:lpstr>Segoe UI</vt:lpstr>
      <vt:lpstr>Thème Office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94</cp:revision>
  <cp:lastPrinted>2026-02-28T18:10:31Z</cp:lastPrinted>
  <dcterms:created xsi:type="dcterms:W3CDTF">2026-02-07T18:04:07Z</dcterms:created>
  <dcterms:modified xsi:type="dcterms:W3CDTF">2026-09-29T17:36:55Z</dcterms:modified>
</cp:coreProperties>
</file>