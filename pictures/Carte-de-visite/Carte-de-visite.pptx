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0F3AB-BEDA-ED1F-E64F-D6AC1787F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F412A04-EC3A-275E-32AA-4D897A0FB1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108CD5-286D-5C5B-4B3B-38F9751C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80CBC3-D105-8617-69DF-4D542A6FB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3A18D5-60F8-E954-E94D-89FA02E16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569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FA0E6-A29C-A770-9F6D-54BEA380A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F4CA55-916C-CABD-F455-234FE4FE2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FEB6B22-B2FF-CBDF-3539-239D3BB8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CB219C-CA2F-D654-CB3A-FDD7F0749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7B5138-1DDA-0AC7-BA84-B30EBCF32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78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30C01B-D486-F354-D89B-1FC1703D5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6D74DE-EEB5-C445-814E-CF46EDBA2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664997-5E08-F37C-F2E5-4B6C2A97F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C875D3-C03A-4EAB-EA26-E675258C4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290234-A3F6-528B-2C74-150CA000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087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483CB-C702-29F8-AAE6-87DA834C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A3EAB-70FD-181C-FC8F-4509DF78F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10B8A18-E30C-25D1-31E1-EE301BF600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66E4B9-67EB-81F4-0E13-7A7642CA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6FD51B-D806-3129-898B-18E71FC0B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E996C4E-8D5C-238F-E1ED-773FF53F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9450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C297FB-B3FA-FC93-4C5B-328B8ADF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938B1-92E7-F3FD-0DC2-712C2B313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0E5F6B-5517-3DBE-6B2B-BE210A4C5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712D031-6785-D509-1015-59B3A0ACC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A89569-139C-E220-49F8-BA22668E7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1832636-30BF-9D90-05E5-178023C4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34C27E-1564-F4A1-9CBD-D810185A8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C9B1A57-DEA1-E5CD-D84E-91CAE2915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370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6E014C-55B1-B864-88B5-CA8F3345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77132C6-3BE4-4A01-253A-1CAF231D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0523DFE-2442-A147-CE18-3F026EE8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B9EA473-26D5-9CA4-1F98-D4563633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5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BFFFE02-E413-E8AD-1EB3-BECEF51E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5978B3D-E286-8121-AC60-4FCD3F1D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F71B94-0A5D-5CD5-4B5D-64BDC9EC4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544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B44EAB-EF65-B764-F7DD-56491E27B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565851-1527-C7FE-C34A-C604D0C9F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E47574-AC13-FC6D-E868-8DCBA82C0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3DE641-EA9C-D6C0-2871-E06D877D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911D23-1481-05C4-C142-4A53FC36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4B6F75-FF48-82FE-A8F4-17A339AE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2121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6856C1-F332-88EA-97C6-53621A22F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BFF63BD-7784-8DAA-9FC7-164E80412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0BEC49-EC11-FF1C-F097-1E700D930B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DEA985-168E-A2EC-2C58-DD0E5E8BB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7B1334-2D07-3945-8F3F-19F152E0C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C7CE266-F884-CC10-0828-F027B6F5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3024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297F61-DDB8-1F00-F6BB-F68E158E3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925FF0B-5BCD-A264-6FDE-1FA8A4A3D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40633B-16E0-696F-CFC5-2E3DDA09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BDE9EC-628F-801E-9A78-36C15D1AA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E4A0F2-F9B4-D581-5496-7ACCD5B5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695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D3E2ECD-7403-75B9-5AA6-9E05DBB3F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FF2DD1-BF75-3CD1-5EFA-7CEB94095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FFDBA1-55DF-6F1C-32FC-93586CCF5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91D03D-8922-A108-A546-8F3A0041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9DDC46A-58B2-F6DD-6DA2-ADED28E74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7721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1F2AA26-0441-5435-741B-B050F42F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8F6583-6BD9-F930-9334-25CBFEBD1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774836-B7AD-3145-3E95-BE6011EA0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6CF386-6BD8-4943-8845-4B2142314B24}" type="datetimeFigureOut">
              <a:rPr lang="fr-FR" smtClean="0"/>
              <a:t>14/03/2026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4B17C6-AF07-4D11-D77D-8770504C2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D4AD45-476C-6BAA-092D-B500647649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63DE80-AF01-4184-9954-BDE7D3F75E2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660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E0BC-0C29-4E44-E9FD-23960633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75FCB6E0-FB7D-03F0-D275-62EB92530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58D6E3F8-8B53-38AC-D05C-C0ECF4AD77E9}"/>
              </a:ext>
            </a:extLst>
          </p:cNvPr>
          <p:cNvGrpSpPr/>
          <p:nvPr/>
        </p:nvGrpSpPr>
        <p:grpSpPr>
          <a:xfrm>
            <a:off x="2374030" y="2143125"/>
            <a:ext cx="3060000" cy="1908000"/>
            <a:chOff x="402355" y="457200"/>
            <a:chExt cx="3060000" cy="190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CDC3D95-A5D4-633D-F4E2-D85F5164AEB3}"/>
                </a:ext>
              </a:extLst>
            </p:cNvPr>
            <p:cNvSpPr/>
            <p:nvPr/>
          </p:nvSpPr>
          <p:spPr>
            <a:xfrm>
              <a:off x="402355" y="457200"/>
              <a:ext cx="3060000" cy="1908000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DAB3163D-7648-8CA6-1411-6B60D0D6F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01" t="6666" r="5999" b="6167"/>
            <a:stretch>
              <a:fillRect/>
            </a:stretch>
          </p:blipFill>
          <p:spPr>
            <a:xfrm>
              <a:off x="2007853" y="642993"/>
              <a:ext cx="1267656" cy="125565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DFA212CE-3647-E5DA-0538-37A43678F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72892" y="2048940"/>
              <a:ext cx="165961" cy="165961"/>
            </a:xfrm>
            <a:prstGeom prst="rect">
              <a:avLst/>
            </a:prstGeom>
          </p:spPr>
        </p:pic>
        <p:sp>
          <p:nvSpPr>
            <p:cNvPr id="12" name="Rectangle 3">
              <a:extLst>
                <a:ext uri="{FF2B5EF4-FFF2-40B4-BE49-F238E27FC236}">
                  <a16:creationId xmlns:a16="http://schemas.microsoft.com/office/drawing/2014/main" id="{F9D7BD94-7F4F-6750-A33C-27FB00BB1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265" y="533497"/>
              <a:ext cx="1219651" cy="6365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36000" tIns="36000" rIns="36000" bIns="3600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Lucida Calligraphy" panose="03010101010101010101" pitchFamily="66" charset="0"/>
                  <a:ea typeface="Calibri" panose="020F0502020204030204" pitchFamily="34" charset="0"/>
                  <a:cs typeface="Times New Roman" panose="02020603050405020304" pitchFamily="18" charset="0"/>
                </a:rPr>
                <a:t>Terre de </a:t>
              </a:r>
              <a:br>
                <a:rPr kumimoji="0" lang="fr-FR" altLang="fr-FR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Lucida Calligraphy" panose="03010101010101010101" pitchFamily="66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kumimoji="0" lang="fr-FR" altLang="fr-FR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Lucida Calligraphy" panose="03010101010101010101" pitchFamily="66" charset="0"/>
                  <a:ea typeface="Calibri" panose="020F0502020204030204" pitchFamily="34" charset="0"/>
                  <a:cs typeface="Times New Roman" panose="02020603050405020304" pitchFamily="18" charset="0"/>
                </a:rPr>
                <a:t>Barons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96C07D48-49C6-4FD6-0521-F90CB9DCD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265" y="1170013"/>
              <a:ext cx="1141015" cy="987922"/>
            </a:xfrm>
            <a:prstGeom prst="rect">
              <a:avLst/>
            </a:prstGeom>
          </p:spPr>
        </p:pic>
        <p:sp>
          <p:nvSpPr>
            <p:cNvPr id="35" name="Rectangle 3">
              <a:extLst>
                <a:ext uri="{FF2B5EF4-FFF2-40B4-BE49-F238E27FC236}">
                  <a16:creationId xmlns:a16="http://schemas.microsoft.com/office/drawing/2014/main" id="{7455CBC2-AB33-369D-6E37-8DB2E89A7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801" y="2003237"/>
              <a:ext cx="1756943" cy="2573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36000" tIns="36000" rIns="36000" bIns="3600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sz="1200" dirty="0">
                  <a:solidFill>
                    <a:schemeClr val="bg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lucas.borboleta@free.fr</a:t>
              </a:r>
              <a:endParaRPr kumimoji="0" lang="fr-FR" altLang="fr-FR" sz="12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7" name="ZoneTexte 66">
            <a:extLst>
              <a:ext uri="{FF2B5EF4-FFF2-40B4-BE49-F238E27FC236}">
                <a16:creationId xmlns:a16="http://schemas.microsoft.com/office/drawing/2014/main" id="{0506A0FF-0FA0-32A7-2432-3CD0A9B062C1}"/>
              </a:ext>
            </a:extLst>
          </p:cNvPr>
          <p:cNvSpPr txBox="1"/>
          <p:nvPr/>
        </p:nvSpPr>
        <p:spPr>
          <a:xfrm>
            <a:off x="7726587" y="2633951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Format carte bancaire :</a:t>
            </a:r>
          </a:p>
          <a:p>
            <a:r>
              <a:rPr lang="fr-FR" dirty="0"/>
              <a:t>85 mm x 53 mm = </a:t>
            </a:r>
            <a:r>
              <a:rPr lang="fr-FR" dirty="0">
                <a:solidFill>
                  <a:srgbClr val="FF0000"/>
                </a:solidFill>
              </a:rPr>
              <a:t>8,5 cm </a:t>
            </a:r>
            <a:r>
              <a:rPr lang="fr-FR" dirty="0"/>
              <a:t>x </a:t>
            </a:r>
            <a:r>
              <a:rPr lang="fr-FR" dirty="0">
                <a:solidFill>
                  <a:srgbClr val="FF0000"/>
                </a:solidFill>
              </a:rPr>
              <a:t>5,3 cm </a:t>
            </a:r>
          </a:p>
        </p:txBody>
      </p:sp>
    </p:spTree>
    <p:extLst>
      <p:ext uri="{BB962C8B-B14F-4D97-AF65-F5344CB8AC3E}">
        <p14:creationId xmlns:p14="http://schemas.microsoft.com/office/powerpoint/2010/main" val="130540998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26</Words>
  <Application>Microsoft Office PowerPoint</Application>
  <PresentationFormat>Grand écran</PresentationFormat>
  <Paragraphs>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Lucida Calligraphy</vt:lpstr>
      <vt:lpstr>Segoe UI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5</cp:revision>
  <cp:lastPrinted>2026-03-14T15:16:24Z</cp:lastPrinted>
  <dcterms:created xsi:type="dcterms:W3CDTF">2026-03-14T14:51:17Z</dcterms:created>
  <dcterms:modified xsi:type="dcterms:W3CDTF">2026-03-14T15:59:07Z</dcterms:modified>
</cp:coreProperties>
</file>