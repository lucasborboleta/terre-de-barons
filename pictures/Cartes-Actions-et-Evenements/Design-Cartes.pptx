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E7D5B1"/>
    <a:srgbClr val="F0DEB6"/>
    <a:srgbClr val="FFF7BF"/>
    <a:srgbClr val="E9D3AE"/>
    <a:srgbClr val="E9D7B3"/>
    <a:srgbClr val="F6E0BB"/>
    <a:srgbClr val="B1843C"/>
    <a:srgbClr val="F4DEB9"/>
    <a:srgbClr val="F3D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25" d="100"/>
          <a:sy n="125" d="100"/>
        </p:scale>
        <p:origin x="-12" y="-8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4362394" y="1431551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C67B85F-CA29-AB7E-BAE1-948AC1198E38}"/>
              </a:ext>
            </a:extLst>
          </p:cNvPr>
          <p:cNvGrpSpPr/>
          <p:nvPr/>
        </p:nvGrpSpPr>
        <p:grpSpPr>
          <a:xfrm>
            <a:off x="7235162" y="1431508"/>
            <a:ext cx="2124000" cy="3312643"/>
            <a:chOff x="7235162" y="1431508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667162" y="143150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7235162" y="143274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8927162" y="143150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9028" y="2573361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1537763" y="1464756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1613</TotalTime>
  <Words>341</Words>
  <Application>Microsoft Office PowerPoint</Application>
  <PresentationFormat>Grand écran</PresentationFormat>
  <Paragraphs>88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93</cp:revision>
  <cp:lastPrinted>2026-03-31T18:36:09Z</cp:lastPrinted>
  <dcterms:created xsi:type="dcterms:W3CDTF">2026-02-07T18:04:07Z</dcterms:created>
  <dcterms:modified xsi:type="dcterms:W3CDTF">2026-04-12T07:16:21Z</dcterms:modified>
</cp:coreProperties>
</file>