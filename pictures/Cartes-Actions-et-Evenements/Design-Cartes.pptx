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81" r:id="rId2"/>
    <p:sldId id="282" r:id="rId3"/>
    <p:sldId id="283" r:id="rId4"/>
    <p:sldId id="284" r:id="rId5"/>
    <p:sldId id="287" r:id="rId6"/>
    <p:sldId id="286" r:id="rId7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14/03/2026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4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microsoft.com/office/2007/relationships/hdphoto" Target="../media/hdphoto2.wdp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6.jpeg"/><Relationship Id="rId10" Type="http://schemas.openxmlformats.org/officeDocument/2006/relationships/image" Target="../media/image13.svg"/><Relationship Id="rId4" Type="http://schemas.microsoft.com/office/2007/relationships/hdphoto" Target="../media/hdphoto4.wdp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12" Type="http://schemas.openxmlformats.org/officeDocument/2006/relationships/image" Target="../media/image13.sv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11" Type="http://schemas.openxmlformats.org/officeDocument/2006/relationships/image" Target="../media/image12.png"/><Relationship Id="rId5" Type="http://schemas.openxmlformats.org/officeDocument/2006/relationships/image" Target="../media/image6.jpeg"/><Relationship Id="rId10" Type="http://schemas.microsoft.com/office/2007/relationships/hdphoto" Target="../media/hdphoto3.wdp"/><Relationship Id="rId4" Type="http://schemas.microsoft.com/office/2007/relationships/hdphoto" Target="../media/hdphoto4.wdp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7.png"/><Relationship Id="rId18" Type="http://schemas.openxmlformats.org/officeDocument/2006/relationships/image" Target="../media/image20.png"/><Relationship Id="rId3" Type="http://schemas.openxmlformats.org/officeDocument/2006/relationships/image" Target="../media/image5.png"/><Relationship Id="rId21" Type="http://schemas.openxmlformats.org/officeDocument/2006/relationships/image" Target="../media/image22.png"/><Relationship Id="rId7" Type="http://schemas.microsoft.com/office/2007/relationships/hdphoto" Target="../media/hdphoto5.wdp"/><Relationship Id="rId12" Type="http://schemas.microsoft.com/office/2007/relationships/hdphoto" Target="../media/hdphoto3.wdp"/><Relationship Id="rId17" Type="http://schemas.openxmlformats.org/officeDocument/2006/relationships/image" Target="../media/image19.png"/><Relationship Id="rId2" Type="http://schemas.openxmlformats.org/officeDocument/2006/relationships/image" Target="../media/image4.jpeg"/><Relationship Id="rId16" Type="http://schemas.microsoft.com/office/2007/relationships/hdphoto" Target="../media/hdphoto8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6.jpeg"/><Relationship Id="rId15" Type="http://schemas.openxmlformats.org/officeDocument/2006/relationships/image" Target="../media/image18.png"/><Relationship Id="rId10" Type="http://schemas.openxmlformats.org/officeDocument/2006/relationships/image" Target="../media/image16.png"/><Relationship Id="rId19" Type="http://schemas.microsoft.com/office/2007/relationships/hdphoto" Target="../media/hdphoto9.wdp"/><Relationship Id="rId4" Type="http://schemas.microsoft.com/office/2007/relationships/hdphoto" Target="../media/hdphoto2.wdp"/><Relationship Id="rId9" Type="http://schemas.microsoft.com/office/2007/relationships/hdphoto" Target="../media/hdphoto6.wdp"/><Relationship Id="rId14" Type="http://schemas.microsoft.com/office/2007/relationships/hdphoto" Target="../media/hdphoto7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24.png"/><Relationship Id="rId7" Type="http://schemas.microsoft.com/office/2007/relationships/hdphoto" Target="../media/hdphoto3.wdp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microsoft.com/office/2007/relationships/hdphoto" Target="../media/hdphoto10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e 53">
            <a:extLst>
              <a:ext uri="{FF2B5EF4-FFF2-40B4-BE49-F238E27FC236}">
                <a16:creationId xmlns:a16="http://schemas.microsoft.com/office/drawing/2014/main" id="{6C66A53F-40DE-38CE-FE23-49FE0F269D01}"/>
              </a:ext>
            </a:extLst>
          </p:cNvPr>
          <p:cNvGrpSpPr/>
          <p:nvPr/>
        </p:nvGrpSpPr>
        <p:grpSpPr>
          <a:xfrm>
            <a:off x="8058180" y="972821"/>
            <a:ext cx="2141614" cy="3312000"/>
            <a:chOff x="8111279" y="1369474"/>
            <a:chExt cx="2141614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111279" y="13694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4C78B5C-AEDC-C43B-9077-57731090B6ED}"/>
                </a:ext>
              </a:extLst>
            </p:cNvPr>
            <p:cNvSpPr/>
            <p:nvPr/>
          </p:nvSpPr>
          <p:spPr>
            <a:xfrm>
              <a:off x="8111279" y="1369474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1+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92021" y="420023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250816" y="360823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828175" y="360663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9024551" y="3779529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63910" y="1885363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92021" y="2405416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90458" y="2406747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DD4BEC0C-664B-ACE2-48E1-A9F23A8DB1B1}"/>
              </a:ext>
            </a:extLst>
          </p:cNvPr>
          <p:cNvGrpSpPr/>
          <p:nvPr/>
        </p:nvGrpSpPr>
        <p:grpSpPr>
          <a:xfrm>
            <a:off x="4734800" y="972821"/>
            <a:ext cx="2131344" cy="3312000"/>
            <a:chOff x="4820273" y="1369474"/>
            <a:chExt cx="2131344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820273" y="13694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A18BCEB-557B-04E3-7ED5-AF122C769F72}"/>
                </a:ext>
              </a:extLst>
            </p:cNvPr>
            <p:cNvSpPr/>
            <p:nvPr/>
          </p:nvSpPr>
          <p:spPr>
            <a:xfrm>
              <a:off x="4820273" y="1369474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2+</a:t>
              </a:r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90745" y="420023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6078000" y="360976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668725" y="360976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259450" y="360823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862634" y="1885363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90745" y="2405416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989182" y="2406747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453063" y="3571866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B085C9C7-8066-1DEB-C952-BFDCA447B203}"/>
              </a:ext>
            </a:extLst>
          </p:cNvPr>
          <p:cNvGrpSpPr/>
          <p:nvPr/>
        </p:nvGrpSpPr>
        <p:grpSpPr>
          <a:xfrm>
            <a:off x="1462092" y="974724"/>
            <a:ext cx="2124000" cy="3312000"/>
            <a:chOff x="1672698" y="1352600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672698" y="135260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672698" y="1352600"/>
              <a:ext cx="2124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3+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753440" y="418335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134459" y="360976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725184" y="360976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315909" y="361969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902406" y="361969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725329" y="1868489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753440" y="2388542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851878" y="2389873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2062350" y="3518066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e 72">
            <a:extLst>
              <a:ext uri="{FF2B5EF4-FFF2-40B4-BE49-F238E27FC236}">
                <a16:creationId xmlns:a16="http://schemas.microsoft.com/office/drawing/2014/main" id="{2D46419B-8310-3D30-ECCF-0AD2DB81ECFA}"/>
              </a:ext>
            </a:extLst>
          </p:cNvPr>
          <p:cNvGrpSpPr/>
          <p:nvPr/>
        </p:nvGrpSpPr>
        <p:grpSpPr>
          <a:xfrm>
            <a:off x="4559727" y="1304582"/>
            <a:ext cx="2124000" cy="3312000"/>
            <a:chOff x="4559727" y="1304582"/>
            <a:chExt cx="2124000" cy="33120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E42CEB2-EBFE-5C15-183C-72DEF497E484}"/>
                </a:ext>
              </a:extLst>
            </p:cNvPr>
            <p:cNvSpPr/>
            <p:nvPr/>
          </p:nvSpPr>
          <p:spPr>
            <a:xfrm>
              <a:off x="4559727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2+</a:t>
              </a:r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55C6FEC-6E01-10DF-6966-34E26201974A}"/>
              </a:ext>
            </a:extLst>
          </p:cNvPr>
          <p:cNvGrpSpPr/>
          <p:nvPr/>
        </p:nvGrpSpPr>
        <p:grpSpPr>
          <a:xfrm>
            <a:off x="7168616" y="1304582"/>
            <a:ext cx="2124000" cy="3312000"/>
            <a:chOff x="7168616" y="1304582"/>
            <a:chExt cx="2124000" cy="3312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7B772B1-CFBF-BECF-7801-16A173F07801}"/>
                </a:ext>
              </a:extLst>
            </p:cNvPr>
            <p:cNvSpPr/>
            <p:nvPr/>
          </p:nvSpPr>
          <p:spPr>
            <a:xfrm>
              <a:off x="7168616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1+</a:t>
              </a:r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  <p:grpSp>
        <p:nvGrpSpPr>
          <p:cNvPr id="75" name="Groupe 74">
            <a:extLst>
              <a:ext uri="{FF2B5EF4-FFF2-40B4-BE49-F238E27FC236}">
                <a16:creationId xmlns:a16="http://schemas.microsoft.com/office/drawing/2014/main" id="{73B406D8-0EA4-51A5-6A2A-CF0606133276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1950838" y="1304582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3+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071954D6-576C-6DAD-3BB4-C891DD58106D}"/>
                </a:ext>
              </a:extLst>
            </p:cNvPr>
            <p:cNvGrpSpPr/>
            <p:nvPr/>
          </p:nvGrpSpPr>
          <p:grpSpPr>
            <a:xfrm>
              <a:off x="2526888" y="4156801"/>
              <a:ext cx="368869" cy="390567"/>
              <a:chOff x="1576316" y="4917631"/>
              <a:chExt cx="722925" cy="765450"/>
            </a:xfrm>
          </p:grpSpPr>
          <p:sp>
            <p:nvSpPr>
              <p:cNvPr id="92" name="Hexagone 91">
                <a:extLst>
                  <a:ext uri="{FF2B5EF4-FFF2-40B4-BE49-F238E27FC236}">
                    <a16:creationId xmlns:a16="http://schemas.microsoft.com/office/drawing/2014/main" id="{F27BB98F-4C2D-78F4-B839-E502D40653A3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078A6C2-12DD-049B-44C8-885CA3B1D9C9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4" name="Ellipse 93">
                <a:extLst>
                  <a:ext uri="{FF2B5EF4-FFF2-40B4-BE49-F238E27FC236}">
                    <a16:creationId xmlns:a16="http://schemas.microsoft.com/office/drawing/2014/main" id="{27EA58E8-660B-B24B-3374-2852A8020D7E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88" name="Groupe 87">
              <a:extLst>
                <a:ext uri="{FF2B5EF4-FFF2-40B4-BE49-F238E27FC236}">
                  <a16:creationId xmlns:a16="http://schemas.microsoft.com/office/drawing/2014/main" id="{DB4FA5F7-AC91-3356-B17D-2B38805F9010}"/>
                </a:ext>
              </a:extLst>
            </p:cNvPr>
            <p:cNvGrpSpPr/>
            <p:nvPr/>
          </p:nvGrpSpPr>
          <p:grpSpPr>
            <a:xfrm>
              <a:off x="3003554" y="4151368"/>
              <a:ext cx="374000" cy="396000"/>
              <a:chOff x="3406027" y="4917631"/>
              <a:chExt cx="722925" cy="765450"/>
            </a:xfrm>
          </p:grpSpPr>
          <p:sp>
            <p:nvSpPr>
              <p:cNvPr id="89" name="Hexagone 88">
                <a:extLst>
                  <a:ext uri="{FF2B5EF4-FFF2-40B4-BE49-F238E27FC236}">
                    <a16:creationId xmlns:a16="http://schemas.microsoft.com/office/drawing/2014/main" id="{113CD995-D5E0-6539-45F0-DAF096BD445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A6A7383-2994-1E8B-B4AF-B6392D7EEBF5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91" name="Graphique 90" descr="Pion avec un remplissage uni">
                <a:extLst>
                  <a:ext uri="{FF2B5EF4-FFF2-40B4-BE49-F238E27FC236}">
                    <a16:creationId xmlns:a16="http://schemas.microsoft.com/office/drawing/2014/main" id="{FD62F45C-B89D-1480-6FA5-A0CB84CD0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e 75">
            <a:extLst>
              <a:ext uri="{FF2B5EF4-FFF2-40B4-BE49-F238E27FC236}">
                <a16:creationId xmlns:a16="http://schemas.microsoft.com/office/drawing/2014/main" id="{EFA82D94-DEFA-C73B-C227-592740D40955}"/>
              </a:ext>
            </a:extLst>
          </p:cNvPr>
          <p:cNvGrpSpPr/>
          <p:nvPr/>
        </p:nvGrpSpPr>
        <p:grpSpPr>
          <a:xfrm>
            <a:off x="1537763" y="1467957"/>
            <a:ext cx="2124000" cy="3312000"/>
            <a:chOff x="1537763" y="1467957"/>
            <a:chExt cx="2124000" cy="3312000"/>
          </a:xfrm>
        </p:grpSpPr>
        <p:grpSp>
          <p:nvGrpSpPr>
            <p:cNvPr id="85" name="Groupe 84">
              <a:extLst>
                <a:ext uri="{FF2B5EF4-FFF2-40B4-BE49-F238E27FC236}">
                  <a16:creationId xmlns:a16="http://schemas.microsoft.com/office/drawing/2014/main" id="{DD16ABF9-F157-D5D9-CF58-86A3FBDE8EDC}"/>
                </a:ext>
              </a:extLst>
            </p:cNvPr>
            <p:cNvGrpSpPr/>
            <p:nvPr/>
          </p:nvGrpSpPr>
          <p:grpSpPr>
            <a:xfrm>
              <a:off x="1537763" y="1467957"/>
              <a:ext cx="2124000" cy="3312000"/>
              <a:chOff x="793687" y="449635"/>
              <a:chExt cx="2124000" cy="3312000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04E5B47C-2EF9-89AC-F731-DD6CB8B619DF}"/>
                  </a:ext>
                </a:extLst>
              </p:cNvPr>
              <p:cNvSpPr/>
              <p:nvPr/>
            </p:nvSpPr>
            <p:spPr>
              <a:xfrm>
                <a:off x="793687" y="449635"/>
                <a:ext cx="2124000" cy="3312000"/>
              </a:xfrm>
              <a:prstGeom prst="rect">
                <a:avLst/>
              </a:prstGeom>
              <a:blipFill dpi="0" rotWithShape="1">
                <a:blip r:embed="rId2">
                  <a:alphaModFix amt="75000"/>
                </a:blip>
                <a:srcRect/>
                <a:tile tx="0" ty="0" sx="100000" sy="100000" flip="none" algn="tl"/>
              </a:blip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371948D6-45CF-6980-CCC9-79FC16314AE7}"/>
                  </a:ext>
                </a:extLst>
              </p:cNvPr>
              <p:cNvSpPr/>
              <p:nvPr/>
            </p:nvSpPr>
            <p:spPr>
              <a:xfrm>
                <a:off x="793687" y="449635"/>
                <a:ext cx="2124000" cy="432000"/>
              </a:xfrm>
              <a:prstGeom prst="rect">
                <a:avLst/>
              </a:prstGeom>
              <a:blipFill dpi="0" rotWithShape="1">
                <a:blip r:embed="rId3">
                  <a:alphaModFix amt="50000"/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artisticWatercolorSponge/>
                          </a14:imgEffect>
                          <a14:imgEffect>
                            <a14:brightnessContrast bright="-40000" contrast="20000"/>
                          </a14:imgEffect>
                        </a14:imgLayer>
                      </a14:imgProps>
                    </a:ext>
                  </a:extLst>
                </a:blip>
                <a:srcRect/>
                <a:tile tx="0" ty="0" sx="100000" sy="100000" flip="none" algn="tl"/>
              </a:blip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sz="16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Construire donjon</a:t>
                </a:r>
              </a:p>
            </p:txBody>
          </p:sp>
          <p:sp>
            <p:nvSpPr>
              <p:cNvPr id="88" name="Cercle : creux 87">
                <a:extLst>
                  <a:ext uri="{FF2B5EF4-FFF2-40B4-BE49-F238E27FC236}">
                    <a16:creationId xmlns:a16="http://schemas.microsoft.com/office/drawing/2014/main" id="{083AAB54-2D50-7886-D049-84B2430A33A2}"/>
                  </a:ext>
                </a:extLst>
              </p:cNvPr>
              <p:cNvSpPr/>
              <p:nvPr/>
            </p:nvSpPr>
            <p:spPr>
              <a:xfrm>
                <a:off x="896578" y="3279227"/>
                <a:ext cx="360000" cy="360000"/>
              </a:xfrm>
              <a:prstGeom prst="donut">
                <a:avLst>
                  <a:gd name="adj" fmla="val 15271"/>
                </a:avLst>
              </a:prstGeom>
              <a:blipFill>
                <a:blip r:embed="rId5"/>
                <a:tile tx="0" ty="0" sx="100000" sy="100000" flip="none" algn="tl"/>
              </a:blipFill>
              <a:ln w="12700"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3</a:t>
                </a:r>
              </a:p>
            </p:txBody>
          </p:sp>
          <p:sp>
            <p:nvSpPr>
              <p:cNvPr id="89" name="Hexagone 88">
                <a:extLst>
                  <a:ext uri="{FF2B5EF4-FFF2-40B4-BE49-F238E27FC236}">
                    <a16:creationId xmlns:a16="http://schemas.microsoft.com/office/drawing/2014/main" id="{64DD3239-986E-50CD-B1CF-21E5A6A8394C}"/>
                  </a:ext>
                </a:extLst>
              </p:cNvPr>
              <p:cNvSpPr/>
              <p:nvPr/>
            </p:nvSpPr>
            <p:spPr>
              <a:xfrm rot="5400000">
                <a:off x="1011649" y="2302201"/>
                <a:ext cx="648000" cy="612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0" name="Ellipse 89">
                <a:extLst>
                  <a:ext uri="{FF2B5EF4-FFF2-40B4-BE49-F238E27FC236}">
                    <a16:creationId xmlns:a16="http://schemas.microsoft.com/office/drawing/2014/main" id="{92AD6DEC-A3F1-4FA6-CA5A-2E9C8BCBFBE3}"/>
                  </a:ext>
                </a:extLst>
              </p:cNvPr>
              <p:cNvSpPr/>
              <p:nvPr/>
            </p:nvSpPr>
            <p:spPr>
              <a:xfrm>
                <a:off x="1245649" y="2373122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5C68161E-7F59-9AC8-44AA-374BE2A11AEF}"/>
                  </a:ext>
                </a:extLst>
              </p:cNvPr>
              <p:cNvSpPr/>
              <p:nvPr/>
            </p:nvSpPr>
            <p:spPr>
              <a:xfrm>
                <a:off x="1375166" y="2592648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2" name="Ellipse 91">
                <a:extLst>
                  <a:ext uri="{FF2B5EF4-FFF2-40B4-BE49-F238E27FC236}">
                    <a16:creationId xmlns:a16="http://schemas.microsoft.com/office/drawing/2014/main" id="{A4E33891-1EE5-37D8-B485-109AA56F6B98}"/>
                  </a:ext>
                </a:extLst>
              </p:cNvPr>
              <p:cNvSpPr/>
              <p:nvPr/>
            </p:nvSpPr>
            <p:spPr>
              <a:xfrm>
                <a:off x="1104519" y="2587144"/>
                <a:ext cx="180000" cy="180000"/>
              </a:xfrm>
              <a:prstGeom prst="ellipse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3" name="Hexagone 92">
                <a:extLst>
                  <a:ext uri="{FF2B5EF4-FFF2-40B4-BE49-F238E27FC236}">
                    <a16:creationId xmlns:a16="http://schemas.microsoft.com/office/drawing/2014/main" id="{919BB814-7094-E3A0-B787-C9F98EFC1CCB}"/>
                  </a:ext>
                </a:extLst>
              </p:cNvPr>
              <p:cNvSpPr/>
              <p:nvPr/>
            </p:nvSpPr>
            <p:spPr>
              <a:xfrm rot="5400000">
                <a:off x="2070762" y="2303034"/>
                <a:ext cx="648000" cy="612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63D6D6F8-EDD7-5FBF-5A28-7D7A39D31B49}"/>
                  </a:ext>
                </a:extLst>
              </p:cNvPr>
              <p:cNvSpPr/>
              <p:nvPr/>
            </p:nvSpPr>
            <p:spPr>
              <a:xfrm>
                <a:off x="2315375" y="2415173"/>
                <a:ext cx="180000" cy="360000"/>
              </a:xfrm>
              <a:prstGeom prst="rect">
                <a:avLst/>
              </a:prstGeom>
              <a:blipFill>
                <a:blip r:embed="rId6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AA03724E-9EEB-1F4F-5B83-18D8579C4464}"/>
                  </a:ext>
                </a:extLst>
              </p:cNvPr>
              <p:cNvSpPr txBox="1"/>
              <p:nvPr/>
            </p:nvSpPr>
            <p:spPr>
              <a:xfrm>
                <a:off x="945535" y="1001789"/>
                <a:ext cx="1716417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Défausser 3 troupes de la tuile de commandement pour construire un donjon</a:t>
                </a:r>
              </a:p>
            </p:txBody>
          </p:sp>
          <p:cxnSp>
            <p:nvCxnSpPr>
              <p:cNvPr id="96" name="Connecteur droit avec flèche 95">
                <a:extLst>
                  <a:ext uri="{FF2B5EF4-FFF2-40B4-BE49-F238E27FC236}">
                    <a16:creationId xmlns:a16="http://schemas.microsoft.com/office/drawing/2014/main" id="{BC19A915-4C84-F4C5-79D2-DA15D82A8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2038" y="2597953"/>
                <a:ext cx="281448" cy="7387"/>
              </a:xfrm>
              <a:prstGeom prst="straightConnector1">
                <a:avLst/>
              </a:prstGeom>
              <a:ln w="57150"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6E12C2E4-77D4-9711-8D51-68795AEAD8DA}"/>
                </a:ext>
              </a:extLst>
            </p:cNvPr>
            <p:cNvGrpSpPr/>
            <p:nvPr/>
          </p:nvGrpSpPr>
          <p:grpSpPr>
            <a:xfrm>
              <a:off x="2103545" y="4286511"/>
              <a:ext cx="368869" cy="390567"/>
              <a:chOff x="1576316" y="4917631"/>
              <a:chExt cx="722925" cy="765450"/>
            </a:xfrm>
          </p:grpSpPr>
          <p:sp>
            <p:nvSpPr>
              <p:cNvPr id="26" name="Hexagone 25">
                <a:extLst>
                  <a:ext uri="{FF2B5EF4-FFF2-40B4-BE49-F238E27FC236}">
                    <a16:creationId xmlns:a16="http://schemas.microsoft.com/office/drawing/2014/main" id="{BEE7A43E-DF8C-67CD-23BF-397C38BE7D71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1B0FF7F-8BD8-7B6E-110F-87D4BEE35245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3F470448-C8CC-0973-726C-7FE5B9ECB8F4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81" name="Groupe 80">
            <a:extLst>
              <a:ext uri="{FF2B5EF4-FFF2-40B4-BE49-F238E27FC236}">
                <a16:creationId xmlns:a16="http://schemas.microsoft.com/office/drawing/2014/main" id="{CAB579DF-559F-B756-6506-12CF37C5FB12}"/>
              </a:ext>
            </a:extLst>
          </p:cNvPr>
          <p:cNvGrpSpPr/>
          <p:nvPr/>
        </p:nvGrpSpPr>
        <p:grpSpPr>
          <a:xfrm>
            <a:off x="4362394" y="1432151"/>
            <a:ext cx="2124000" cy="3312000"/>
            <a:chOff x="4362394" y="1432151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362394" y="143215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B59A520D-C26B-B665-59EC-956CD5E19072}"/>
              </a:ext>
            </a:extLst>
          </p:cNvPr>
          <p:cNvGrpSpPr/>
          <p:nvPr/>
        </p:nvGrpSpPr>
        <p:grpSpPr>
          <a:xfrm>
            <a:off x="7235162" y="1432151"/>
            <a:ext cx="2124000" cy="3312000"/>
            <a:chOff x="7235162" y="1432151"/>
            <a:chExt cx="2124000" cy="33120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7235162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7235162" y="143215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7327463" y="42107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8677011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8267736" y="3448348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7858461" y="3458281"/>
              <a:ext cx="396000" cy="360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7444958" y="3458281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2286" y="3632322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7966461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8375347" y="3548281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8784828" y="3538348"/>
              <a:ext cx="180000" cy="18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7380513" y="1934249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7380513" y="2802244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7775361" y="4195110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8227792" y="4197381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8680737" y="4200356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e 59">
            <a:extLst>
              <a:ext uri="{FF2B5EF4-FFF2-40B4-BE49-F238E27FC236}">
                <a16:creationId xmlns:a16="http://schemas.microsoft.com/office/drawing/2014/main" id="{652410C7-F56B-69FA-87FB-696F4F1B9727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41834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 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3B0C25EF-24DB-147A-CC4D-BE948A1943C7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876374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8E5BAE97-5409-F4A3-FE7B-5D5DEB3DCC1F}"/>
              </a:ext>
            </a:extLst>
          </p:cNvPr>
          <p:cNvGrpSpPr/>
          <p:nvPr/>
        </p:nvGrpSpPr>
        <p:grpSpPr>
          <a:xfrm>
            <a:off x="5978073" y="1543946"/>
            <a:ext cx="2124000" cy="3328669"/>
            <a:chOff x="5978073" y="1543946"/>
            <a:chExt cx="2124000" cy="332866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35F17C6-1312-7E12-3A37-75114398AC4E}"/>
                </a:ext>
              </a:extLst>
            </p:cNvPr>
            <p:cNvSpPr/>
            <p:nvPr/>
          </p:nvSpPr>
          <p:spPr>
            <a:xfrm>
              <a:off x="5978073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EC661C-5DCA-3B72-BC59-DD4B176ACBEC}"/>
                </a:ext>
              </a:extLst>
            </p:cNvPr>
            <p:cNvSpPr/>
            <p:nvPr/>
          </p:nvSpPr>
          <p:spPr>
            <a:xfrm>
              <a:off x="5978073" y="1543946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 lointaine</a:t>
              </a:r>
            </a:p>
          </p:txBody>
        </p:sp>
        <p:sp>
          <p:nvSpPr>
            <p:cNvPr id="21" name="Cercle : creux 20">
              <a:extLst>
                <a:ext uri="{FF2B5EF4-FFF2-40B4-BE49-F238E27FC236}">
                  <a16:creationId xmlns:a16="http://schemas.microsoft.com/office/drawing/2014/main" id="{71BEC6CA-95D4-973F-EE5F-9097DA99BB78}"/>
                </a:ext>
              </a:extLst>
            </p:cNvPr>
            <p:cNvSpPr/>
            <p:nvPr/>
          </p:nvSpPr>
          <p:spPr>
            <a:xfrm>
              <a:off x="6058815" y="436432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55DD1EA9-E357-1BB9-9BAD-43DB1D789BA7}"/>
                </a:ext>
              </a:extLst>
            </p:cNvPr>
            <p:cNvSpPr txBox="1"/>
            <p:nvPr/>
          </p:nvSpPr>
          <p:spPr>
            <a:xfrm>
              <a:off x="6080358" y="2078686"/>
              <a:ext cx="191943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C6A81F94-0E85-4AEA-331A-44D8B4A2ECAE}"/>
                </a:ext>
              </a:extLst>
            </p:cNvPr>
            <p:cNvSpPr/>
            <p:nvPr/>
          </p:nvSpPr>
          <p:spPr>
            <a:xfrm rot="5400000">
              <a:off x="7440043" y="4364328"/>
              <a:ext cx="396000" cy="360000"/>
            </a:xfrm>
            <a:prstGeom prst="hexagon">
              <a:avLst/>
            </a:prstGeom>
            <a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Hexagone 24">
              <a:extLst>
                <a:ext uri="{FF2B5EF4-FFF2-40B4-BE49-F238E27FC236}">
                  <a16:creationId xmlns:a16="http://schemas.microsoft.com/office/drawing/2014/main" id="{83815794-831A-7ADF-EB70-4C74F51023A6}"/>
                </a:ext>
              </a:extLst>
            </p:cNvPr>
            <p:cNvSpPr/>
            <p:nvPr/>
          </p:nvSpPr>
          <p:spPr>
            <a:xfrm rot="5400000">
              <a:off x="6621493" y="436432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0" name="Image 49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C8ACAC4-6D11-9AB4-BEF8-6EDB14F625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8924" y="2859086"/>
              <a:ext cx="1564884" cy="1148912"/>
            </a:xfrm>
            <a:prstGeom prst="rect">
              <a:avLst/>
            </a:prstGeom>
          </p:spPr>
        </p:pic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11FC888-ABD1-68D5-B0B7-972998BFACE0}"/>
                </a:ext>
              </a:extLst>
            </p:cNvPr>
            <p:cNvSpPr/>
            <p:nvPr/>
          </p:nvSpPr>
          <p:spPr>
            <a:xfrm>
              <a:off x="6808430" y="4303954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77F0F52-EEF6-A30C-916B-DEE56C5D0F28}"/>
              </a:ext>
            </a:extLst>
          </p:cNvPr>
          <p:cNvGrpSpPr/>
          <p:nvPr/>
        </p:nvGrpSpPr>
        <p:grpSpPr>
          <a:xfrm>
            <a:off x="8537802" y="1543946"/>
            <a:ext cx="2124000" cy="3312000"/>
            <a:chOff x="5824505" y="1371452"/>
            <a:chExt cx="2124000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5824505" y="1371452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5824505" y="1371452"/>
              <a:ext cx="2124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 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5927396" y="420104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6005182" y="1893943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6039301" y="2630765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72368" y="3857346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70578" y="3857346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8788" y="3857346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86505" y="3987346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90910" y="3987346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82100" y="3987346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D67D9650-371E-617C-A11F-79C136028911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6" name="Cercle : creux 5">
              <a:extLst>
                <a:ext uri="{FF2B5EF4-FFF2-40B4-BE49-F238E27FC236}">
                  <a16:creationId xmlns:a16="http://schemas.microsoft.com/office/drawing/2014/main" id="{DA183178-33D6-E4DB-46D9-1AE4D318C264}"/>
                </a:ext>
              </a:extLst>
            </p:cNvPr>
            <p:cNvSpPr/>
            <p:nvPr/>
          </p:nvSpPr>
          <p:spPr>
            <a:xfrm>
              <a:off x="1439503" y="460259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310363" y="39973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34030" y="372245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78078" y="370245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803854" y="3828459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2A355FF7-FE57-6782-7000-534B31A1C17A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9A9CC2B7-0F36-461B-4ACD-ACA96D110629}"/>
                </a:ext>
              </a:extLst>
            </p:cNvPr>
            <p:cNvSpPr/>
            <p:nvPr/>
          </p:nvSpPr>
          <p:spPr>
            <a:xfrm>
              <a:off x="4686630" y="455833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51901" y="397534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32530" y="3699599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66530" y="379123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205858" y="399859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32695" y="3998595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66136" y="3697480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20136" y="373071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82310C26-D48F-FFCA-4C77-42053D17DEC5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2EA42100-9CEF-6719-9948-2EE002C3B853}"/>
                </a:ext>
              </a:extLst>
            </p:cNvPr>
            <p:cNvSpPr/>
            <p:nvPr/>
          </p:nvSpPr>
          <p:spPr>
            <a:xfrm>
              <a:off x="8094639" y="458158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766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700884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9252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9988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9988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98765"/>
              <a:ext cx="648000" cy="612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83265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1125</TotalTime>
  <Words>324</Words>
  <Application>Microsoft Office PowerPoint</Application>
  <PresentationFormat>Grand écran</PresentationFormat>
  <Paragraphs>64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76</cp:revision>
  <cp:lastPrinted>2026-02-28T18:10:31Z</cp:lastPrinted>
  <dcterms:created xsi:type="dcterms:W3CDTF">2026-02-07T18:04:07Z</dcterms:created>
  <dcterms:modified xsi:type="dcterms:W3CDTF">2026-03-14T10:29:08Z</dcterms:modified>
</cp:coreProperties>
</file>