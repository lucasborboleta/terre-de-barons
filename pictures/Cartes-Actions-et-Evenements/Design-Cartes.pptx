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E7D5B1"/>
    <a:srgbClr val="F0DEB6"/>
    <a:srgbClr val="FFF7BF"/>
    <a:srgbClr val="E9D3AE"/>
    <a:srgbClr val="E9D7B3"/>
    <a:srgbClr val="F6E0BB"/>
    <a:srgbClr val="B1843C"/>
    <a:srgbClr val="F4DEB9"/>
    <a:srgbClr val="F3DD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38" autoAdjust="0"/>
    <p:restoredTop sz="94660"/>
  </p:normalViewPr>
  <p:slideViewPr>
    <p:cSldViewPr snapToGrid="0">
      <p:cViewPr>
        <p:scale>
          <a:sx n="125" d="100"/>
          <a:sy n="125" d="100"/>
        </p:scale>
        <p:origin x="90" y="-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12/04/2026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e 11">
            <a:extLst>
              <a:ext uri="{FF2B5EF4-FFF2-40B4-BE49-F238E27FC236}">
                <a16:creationId xmlns:a16="http://schemas.microsoft.com/office/drawing/2014/main" id="{8750ED07-E860-B188-9520-BF4EC262CCE3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e 24">
            <a:extLst>
              <a:ext uri="{FF2B5EF4-FFF2-40B4-BE49-F238E27FC236}">
                <a16:creationId xmlns:a16="http://schemas.microsoft.com/office/drawing/2014/main" id="{26CB4421-58FE-89FB-402F-73CEAFF27C61}"/>
              </a:ext>
            </a:extLst>
          </p:cNvPr>
          <p:cNvGrpSpPr/>
          <p:nvPr/>
        </p:nvGrpSpPr>
        <p:grpSpPr>
          <a:xfrm>
            <a:off x="4362394" y="1431551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BC67B85F-CA29-AB7E-BAE1-948AC1198E38}"/>
              </a:ext>
            </a:extLst>
          </p:cNvPr>
          <p:cNvGrpSpPr/>
          <p:nvPr/>
        </p:nvGrpSpPr>
        <p:grpSpPr>
          <a:xfrm>
            <a:off x="7235162" y="1431508"/>
            <a:ext cx="2124000" cy="3312643"/>
            <a:chOff x="7235162" y="1431508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7235162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7667162" y="143150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7327463" y="42107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8677011" y="3448348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8267736" y="3448348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7858461" y="345828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7444958" y="3458281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2286" y="3632322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7966461" y="3548281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8375347" y="3548281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8784828" y="3538348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7380513" y="1934249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7380513" y="2802244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7775361" y="4195110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8227792" y="4197381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8680737" y="4200356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7235162" y="143274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8927162" y="143150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9028" y="2573361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1537763" y="1464756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172545" y="2080248"/>
              <a:ext cx="375375" cy="8376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au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cimetière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1614</TotalTime>
  <Words>341</Words>
  <Application>Microsoft Office PowerPoint</Application>
  <PresentationFormat>Grand écran</PresentationFormat>
  <Paragraphs>88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94</cp:revision>
  <cp:lastPrinted>2026-03-31T18:36:09Z</cp:lastPrinted>
  <dcterms:created xsi:type="dcterms:W3CDTF">2026-02-07T18:04:07Z</dcterms:created>
  <dcterms:modified xsi:type="dcterms:W3CDTF">2026-04-12T10:01:14Z</dcterms:modified>
</cp:coreProperties>
</file>