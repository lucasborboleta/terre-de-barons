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DEB6"/>
    <a:srgbClr val="FFF7BF"/>
    <a:srgbClr val="E9D3AE"/>
    <a:srgbClr val="E9D7B3"/>
    <a:srgbClr val="F6E0BB"/>
    <a:srgbClr val="B1843C"/>
    <a:srgbClr val="F4DEB9"/>
    <a:srgbClr val="F3DDB8"/>
    <a:srgbClr val="FFF6D7"/>
    <a:srgbClr val="ECD9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5.jpe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3.wdp"/><Relationship Id="rId4" Type="http://schemas.microsoft.com/office/2007/relationships/hdphoto" Target="../media/hdphoto4.wdp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6.png"/><Relationship Id="rId18" Type="http://schemas.openxmlformats.org/officeDocument/2006/relationships/image" Target="../media/image18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13.png"/><Relationship Id="rId12" Type="http://schemas.microsoft.com/office/2007/relationships/hdphoto" Target="../media/hdphoto7.wdp"/><Relationship Id="rId17" Type="http://schemas.openxmlformats.org/officeDocument/2006/relationships/image" Target="../media/image17.png"/><Relationship Id="rId2" Type="http://schemas.openxmlformats.org/officeDocument/2006/relationships/image" Target="../media/image3.jpeg"/><Relationship Id="rId16" Type="http://schemas.microsoft.com/office/2007/relationships/hdphoto" Target="../media/hdphoto8.wdp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5.png"/><Relationship Id="rId5" Type="http://schemas.openxmlformats.org/officeDocument/2006/relationships/image" Target="../media/image5.jpeg"/><Relationship Id="rId15" Type="http://schemas.openxmlformats.org/officeDocument/2006/relationships/image" Target="../media/image16.png"/><Relationship Id="rId10" Type="http://schemas.microsoft.com/office/2007/relationships/hdphoto" Target="../media/hdphoto6.wdp"/><Relationship Id="rId19" Type="http://schemas.microsoft.com/office/2007/relationships/hdphoto" Target="../media/hdphoto9.wdp"/><Relationship Id="rId4" Type="http://schemas.microsoft.com/office/2007/relationships/hdphoto" Target="../media/hdphoto2.wdp"/><Relationship Id="rId9" Type="http://schemas.openxmlformats.org/officeDocument/2006/relationships/image" Target="../media/image14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22.png"/><Relationship Id="rId7" Type="http://schemas.openxmlformats.org/officeDocument/2006/relationships/image" Target="../media/image10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0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e 14">
            <a:extLst>
              <a:ext uri="{FF2B5EF4-FFF2-40B4-BE49-F238E27FC236}">
                <a16:creationId xmlns:a16="http://schemas.microsoft.com/office/drawing/2014/main" id="{2985DEEF-0E33-B004-2AC4-F0D7BC543A4B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>
            <a:extLst>
              <a:ext uri="{FF2B5EF4-FFF2-40B4-BE49-F238E27FC236}">
                <a16:creationId xmlns:a16="http://schemas.microsoft.com/office/drawing/2014/main" id="{02EBE095-70BB-CFC8-F8C8-5ED92DF14190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BE57FBDE-4DD9-55EB-2AD6-F3F8E335D74C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10899377-BB97-9370-3F46-7404CFE09AB3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e 23">
            <a:extLst>
              <a:ext uri="{FF2B5EF4-FFF2-40B4-BE49-F238E27FC236}">
                <a16:creationId xmlns:a16="http://schemas.microsoft.com/office/drawing/2014/main" id="{B00975F0-9394-EE4E-816D-BACBB04EEA93}"/>
              </a:ext>
            </a:extLst>
          </p:cNvPr>
          <p:cNvGrpSpPr/>
          <p:nvPr/>
        </p:nvGrpSpPr>
        <p:grpSpPr>
          <a:xfrm>
            <a:off x="1537763" y="1464756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89611" y="2020111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 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6E12C2E4-77D4-9711-8D51-68795AEAD8DA}"/>
                </a:ext>
              </a:extLst>
            </p:cNvPr>
            <p:cNvGrpSpPr/>
            <p:nvPr/>
          </p:nvGrpSpPr>
          <p:grpSpPr>
            <a:xfrm>
              <a:off x="2103545" y="4286511"/>
              <a:ext cx="368869" cy="390567"/>
              <a:chOff x="1576316" y="4917631"/>
              <a:chExt cx="722925" cy="765450"/>
            </a:xfrm>
          </p:grpSpPr>
          <p:sp>
            <p:nvSpPr>
              <p:cNvPr id="26" name="Hexagone 25">
                <a:extLst>
                  <a:ext uri="{FF2B5EF4-FFF2-40B4-BE49-F238E27FC236}">
                    <a16:creationId xmlns:a16="http://schemas.microsoft.com/office/drawing/2014/main" id="{BEE7A43E-DF8C-67CD-23BF-397C38BE7D71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B0FF7F-8BD8-7B6E-110F-87D4BEE35245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3F470448-C8CC-0973-726C-7FE5B9ECB8F4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4F21B922-00A9-E5E8-8082-BA01DE083221}"/>
                </a:ext>
              </a:extLst>
            </p:cNvPr>
            <p:cNvGrpSpPr/>
            <p:nvPr/>
          </p:nvGrpSpPr>
          <p:grpSpPr>
            <a:xfrm>
              <a:off x="1537763" y="1467957"/>
              <a:ext cx="432000" cy="432000"/>
              <a:chOff x="4767699" y="706251"/>
              <a:chExt cx="432000" cy="432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CF13C88-23D0-B025-E00D-0918033799D3}"/>
                  </a:ext>
                </a:extLst>
              </p:cNvPr>
              <p:cNvSpPr/>
              <p:nvPr/>
            </p:nvSpPr>
            <p:spPr>
              <a:xfrm>
                <a:off x="4767699" y="706251"/>
                <a:ext cx="432000" cy="432000"/>
              </a:xfrm>
              <a:prstGeom prst="rect">
                <a:avLst/>
              </a:prstGeom>
              <a:blipFill dpi="0" rotWithShape="1">
                <a:blip r:embed="rId3">
                  <a:alphaModFix amt="50000"/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artisticWatercolorSponge/>
                          </a14:imgEffect>
                          <a14:imgEffect>
                            <a14:brightnessContrast bright="-40000" contrast="20000"/>
                          </a14:imgEffect>
                        </a14:imgLayer>
                      </a14:imgProps>
                    </a:ext>
                  </a:extLst>
                </a:blip>
                <a:srcRect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F4DABCD-652C-070F-AA41-FD10465ED510}"/>
                  </a:ext>
                </a:extLst>
              </p:cNvPr>
              <p:cNvSpPr/>
              <p:nvPr/>
            </p:nvSpPr>
            <p:spPr>
              <a:xfrm>
                <a:off x="4906909" y="799386"/>
                <a:ext cx="153581" cy="2457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>
              <a:extLst>
                <a:ext uri="{FF2B5EF4-FFF2-40B4-BE49-F238E27FC236}">
                  <a16:creationId xmlns:a16="http://schemas.microsoft.com/office/drawing/2014/main" id="{1B4E9ACA-649F-3EAA-4744-9CA2FA09C4C3}"/>
                </a:ext>
              </a:extLst>
            </p:cNvPr>
            <p:cNvGrpSpPr/>
            <p:nvPr/>
          </p:nvGrpSpPr>
          <p:grpSpPr>
            <a:xfrm>
              <a:off x="3230650" y="1465522"/>
              <a:ext cx="432000" cy="432000"/>
              <a:chOff x="4767699" y="706251"/>
              <a:chExt cx="432000" cy="432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AC1549E-A4DE-ECB0-F43D-4DAE3A06BEA9}"/>
                  </a:ext>
                </a:extLst>
              </p:cNvPr>
              <p:cNvSpPr/>
              <p:nvPr/>
            </p:nvSpPr>
            <p:spPr>
              <a:xfrm>
                <a:off x="4767699" y="706251"/>
                <a:ext cx="432000" cy="432000"/>
              </a:xfrm>
              <a:prstGeom prst="rect">
                <a:avLst/>
              </a:prstGeom>
              <a:blipFill dpi="0" rotWithShape="1">
                <a:blip r:embed="rId3">
                  <a:alphaModFix amt="50000"/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artisticWatercolorSponge/>
                          </a14:imgEffect>
                          <a14:imgEffect>
                            <a14:brightnessContrast bright="-40000" contrast="20000"/>
                          </a14:imgEffect>
                        </a14:imgLayer>
                      </a14:imgProps>
                    </a:ext>
                  </a:extLst>
                </a:blip>
                <a:srcRect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A5F6F79-317F-D0DA-0B02-6804F02BF9F0}"/>
                  </a:ext>
                </a:extLst>
              </p:cNvPr>
              <p:cNvSpPr/>
              <p:nvPr/>
            </p:nvSpPr>
            <p:spPr>
              <a:xfrm>
                <a:off x="4906909" y="799386"/>
                <a:ext cx="153581" cy="2457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1BE4318C-E81A-8D37-833E-F6C792720F7A}"/>
              </a:ext>
            </a:extLst>
          </p:cNvPr>
          <p:cNvGrpSpPr/>
          <p:nvPr/>
        </p:nvGrpSpPr>
        <p:grpSpPr>
          <a:xfrm>
            <a:off x="4362394" y="1431551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8022EFA-2762-8C03-0292-C78C8E62D721}"/>
              </a:ext>
            </a:extLst>
          </p:cNvPr>
          <p:cNvGrpSpPr/>
          <p:nvPr/>
        </p:nvGrpSpPr>
        <p:grpSpPr>
          <a:xfrm>
            <a:off x="7235162" y="1431508"/>
            <a:ext cx="2124000" cy="3312643"/>
            <a:chOff x="7235162" y="1431508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667162" y="143150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7235162" y="143274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8927162" y="143150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1558</TotalTime>
  <Words>340</Words>
  <Application>Microsoft Office PowerPoint</Application>
  <PresentationFormat>Grand écran</PresentationFormat>
  <Paragraphs>88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89</cp:revision>
  <cp:lastPrinted>2026-03-31T18:36:09Z</cp:lastPrinted>
  <dcterms:created xsi:type="dcterms:W3CDTF">2026-02-07T18:04:07Z</dcterms:created>
  <dcterms:modified xsi:type="dcterms:W3CDTF">2026-03-31T21:41:22Z</dcterms:modified>
</cp:coreProperties>
</file>