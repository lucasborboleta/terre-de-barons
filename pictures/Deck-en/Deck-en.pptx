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81" r:id="rId2"/>
    <p:sldId id="282" r:id="rId3"/>
    <p:sldId id="283" r:id="rId4"/>
    <p:sldId id="284" r:id="rId5"/>
    <p:sldId id="287" r:id="rId6"/>
    <p:sldId id="286" r:id="rId7"/>
    <p:sldId id="289" r:id="rId8"/>
    <p:sldId id="288" r:id="rId9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DDBD95"/>
    <a:srgbClr val="E8A5ED"/>
    <a:srgbClr val="E7D5B1"/>
    <a:srgbClr val="F0DEB6"/>
    <a:srgbClr val="FFF7BF"/>
    <a:srgbClr val="E9D3AE"/>
    <a:srgbClr val="E9D7B3"/>
    <a:srgbClr val="F6E0BB"/>
    <a:srgbClr val="B1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310" autoAdjust="0"/>
  </p:normalViewPr>
  <p:slideViewPr>
    <p:cSldViewPr snapToGrid="0">
      <p:cViewPr>
        <p:scale>
          <a:sx n="150" d="100"/>
          <a:sy n="150" d="100"/>
        </p:scale>
        <p:origin x="-276" y="-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118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6237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2.png"/><Relationship Id="rId3" Type="http://schemas.openxmlformats.org/officeDocument/2006/relationships/image" Target="../media/image8.jpe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microsoft.com/office/2007/relationships/hdphoto" Target="../media/hdphoto1.wdp"/><Relationship Id="rId5" Type="http://schemas.microsoft.com/office/2007/relationships/hdphoto" Target="../media/hdphoto4.wdp"/><Relationship Id="rId15" Type="http://schemas.openxmlformats.org/officeDocument/2006/relationships/image" Target="../media/image13.svg"/><Relationship Id="rId10" Type="http://schemas.openxmlformats.org/officeDocument/2006/relationships/image" Target="../media/image1.png"/><Relationship Id="rId4" Type="http://schemas.openxmlformats.org/officeDocument/2006/relationships/image" Target="../media/image9.png"/><Relationship Id="rId9" Type="http://schemas.openxmlformats.org/officeDocument/2006/relationships/image" Target="../media/image10.jpeg"/><Relationship Id="rId14" Type="http://schemas.microsoft.com/office/2007/relationships/hdphoto" Target="../media/hdphoto5.wdp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0" Type="http://schemas.microsoft.com/office/2007/relationships/hdphoto" Target="../media/hdphoto7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18.jpeg"/><Relationship Id="rId7" Type="http://schemas.microsoft.com/office/2007/relationships/hdphoto" Target="../media/hdphoto3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9.wdp"/><Relationship Id="rId4" Type="http://schemas.openxmlformats.org/officeDocument/2006/relationships/image" Target="../media/image19.png"/><Relationship Id="rId9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microsoft.com/office/2007/relationships/hdphoto" Target="../media/hdphoto11.wdp"/><Relationship Id="rId12" Type="http://schemas.microsoft.com/office/2007/relationships/hdphoto" Target="../media/hdphoto12.wdp"/><Relationship Id="rId2" Type="http://schemas.openxmlformats.org/officeDocument/2006/relationships/image" Target="../media/image21.jpeg"/><Relationship Id="rId16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7.png"/><Relationship Id="rId5" Type="http://schemas.openxmlformats.org/officeDocument/2006/relationships/image" Target="../media/image23.svg"/><Relationship Id="rId15" Type="http://schemas.openxmlformats.org/officeDocument/2006/relationships/image" Target="../media/image30.png"/><Relationship Id="rId10" Type="http://schemas.openxmlformats.org/officeDocument/2006/relationships/image" Target="../media/image5.jpeg"/><Relationship Id="rId4" Type="http://schemas.microsoft.com/office/2007/relationships/hdphoto" Target="../media/hdphoto10.wdp"/><Relationship Id="rId9" Type="http://schemas.openxmlformats.org/officeDocument/2006/relationships/image" Target="../media/image26.png"/><Relationship Id="rId1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8A31D2A7-0931-C6F5-43C9-4C7E7CA75397}"/>
              </a:ext>
            </a:extLst>
          </p:cNvPr>
          <p:cNvGrpSpPr/>
          <p:nvPr/>
        </p:nvGrpSpPr>
        <p:grpSpPr>
          <a:xfrm>
            <a:off x="1662234" y="846176"/>
            <a:ext cx="2124000" cy="3312000"/>
            <a:chOff x="1662234" y="846176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662234" y="846176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2094234" y="84617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750320" y="368757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131339" y="311397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722064" y="311397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312789" y="312390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899286" y="312390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835831" y="1390705"/>
              <a:ext cx="178713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3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787034" y="184548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3010819" y="1872568"/>
              <a:ext cx="705079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2059230" y="3022279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662234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354234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9444BD-D480-F5EE-956E-822004A9883D}"/>
              </a:ext>
            </a:extLst>
          </p:cNvPr>
          <p:cNvGrpSpPr/>
          <p:nvPr/>
        </p:nvGrpSpPr>
        <p:grpSpPr>
          <a:xfrm>
            <a:off x="4193876" y="846176"/>
            <a:ext cx="2125698" cy="3312000"/>
            <a:chOff x="4350090" y="851601"/>
            <a:chExt cx="2125698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351104" y="85160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421576" y="368235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608831" y="309189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199556" y="309189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4790281" y="3090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494971" y="1390522"/>
              <a:ext cx="188271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2 tiles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471920" y="1843750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725766" y="1843750"/>
              <a:ext cx="62663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4983894" y="305399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350090" y="85166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043788" y="85166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4783788" y="85166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03089565-D921-A13C-5E53-2043696ED554}"/>
              </a:ext>
            </a:extLst>
          </p:cNvPr>
          <p:cNvGrpSpPr/>
          <p:nvPr/>
        </p:nvGrpSpPr>
        <p:grpSpPr>
          <a:xfrm>
            <a:off x="6727546" y="846176"/>
            <a:ext cx="2124000" cy="3312000"/>
            <a:chOff x="6727546" y="846176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6727546" y="846176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6808288" y="367693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7867083" y="308494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7444442" y="308333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7640818" y="3256231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6913417" y="1389077"/>
              <a:ext cx="181804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1 tile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6895927" y="182544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8108085" y="1841910"/>
              <a:ext cx="62292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6727546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7159546" y="84617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8419546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6D01CDA7-31D3-189B-9672-74E273BE0D64}"/>
              </a:ext>
            </a:extLst>
          </p:cNvPr>
          <p:cNvGrpSpPr/>
          <p:nvPr/>
        </p:nvGrpSpPr>
        <p:grpSpPr>
          <a:xfrm>
            <a:off x="1550802" y="1195955"/>
            <a:ext cx="2124000" cy="3312000"/>
            <a:chOff x="1960940" y="1298764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60940" y="129876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92940" y="1301145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69103" y="416626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39723" y="358386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20886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87212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50032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52293" y="376386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131254" y="1835097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3 troops to your Command Tile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131254" y="2667110"/>
              <a:ext cx="1834935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180299" y="3065920"/>
              <a:ext cx="1421185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26141" y="4161832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75919" y="432648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73878" y="423289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3002656" y="4156550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74308" y="425481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205262" y="4242717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60940" y="1301145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52940" y="129946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7724" y="1846676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0B0678DB-38EE-D9A1-4D9A-9A2D1C876699}"/>
              </a:ext>
            </a:extLst>
          </p:cNvPr>
          <p:cNvGrpSpPr/>
          <p:nvPr/>
        </p:nvGrpSpPr>
        <p:grpSpPr>
          <a:xfrm>
            <a:off x="4082553" y="1195271"/>
            <a:ext cx="2124000" cy="3312684"/>
            <a:chOff x="4539212" y="1298764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39212" y="129944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51592" y="414728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13939" y="35646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61428" y="356465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24248" y="356465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26509" y="374465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717470" y="1842780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2 troops to your Command Tile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51592" y="2649758"/>
              <a:ext cx="1820347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731399" y="3061402"/>
              <a:ext cx="140766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19459" y="4128092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596125" y="4122659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39212" y="129944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31212" y="129944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71212" y="129876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68958" y="1837304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E2DB6CB4-1B3A-0049-7F5C-80BD8446F5C1}"/>
              </a:ext>
            </a:extLst>
          </p:cNvPr>
          <p:cNvGrpSpPr/>
          <p:nvPr/>
        </p:nvGrpSpPr>
        <p:grpSpPr>
          <a:xfrm>
            <a:off x="6614304" y="1204301"/>
            <a:ext cx="2124000" cy="3312684"/>
            <a:chOff x="7160621" y="1298080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0621" y="129876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73001" y="413742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36175" y="352762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46484" y="3527625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48745" y="3707625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376484" y="1842780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1 troop to your Command Tile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1817" y="2608545"/>
              <a:ext cx="1786804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364868" y="3061402"/>
              <a:ext cx="1441174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45381" y="4127408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22047" y="4121975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0621" y="1298080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52621" y="1298080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592621" y="1298080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2621" y="1849095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e 13">
            <a:extLst>
              <a:ext uri="{FF2B5EF4-FFF2-40B4-BE49-F238E27FC236}">
                <a16:creationId xmlns:a16="http://schemas.microsoft.com/office/drawing/2014/main" id="{52A7337C-67AE-5B3F-13EC-5F4D8A79BE57}"/>
              </a:ext>
            </a:extLst>
          </p:cNvPr>
          <p:cNvGrpSpPr/>
          <p:nvPr/>
        </p:nvGrpSpPr>
        <p:grpSpPr>
          <a:xfrm>
            <a:off x="6247564" y="1445132"/>
            <a:ext cx="2124000" cy="3312600"/>
            <a:chOff x="6690056" y="1421374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6690056" y="14219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7122056" y="1421592"/>
              <a:ext cx="1260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 Troops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6860724" y="1990995"/>
              <a:ext cx="1332768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 troops in a straight line from the Command Tile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6752566" y="428495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8175492" y="349925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7766217" y="349925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7356942" y="350918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6943439" y="350918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7161339" y="3683229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7163261" y="3686315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7163261" y="3686315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7051439" y="360231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6860724" y="3048911"/>
              <a:ext cx="1498030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7170312" y="4275982"/>
              <a:ext cx="390567" cy="368869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7320090" y="444063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7318049" y="434704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7616339" y="4270224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8045648" y="4276133"/>
              <a:ext cx="396000" cy="374000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8117300" y="437440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8248254" y="4362300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6690056" y="1421374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8382056" y="1422592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88754" y="2226080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EC309F8B-7C90-63DD-51D0-8B40565C3202}"/>
              </a:ext>
            </a:extLst>
          </p:cNvPr>
          <p:cNvGrpSpPr/>
          <p:nvPr/>
        </p:nvGrpSpPr>
        <p:grpSpPr>
          <a:xfrm>
            <a:off x="3637601" y="1445132"/>
            <a:ext cx="2124000" cy="3312643"/>
            <a:chOff x="3927214" y="1421031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3927214" y="14216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4359214" y="1421031"/>
              <a:ext cx="1260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Concentrate Troops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4019515" y="420024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5369063" y="3437871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4959788" y="3437871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4550513" y="3447804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4137010" y="3447804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54338" y="3621845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4658513" y="353780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5067399" y="353780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5476880" y="3527871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4082288" y="2019556"/>
              <a:ext cx="1404315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Concentrate troops in a straight line toward the Command Tile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4110397" y="3009914"/>
              <a:ext cx="1453998" cy="257369"/>
            </a:xfrm>
            <a:prstGeom prst="rect">
              <a:avLst/>
            </a:prstGeom>
            <a:noFill/>
          </p:spPr>
          <p:txBody>
            <a:bodyPr wrap="square" lIns="0" tIns="0" rIns="0" bIns="7200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4467413" y="4184633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4919844" y="4186904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5372789" y="4189879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3927214" y="1422265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5619214" y="1421031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49214" y="2226080"/>
              <a:ext cx="540000" cy="540000"/>
            </a:xfrm>
            <a:prstGeom prst="rect">
              <a:avLst/>
            </a:prstGeom>
          </p:spPr>
        </p:pic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5929E30B-3DC9-F9DB-1587-181EC6E47A01}"/>
              </a:ext>
            </a:extLst>
          </p:cNvPr>
          <p:cNvGrpSpPr/>
          <p:nvPr/>
        </p:nvGrpSpPr>
        <p:grpSpPr>
          <a:xfrm>
            <a:off x="1040256" y="1446501"/>
            <a:ext cx="2124887" cy="3312766"/>
            <a:chOff x="1040256" y="1446501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040256" y="1447267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472257" y="1446501"/>
              <a:ext cx="1259999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Build Keep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143147" y="427929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258218" y="3302268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492218" y="3373189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1621735" y="359271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351088" y="3587211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317331" y="3303101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2561944" y="3415240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261184" y="2131241"/>
              <a:ext cx="1301855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Discard 3 troops from Command Tile to Cemetery to place a Keep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1978607" y="3598020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1595189" y="4279105"/>
              <a:ext cx="390567" cy="368869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1744967" y="4443759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1742926" y="4350167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040256" y="1449702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179466" y="154283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2733143" y="1447267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2872353" y="154040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2593617" y="2135647"/>
              <a:ext cx="375375" cy="8376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74A0EA3A-EDBC-233A-A279-8C1ACD675AD6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Knight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0056" y="2695272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112793"/>
              <a:ext cx="173551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Recruit a Knight to a tile with a Baron or Keep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927EEFA3-FB63-9234-0E10-C8C0644B3EAC}"/>
              </a:ext>
            </a:extLst>
          </p:cNvPr>
          <p:cNvGrpSpPr/>
          <p:nvPr/>
        </p:nvGrpSpPr>
        <p:grpSpPr>
          <a:xfrm>
            <a:off x="3348453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 Knight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556831" y="2118277"/>
              <a:ext cx="1847026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 an opponent's Knight from the Baron’s tile to their supply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23516" y="2695272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591448" y="3085541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0AB842E0-589D-0604-B3C3-E3C07D3A66BD}"/>
              </a:ext>
            </a:extLst>
          </p:cNvPr>
          <p:cNvGrpSpPr/>
          <p:nvPr/>
        </p:nvGrpSpPr>
        <p:grpSpPr>
          <a:xfrm>
            <a:off x="5815888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Long Ride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179071" y="2112793"/>
              <a:ext cx="1745664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any number of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11798" b="49602"/>
            <a:stretch>
              <a:fillRect/>
            </a:stretch>
          </p:blipFill>
          <p:spPr>
            <a:xfrm flipH="1">
              <a:off x="6300855" y="2760698"/>
              <a:ext cx="1502095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FBF5C08E-1FB2-7569-130F-92817E4F98BE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Earth’s Wrath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645389" y="2359594"/>
              <a:ext cx="1573296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645389" y="2772718"/>
              <a:ext cx="1522814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destroy</a:t>
              </a:r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all opponent and allied Keeps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110118-0562-9E3A-FE3A-EFD6E0D72534}"/>
              </a:ext>
            </a:extLst>
          </p:cNvPr>
          <p:cNvGrpSpPr/>
          <p:nvPr/>
        </p:nvGrpSpPr>
        <p:grpSpPr>
          <a:xfrm>
            <a:off x="3972000" y="177435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 Black Curse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801666" y="2767835"/>
              <a:ext cx="1719383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send all opponent and allied troops to the </a:t>
              </a:r>
              <a:r>
                <a:rPr lang="en-US" sz="12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cemetery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880106" y="2357032"/>
              <a:ext cx="1546460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AAF56D5C-4F49-7BD4-ED0D-F967839F0E2A}"/>
              </a:ext>
            </a:extLst>
          </p:cNvPr>
          <p:cNvGrpSpPr/>
          <p:nvPr/>
        </p:nvGrpSpPr>
        <p:grpSpPr>
          <a:xfrm>
            <a:off x="6607390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 of Sedition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159745" y="2767835"/>
              <a:ext cx="1836761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return all opponent and allied troops to the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supply</a:t>
              </a:r>
              <a:endParaRPr lang="fr-FR" sz="1200" b="1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289989" y="2357032"/>
              <a:ext cx="155964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CB609-B3D0-4F79-6197-920C0E752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F7CAA1F2-F451-C1D4-066B-A6C7080EFD4E}"/>
              </a:ext>
            </a:extLst>
          </p:cNvPr>
          <p:cNvGrpSpPr/>
          <p:nvPr/>
        </p:nvGrpSpPr>
        <p:grpSpPr>
          <a:xfrm>
            <a:off x="1193610" y="1313006"/>
            <a:ext cx="2124000" cy="3312000"/>
            <a:chOff x="4086162" y="1398350"/>
            <a:chExt cx="2124000" cy="3312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C455802-E663-4D52-CF8E-3838E0B4A0B9}"/>
                </a:ext>
              </a:extLst>
            </p:cNvPr>
            <p:cNvSpPr/>
            <p:nvPr/>
          </p:nvSpPr>
          <p:spPr>
            <a:xfrm>
              <a:off x="4086162" y="139835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86E8137-EC62-E67B-3B48-D4C95301D014}"/>
                </a:ext>
              </a:extLst>
            </p:cNvPr>
            <p:cNvSpPr/>
            <p:nvPr/>
          </p:nvSpPr>
          <p:spPr>
            <a:xfrm>
              <a:off x="4086162" y="139835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Parley Herald</a:t>
              </a:r>
            </a:p>
          </p:txBody>
        </p: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F5A6C071-959B-5DCE-636F-121EAE5C52D7}"/>
                </a:ext>
              </a:extLst>
            </p:cNvPr>
            <p:cNvSpPr txBox="1"/>
            <p:nvPr/>
          </p:nvSpPr>
          <p:spPr>
            <a:xfrm>
              <a:off x="4375837" y="1896619"/>
              <a:ext cx="155575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Place this Herald in the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Council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 zone</a:t>
              </a:r>
              <a:endParaRPr lang="en-US" sz="12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9" name="Graphique 38" descr="Haute tension avec un remplissage uni">
              <a:extLst>
                <a:ext uri="{FF2B5EF4-FFF2-40B4-BE49-F238E27FC236}">
                  <a16:creationId xmlns:a16="http://schemas.microsoft.com/office/drawing/2014/main" id="{6AAF990C-5557-949A-CA5E-4B488C150D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15407" y="4129117"/>
              <a:ext cx="504000" cy="504000"/>
            </a:xfrm>
            <a:prstGeom prst="rect">
              <a:avLst/>
            </a:prstGeom>
            <a:effectLst/>
          </p:spPr>
        </p:pic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A0EA5357-F4F4-BB30-FEE9-57A1651218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6E6B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rcRect l="11291" t="9516" r="9677"/>
            <a:stretch>
              <a:fillRect/>
            </a:stretch>
          </p:blipFill>
          <p:spPr>
            <a:xfrm>
              <a:off x="4302558" y="2272016"/>
              <a:ext cx="1691207" cy="1936259"/>
            </a:xfrm>
            <a:prstGeom prst="rect">
              <a:avLst/>
            </a:prstGeom>
          </p:spPr>
        </p:pic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2BA62EB9-67FD-6356-8C72-D21E1E9CF0F9}"/>
                </a:ext>
              </a:extLst>
            </p:cNvPr>
            <p:cNvSpPr txBox="1"/>
            <p:nvPr/>
          </p:nvSpPr>
          <p:spPr>
            <a:xfrm>
              <a:off x="4958804" y="4291212"/>
              <a:ext cx="855979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Full Council ➔ </a:t>
              </a:r>
              <a:r>
                <a:rPr lang="en-US" sz="10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End of game</a:t>
              </a:r>
              <a:endParaRPr lang="fr-FR" sz="10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DFEDBAB6-BB19-A758-C365-323C72A32AFE}"/>
              </a:ext>
            </a:extLst>
          </p:cNvPr>
          <p:cNvGrpSpPr/>
          <p:nvPr/>
        </p:nvGrpSpPr>
        <p:grpSpPr>
          <a:xfrm>
            <a:off x="7212550" y="1313006"/>
            <a:ext cx="2125204" cy="3312000"/>
            <a:chOff x="7212550" y="1313006"/>
            <a:chExt cx="2125204" cy="3312000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30B2A0B-E253-70BA-02D4-DF90CEB15DA7}"/>
                </a:ext>
              </a:extLst>
            </p:cNvPr>
            <p:cNvSpPr/>
            <p:nvPr/>
          </p:nvSpPr>
          <p:spPr>
            <a:xfrm>
              <a:off x="7213754" y="1313006"/>
              <a:ext cx="2124000" cy="3312000"/>
            </a:xfrm>
            <a:prstGeom prst="rect">
              <a:avLst/>
            </a:prstGeom>
            <a:blipFill dpi="0"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99FF784-45C3-0A0B-9345-89A0E4FAC1C6}"/>
                </a:ext>
              </a:extLst>
            </p:cNvPr>
            <p:cNvSpPr/>
            <p:nvPr/>
          </p:nvSpPr>
          <p:spPr>
            <a:xfrm>
              <a:off x="7644550" y="1313006"/>
              <a:ext cx="12571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Court Intrigue</a:t>
              </a:r>
            </a:p>
          </p:txBody>
        </p:sp>
        <p:sp>
          <p:nvSpPr>
            <p:cNvPr id="54" name="Cercle : creux 53">
              <a:extLst>
                <a:ext uri="{FF2B5EF4-FFF2-40B4-BE49-F238E27FC236}">
                  <a16:creationId xmlns:a16="http://schemas.microsoft.com/office/drawing/2014/main" id="{4B9D2FBD-CC31-8DB3-939D-9E05D791AFCB}"/>
                </a:ext>
              </a:extLst>
            </p:cNvPr>
            <p:cNvSpPr/>
            <p:nvPr/>
          </p:nvSpPr>
          <p:spPr>
            <a:xfrm>
              <a:off x="7316645" y="414259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10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8AAC457B-8115-48CB-C47C-E9B17CA62111}"/>
                </a:ext>
              </a:extLst>
            </p:cNvPr>
            <p:cNvSpPr txBox="1"/>
            <p:nvPr/>
          </p:nvSpPr>
          <p:spPr>
            <a:xfrm>
              <a:off x="7316645" y="1835497"/>
              <a:ext cx="195001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Draw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cards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, then discard down to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cards 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in hand</a:t>
              </a:r>
              <a:endParaRPr lang="en-US" sz="12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56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E630ED28-31FD-2B78-C47C-C6CAD2957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7428550" y="2572319"/>
              <a:ext cx="1689100" cy="1028897"/>
            </a:xfrm>
            <a:prstGeom prst="rect">
              <a:avLst/>
            </a:prstGeom>
          </p:spPr>
        </p:pic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B23C08D-8C55-F642-9F2D-B61BCB3CE8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61617" y="379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ADFA12F-7666-1FC7-9E14-273186F76D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9827" y="379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0614D8-A40A-3F97-FAF8-1A635E478C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58037" y="3798900"/>
              <a:ext cx="335556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7D49AF9-AB59-31D6-375F-F6B3098E0E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5754" y="392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C1847B7-AB68-AEFE-1A6D-0C8220AA8A9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80159" y="3928900"/>
              <a:ext cx="346301" cy="540000"/>
            </a:xfrm>
            <a:prstGeom prst="rect">
              <a:avLst/>
            </a:prstGeom>
            <a:blipFill dpi="0" rotWithShape="1"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4398AF1F-574A-6145-8828-8069A4E02C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71349" y="392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252C7F8A-D44B-B615-C28E-F7B599861467}"/>
                </a:ext>
              </a:extLst>
            </p:cNvPr>
            <p:cNvSpPr/>
            <p:nvPr/>
          </p:nvSpPr>
          <p:spPr>
            <a:xfrm>
              <a:off x="72125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8A87D4D-CEF5-6F56-D069-48726F877422}"/>
                </a:ext>
              </a:extLst>
            </p:cNvPr>
            <p:cNvSpPr/>
            <p:nvPr/>
          </p:nvSpPr>
          <p:spPr>
            <a:xfrm>
              <a:off x="89016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  <p:grpSp>
        <p:nvGrpSpPr>
          <p:cNvPr id="65" name="Groupe 64">
            <a:extLst>
              <a:ext uri="{FF2B5EF4-FFF2-40B4-BE49-F238E27FC236}">
                <a16:creationId xmlns:a16="http://schemas.microsoft.com/office/drawing/2014/main" id="{D82E655A-321F-4E9F-1046-65270A55B228}"/>
              </a:ext>
            </a:extLst>
          </p:cNvPr>
          <p:cNvGrpSpPr/>
          <p:nvPr/>
        </p:nvGrpSpPr>
        <p:grpSpPr>
          <a:xfrm>
            <a:off x="4266350" y="1313006"/>
            <a:ext cx="2125204" cy="3312000"/>
            <a:chOff x="4266350" y="1313006"/>
            <a:chExt cx="2125204" cy="331200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A16F52A-7D69-D4A3-DF79-9B082B33A34A}"/>
                </a:ext>
              </a:extLst>
            </p:cNvPr>
            <p:cNvSpPr/>
            <p:nvPr/>
          </p:nvSpPr>
          <p:spPr>
            <a:xfrm>
              <a:off x="4267554" y="1313006"/>
              <a:ext cx="2124000" cy="3312000"/>
            </a:xfrm>
            <a:prstGeom prst="rect">
              <a:avLst/>
            </a:prstGeom>
            <a:blipFill dpi="0"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7" name="Image 66">
              <a:extLst>
                <a:ext uri="{FF2B5EF4-FFF2-40B4-BE49-F238E27FC236}">
                  <a16:creationId xmlns:a16="http://schemas.microsoft.com/office/drawing/2014/main" id="{79E6DFF9-C633-B259-3885-E75E0B57F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duotone>
                <a:prstClr val="black"/>
                <a:srgbClr val="FFFFC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rightnessContrast bright="2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4400" r="11258" b="34958"/>
            <a:stretch>
              <a:fillRect/>
            </a:stretch>
          </p:blipFill>
          <p:spPr>
            <a:xfrm>
              <a:off x="4599039" y="2429005"/>
              <a:ext cx="1455721" cy="1791076"/>
            </a:xfrm>
            <a:prstGeom prst="rect">
              <a:avLst/>
            </a:prstGeom>
          </p:spPr>
        </p:pic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5DAE1C6-DE5A-8B17-15FE-91B80EEF41AF}"/>
                </a:ext>
              </a:extLst>
            </p:cNvPr>
            <p:cNvSpPr/>
            <p:nvPr/>
          </p:nvSpPr>
          <p:spPr>
            <a:xfrm>
              <a:off x="4698350" y="1313006"/>
              <a:ext cx="12571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4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Spy</a:t>
              </a:r>
              <a:endPara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Cercle : creux 68">
              <a:extLst>
                <a:ext uri="{FF2B5EF4-FFF2-40B4-BE49-F238E27FC236}">
                  <a16:creationId xmlns:a16="http://schemas.microsoft.com/office/drawing/2014/main" id="{345ACAE2-6F9D-BEF9-01D5-C075F2624280}"/>
                </a:ext>
              </a:extLst>
            </p:cNvPr>
            <p:cNvSpPr/>
            <p:nvPr/>
          </p:nvSpPr>
          <p:spPr>
            <a:xfrm>
              <a:off x="4370445" y="414259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10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D6A1929-B8BA-2EA3-CAA5-D302F2325543}"/>
                </a:ext>
              </a:extLst>
            </p:cNvPr>
            <p:cNvSpPr txBox="1"/>
            <p:nvPr/>
          </p:nvSpPr>
          <p:spPr>
            <a:xfrm>
              <a:off x="4443500" y="1875006"/>
              <a:ext cx="1766797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Draw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 cards 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from an </a:t>
              </a:r>
              <a:r>
                <a:rPr lang="en-US" sz="1200" b="1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opponent's hand </a:t>
              </a:r>
              <a:r>
                <a:rPr lang="en-US" sz="1200" b="1" noProof="0" dirty="0">
                  <a:latin typeface="Segoe UI" panose="020B0502040204020203" pitchFamily="34" charset="0"/>
                  <a:cs typeface="Segoe UI" panose="020B0502040204020203" pitchFamily="34" charset="0"/>
                </a:rPr>
                <a:t>and discard them</a:t>
              </a:r>
              <a:endParaRPr lang="en-US" sz="12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DF8E560-DAD8-44EA-135F-E0127F2A639A}"/>
                </a:ext>
              </a:extLst>
            </p:cNvPr>
            <p:cNvSpPr/>
            <p:nvPr/>
          </p:nvSpPr>
          <p:spPr>
            <a:xfrm>
              <a:off x="42663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B2DF613-D163-177F-22C3-286F1A946744}"/>
                </a:ext>
              </a:extLst>
            </p:cNvPr>
            <p:cNvSpPr/>
            <p:nvPr/>
          </p:nvSpPr>
          <p:spPr>
            <a:xfrm>
              <a:off x="59554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9334737-11CF-F2B9-936B-E189C6A7C5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25663" y="3819757"/>
              <a:ext cx="335556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0F173F5-9C0A-158C-4B01-8E4E411852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38975" y="3949757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479780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1818</TotalTime>
  <Words>357</Words>
  <Application>Microsoft Office PowerPoint</Application>
  <PresentationFormat>Grand écran</PresentationFormat>
  <Paragraphs>95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122</cp:revision>
  <cp:lastPrinted>2026-03-31T18:36:09Z</cp:lastPrinted>
  <dcterms:created xsi:type="dcterms:W3CDTF">2026-02-07T18:04:07Z</dcterms:created>
  <dcterms:modified xsi:type="dcterms:W3CDTF">2026-05-30T15:32:37Z</dcterms:modified>
</cp:coreProperties>
</file>