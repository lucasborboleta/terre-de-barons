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81" r:id="rId2"/>
    <p:sldId id="282" r:id="rId3"/>
    <p:sldId id="283" r:id="rId4"/>
    <p:sldId id="284" r:id="rId5"/>
    <p:sldId id="287" r:id="rId6"/>
    <p:sldId id="286" r:id="rId7"/>
    <p:sldId id="289" r:id="rId8"/>
    <p:sldId id="288" r:id="rId9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B"/>
    <a:srgbClr val="E6E6BB"/>
    <a:srgbClr val="E5EFC9"/>
    <a:srgbClr val="DDBD95"/>
    <a:srgbClr val="E8A5ED"/>
    <a:srgbClr val="E7D5B1"/>
    <a:srgbClr val="F0DEB6"/>
    <a:srgbClr val="FFF7BF"/>
    <a:srgbClr val="E9D3AE"/>
    <a:srgbClr val="E9D7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>
        <p:scale>
          <a:sx n="150" d="100"/>
          <a:sy n="150" d="100"/>
        </p:scale>
        <p:origin x="12" y="-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microsoft.com/office/2007/relationships/hdphoto" Target="../media/hdphoto5.wdp"/><Relationship Id="rId3" Type="http://schemas.openxmlformats.org/officeDocument/2006/relationships/image" Target="../media/image9.png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jpeg"/><Relationship Id="rId10" Type="http://schemas.microsoft.com/office/2007/relationships/hdphoto" Target="../media/hdphoto1.wdp"/><Relationship Id="rId4" Type="http://schemas.microsoft.com/office/2007/relationships/hdphoto" Target="../media/hdphoto4.wdp"/><Relationship Id="rId9" Type="http://schemas.openxmlformats.org/officeDocument/2006/relationships/image" Target="../media/image1.png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18" Type="http://schemas.openxmlformats.org/officeDocument/2006/relationships/image" Target="../media/image20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17" Type="http://schemas.openxmlformats.org/officeDocument/2006/relationships/image" Target="../media/image19.png"/><Relationship Id="rId2" Type="http://schemas.openxmlformats.org/officeDocument/2006/relationships/image" Target="../media/image3.jpeg"/><Relationship Id="rId16" Type="http://schemas.microsoft.com/office/2007/relationships/hdphoto" Target="../media/hdphoto9.wdp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5" Type="http://schemas.openxmlformats.org/officeDocument/2006/relationships/image" Target="../media/image18.png"/><Relationship Id="rId10" Type="http://schemas.microsoft.com/office/2007/relationships/hdphoto" Target="../media/hdphoto7.wdp"/><Relationship Id="rId19" Type="http://schemas.microsoft.com/office/2007/relationships/hdphoto" Target="../media/hdphoto10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4.png"/><Relationship Id="rId7" Type="http://schemas.openxmlformats.org/officeDocument/2006/relationships/image" Target="../media/image10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1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microsoft.com/office/2007/relationships/hdphoto" Target="../media/hdphoto12.wdp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svg"/><Relationship Id="rId4" Type="http://schemas.microsoft.com/office/2007/relationships/hdphoto" Target="../media/hdphoto9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8750ED07-E860-B188-9520-BF4EC262CCE3}"/>
              </a:ext>
            </a:extLst>
          </p:cNvPr>
          <p:cNvGrpSpPr/>
          <p:nvPr/>
        </p:nvGrpSpPr>
        <p:grpSpPr>
          <a:xfrm>
            <a:off x="1546939" y="962184"/>
            <a:ext cx="2124000" cy="3312000"/>
            <a:chOff x="1546939" y="962184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546939" y="96218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978939" y="962184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635025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016044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606769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197494" y="323991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783991" y="323991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606914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635025" y="200876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718223" y="2010094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1943935" y="3138287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546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238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0552921-2C6A-F56F-3E7D-F3AB285B67A9}"/>
              </a:ext>
            </a:extLst>
          </p:cNvPr>
          <p:cNvGrpSpPr/>
          <p:nvPr/>
        </p:nvGrpSpPr>
        <p:grpSpPr>
          <a:xfrm>
            <a:off x="4734800" y="969777"/>
            <a:ext cx="2124000" cy="3315044"/>
            <a:chOff x="4734800" y="969777"/>
            <a:chExt cx="2124000" cy="33150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73480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0527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992527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583252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173977" y="321158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77716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05272" y="2008763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880849" y="2010094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367590" y="317521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734800" y="969777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426800" y="971415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5166800" y="971415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22BBF95C-D5A1-150A-3F94-062BFC33A19B}"/>
              </a:ext>
            </a:extLst>
          </p:cNvPr>
          <p:cNvGrpSpPr/>
          <p:nvPr/>
        </p:nvGrpSpPr>
        <p:grpSpPr>
          <a:xfrm>
            <a:off x="8058180" y="972821"/>
            <a:ext cx="2124000" cy="3312000"/>
            <a:chOff x="8058180" y="972821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05818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3892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197717" y="321158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775076" y="320998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8971452" y="3382876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1081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38922" y="200876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14499" y="2010094"/>
              <a:ext cx="94482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8058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8490180" y="972821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9750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7C74C304-0CA8-6A42-3C56-5C1BC3567F3E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82838" y="1306963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16039" y="4167650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65817" y="433230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63776" y="423871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2992554" y="4162368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64206" y="4260635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195160" y="4248535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50838" y="1306963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42838" y="1305286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3936" y="2768847"/>
              <a:ext cx="540000" cy="540000"/>
            </a:xfrm>
            <a:prstGeom prst="rect">
              <a:avLst/>
            </a:prstGeom>
          </p:spPr>
        </p:pic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69263384-E41E-D53A-AD4B-3A40FC4D059F}"/>
              </a:ext>
            </a:extLst>
          </p:cNvPr>
          <p:cNvGrpSpPr/>
          <p:nvPr/>
        </p:nvGrpSpPr>
        <p:grpSpPr>
          <a:xfrm>
            <a:off x="4559727" y="1303898"/>
            <a:ext cx="2124000" cy="3312684"/>
            <a:chOff x="4559727" y="1303898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59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51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91727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2454" y="2789636"/>
              <a:ext cx="540000" cy="540000"/>
            </a:xfrm>
            <a:prstGeom prst="rect">
              <a:avLst/>
            </a:prstGeom>
          </p:spPr>
        </p:pic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DAD352C7-A8F0-3ED6-78A8-D0A5EBF24402}"/>
              </a:ext>
            </a:extLst>
          </p:cNvPr>
          <p:cNvGrpSpPr/>
          <p:nvPr/>
        </p:nvGrpSpPr>
        <p:grpSpPr>
          <a:xfrm>
            <a:off x="7168616" y="1303898"/>
            <a:ext cx="2124000" cy="3312684"/>
            <a:chOff x="7168616" y="1303898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8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60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600616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04042" y="2754722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e 24">
            <a:extLst>
              <a:ext uri="{FF2B5EF4-FFF2-40B4-BE49-F238E27FC236}">
                <a16:creationId xmlns:a16="http://schemas.microsoft.com/office/drawing/2014/main" id="{26CB4421-58FE-89FB-402F-73CEAFF27C61}"/>
              </a:ext>
            </a:extLst>
          </p:cNvPr>
          <p:cNvGrpSpPr/>
          <p:nvPr/>
        </p:nvGrpSpPr>
        <p:grpSpPr>
          <a:xfrm>
            <a:off x="8284080" y="1428694"/>
            <a:ext cx="2124000" cy="3312600"/>
            <a:chOff x="4362394" y="1431551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794394" y="1431769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4362394" y="1431551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6054394" y="1432769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6000" y="2601711"/>
              <a:ext cx="540000" cy="54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00830897-E65E-2748-86FD-61EECF9763D9}"/>
              </a:ext>
            </a:extLst>
          </p:cNvPr>
          <p:cNvGrpSpPr/>
          <p:nvPr/>
        </p:nvGrpSpPr>
        <p:grpSpPr>
          <a:xfrm>
            <a:off x="5725584" y="1428972"/>
            <a:ext cx="2124000" cy="3312643"/>
            <a:chOff x="5724348" y="1377054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5724348" y="1377697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6156348" y="1377054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5816649" y="415626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7166197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6756922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6347647" y="3403827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5934144" y="340382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51472" y="3577868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6455647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6864533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7274014" y="348389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5869699" y="1879795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5869699" y="2747790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6264547" y="4140656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6716978" y="4142927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7169923" y="4145902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5724348" y="137828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7416348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8214" y="2518907"/>
              <a:ext cx="540000" cy="540000"/>
            </a:xfrm>
            <a:prstGeom prst="rect">
              <a:avLst/>
            </a:prstGeom>
          </p:spPr>
        </p:pic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1A0E50-51D0-10A6-9B45-E9366FE3269F}"/>
              </a:ext>
            </a:extLst>
          </p:cNvPr>
          <p:cNvGrpSpPr/>
          <p:nvPr/>
        </p:nvGrpSpPr>
        <p:grpSpPr>
          <a:xfrm>
            <a:off x="583316" y="1428694"/>
            <a:ext cx="2124887" cy="3312766"/>
            <a:chOff x="1537763" y="1464756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537763" y="146552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969764" y="1464756"/>
              <a:ext cx="1259999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640654" y="429754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755725" y="3320523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989725" y="339144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2119242" y="361097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848595" y="3605466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814838" y="332135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3059451" y="3433495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607355" y="1968526"/>
              <a:ext cx="1612957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vers le Cimetière pour y placer un Donjon</a:t>
              </a: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2476114" y="3616275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2092696" y="4297360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2242474" y="446201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2240433" y="436842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537763" y="1467957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676973" y="156109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3230650" y="146552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3369860" y="155865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3056338" y="2237030"/>
              <a:ext cx="375375" cy="837672"/>
            </a:xfrm>
            <a:prstGeom prst="rect">
              <a:avLst/>
            </a:prstGeom>
          </p:spPr>
        </p:pic>
      </p:grpSp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76305CE6-BD74-EED8-6B91-ECFB588D84AE}"/>
              </a:ext>
            </a:extLst>
          </p:cNvPr>
          <p:cNvGrpSpPr/>
          <p:nvPr/>
        </p:nvGrpSpPr>
        <p:grpSpPr>
          <a:xfrm>
            <a:off x="3168983" y="1428994"/>
            <a:ext cx="2124000" cy="3312600"/>
            <a:chOff x="3152197" y="1377054"/>
            <a:chExt cx="2124000" cy="33126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2A96650-6338-C965-A822-5029031CC6DC}"/>
                </a:ext>
              </a:extLst>
            </p:cNvPr>
            <p:cNvSpPr/>
            <p:nvPr/>
          </p:nvSpPr>
          <p:spPr>
            <a:xfrm>
              <a:off x="3152197" y="137765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06753A5-C82D-B253-9945-D200D8D25323}"/>
                </a:ext>
              </a:extLst>
            </p:cNvPr>
            <p:cNvSpPr/>
            <p:nvPr/>
          </p:nvSpPr>
          <p:spPr>
            <a:xfrm>
              <a:off x="3584197" y="1377272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C6637799-A5F0-47C8-A229-54D6E170AF4C}"/>
                </a:ext>
              </a:extLst>
            </p:cNvPr>
            <p:cNvSpPr txBox="1"/>
            <p:nvPr/>
          </p:nvSpPr>
          <p:spPr>
            <a:xfrm>
              <a:off x="3227224" y="1860393"/>
              <a:ext cx="195666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/Concentrer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 ligne droite des troupes depuis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/vers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 tuile de commandement</a:t>
              </a:r>
            </a:p>
          </p:txBody>
        </p:sp>
        <p:sp>
          <p:nvSpPr>
            <p:cNvPr id="18" name="Cercle : creux 17">
              <a:extLst>
                <a:ext uri="{FF2B5EF4-FFF2-40B4-BE49-F238E27FC236}">
                  <a16:creationId xmlns:a16="http://schemas.microsoft.com/office/drawing/2014/main" id="{85795305-0810-41DE-4F69-A2023AC272EE}"/>
                </a:ext>
              </a:extLst>
            </p:cNvPr>
            <p:cNvSpPr/>
            <p:nvPr/>
          </p:nvSpPr>
          <p:spPr>
            <a:xfrm>
              <a:off x="3214707" y="42406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grpSp>
          <p:nvGrpSpPr>
            <p:cNvPr id="110" name="Groupe 109">
              <a:extLst>
                <a:ext uri="{FF2B5EF4-FFF2-40B4-BE49-F238E27FC236}">
                  <a16:creationId xmlns:a16="http://schemas.microsoft.com/office/drawing/2014/main" id="{1689C847-B266-7325-47F2-24864D823EE2}"/>
                </a:ext>
              </a:extLst>
            </p:cNvPr>
            <p:cNvGrpSpPr/>
            <p:nvPr/>
          </p:nvGrpSpPr>
          <p:grpSpPr>
            <a:xfrm>
              <a:off x="3349730" y="3222293"/>
              <a:ext cx="1592053" cy="405933"/>
              <a:chOff x="3369594" y="3325288"/>
              <a:chExt cx="1592053" cy="405933"/>
            </a:xfrm>
          </p:grpSpPr>
          <p:sp>
            <p:nvSpPr>
              <p:cNvPr id="21" name="Hexagone 20">
                <a:extLst>
                  <a:ext uri="{FF2B5EF4-FFF2-40B4-BE49-F238E27FC236}">
                    <a16:creationId xmlns:a16="http://schemas.microsoft.com/office/drawing/2014/main" id="{E623FA65-9F3F-6561-380C-FA92A62B9B76}"/>
                  </a:ext>
                </a:extLst>
              </p:cNvPr>
              <p:cNvSpPr/>
              <p:nvPr/>
            </p:nvSpPr>
            <p:spPr>
              <a:xfrm rot="5400000">
                <a:off x="4583647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4" name="Hexagone 23">
                <a:extLst>
                  <a:ext uri="{FF2B5EF4-FFF2-40B4-BE49-F238E27FC236}">
                    <a16:creationId xmlns:a16="http://schemas.microsoft.com/office/drawing/2014/main" id="{B807D213-2629-3659-B228-C391CB1AAEAC}"/>
                  </a:ext>
                </a:extLst>
              </p:cNvPr>
              <p:cNvSpPr/>
              <p:nvPr/>
            </p:nvSpPr>
            <p:spPr>
              <a:xfrm rot="5400000">
                <a:off x="4174372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Hexagone 28">
                <a:extLst>
                  <a:ext uri="{FF2B5EF4-FFF2-40B4-BE49-F238E27FC236}">
                    <a16:creationId xmlns:a16="http://schemas.microsoft.com/office/drawing/2014/main" id="{71C32418-B647-C696-341E-F8C554281360}"/>
                  </a:ext>
                </a:extLst>
              </p:cNvPr>
              <p:cNvSpPr/>
              <p:nvPr/>
            </p:nvSpPr>
            <p:spPr>
              <a:xfrm rot="5400000">
                <a:off x="3765097" y="3353221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3" name="Hexagone 32">
                <a:extLst>
                  <a:ext uri="{FF2B5EF4-FFF2-40B4-BE49-F238E27FC236}">
                    <a16:creationId xmlns:a16="http://schemas.microsoft.com/office/drawing/2014/main" id="{77F92EA8-3433-367B-00B8-58DEBBF07D4F}"/>
                  </a:ext>
                </a:extLst>
              </p:cNvPr>
              <p:cNvSpPr/>
              <p:nvPr/>
            </p:nvSpPr>
            <p:spPr>
              <a:xfrm rot="5400000">
                <a:off x="3351594" y="3353221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6" name="Connecteur droit avec flèche 35">
                <a:extLst>
                  <a:ext uri="{FF2B5EF4-FFF2-40B4-BE49-F238E27FC236}">
                    <a16:creationId xmlns:a16="http://schemas.microsoft.com/office/drawing/2014/main" id="{736882CF-9DC7-3AD3-A901-225A6A5369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9494" y="3527262"/>
                <a:ext cx="1269309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Connecteur droit avec flèche 39">
                <a:extLst>
                  <a:ext uri="{FF2B5EF4-FFF2-40B4-BE49-F238E27FC236}">
                    <a16:creationId xmlns:a16="http://schemas.microsoft.com/office/drawing/2014/main" id="{99EB6A6A-F4C8-7000-15FA-EDF9378269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898091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Connecteur droit avec flèche 43">
                <a:extLst>
                  <a:ext uri="{FF2B5EF4-FFF2-40B4-BE49-F238E27FC236}">
                    <a16:creationId xmlns:a16="http://schemas.microsoft.com/office/drawing/2014/main" id="{C95CD993-F2EC-0B30-5C9F-F069E22107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498112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Ellipse 46">
                <a:extLst>
                  <a:ext uri="{FF2B5EF4-FFF2-40B4-BE49-F238E27FC236}">
                    <a16:creationId xmlns:a16="http://schemas.microsoft.com/office/drawing/2014/main" id="{150349EB-492C-940D-1F8F-8155A4479238}"/>
                  </a:ext>
                </a:extLst>
              </p:cNvPr>
              <p:cNvSpPr/>
              <p:nvPr/>
            </p:nvSpPr>
            <p:spPr>
              <a:xfrm>
                <a:off x="3459594" y="3446348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F51D4383-C9D9-27BF-16FE-F3D6BD97089C}"/>
                </a:ext>
              </a:extLst>
            </p:cNvPr>
            <p:cNvSpPr txBox="1"/>
            <p:nvPr/>
          </p:nvSpPr>
          <p:spPr>
            <a:xfrm>
              <a:off x="3240355" y="271514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75" name="Hexagone 74">
              <a:extLst>
                <a:ext uri="{FF2B5EF4-FFF2-40B4-BE49-F238E27FC236}">
                  <a16:creationId xmlns:a16="http://schemas.microsoft.com/office/drawing/2014/main" id="{0251A5E2-1C13-CFD0-9521-2EA4F5A79E12}"/>
                </a:ext>
              </a:extLst>
            </p:cNvPr>
            <p:cNvSpPr/>
            <p:nvPr/>
          </p:nvSpPr>
          <p:spPr>
            <a:xfrm rot="5400000">
              <a:off x="3632453" y="4231662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8990306-6172-B672-2E45-27485F40E252}"/>
                </a:ext>
              </a:extLst>
            </p:cNvPr>
            <p:cNvSpPr/>
            <p:nvPr/>
          </p:nvSpPr>
          <p:spPr>
            <a:xfrm>
              <a:off x="3782231" y="439631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60BA55C4-D641-236B-F765-0F396A8689C4}"/>
                </a:ext>
              </a:extLst>
            </p:cNvPr>
            <p:cNvSpPr/>
            <p:nvPr/>
          </p:nvSpPr>
          <p:spPr>
            <a:xfrm>
              <a:off x="3780190" y="430272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0" name="Hexagone 99">
              <a:extLst>
                <a:ext uri="{FF2B5EF4-FFF2-40B4-BE49-F238E27FC236}">
                  <a16:creationId xmlns:a16="http://schemas.microsoft.com/office/drawing/2014/main" id="{4DAEB8A2-D883-3AE5-4974-BBFCC420530D}"/>
                </a:ext>
              </a:extLst>
            </p:cNvPr>
            <p:cNvSpPr/>
            <p:nvPr/>
          </p:nvSpPr>
          <p:spPr>
            <a:xfrm rot="5400000">
              <a:off x="4067480" y="4236904"/>
              <a:ext cx="396000" cy="37399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F583FF82-982B-BB60-FDAA-E5248049DA6F}"/>
                </a:ext>
              </a:extLst>
            </p:cNvPr>
            <p:cNvSpPr/>
            <p:nvPr/>
          </p:nvSpPr>
          <p:spPr>
            <a:xfrm>
              <a:off x="4208421" y="4335171"/>
              <a:ext cx="93121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3" name="Hexagone 82">
              <a:extLst>
                <a:ext uri="{FF2B5EF4-FFF2-40B4-BE49-F238E27FC236}">
                  <a16:creationId xmlns:a16="http://schemas.microsoft.com/office/drawing/2014/main" id="{E9727FA2-A160-4828-A2A6-E0CC100A5CFB}"/>
                </a:ext>
              </a:extLst>
            </p:cNvPr>
            <p:cNvSpPr/>
            <p:nvPr/>
          </p:nvSpPr>
          <p:spPr>
            <a:xfrm rot="5400000">
              <a:off x="4507789" y="4231813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207F287-B272-0AF9-6078-EC1EA7C73DFA}"/>
                </a:ext>
              </a:extLst>
            </p:cNvPr>
            <p:cNvSpPr/>
            <p:nvPr/>
          </p:nvSpPr>
          <p:spPr>
            <a:xfrm>
              <a:off x="4579441" y="4330080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5" name="Graphique 84" descr="Pion avec un remplissage uni">
              <a:extLst>
                <a:ext uri="{FF2B5EF4-FFF2-40B4-BE49-F238E27FC236}">
                  <a16:creationId xmlns:a16="http://schemas.microsoft.com/office/drawing/2014/main" id="{1376AE10-5A16-81AE-866C-D12F91256B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4710395" y="4317980"/>
              <a:ext cx="120894" cy="189565"/>
            </a:xfrm>
            <a:prstGeom prst="rect">
              <a:avLst/>
            </a:prstGeom>
          </p:spPr>
        </p:pic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B74F0ED-0507-5FB0-69CC-3ECC69FF21CD}"/>
                </a:ext>
              </a:extLst>
            </p:cNvPr>
            <p:cNvSpPr/>
            <p:nvPr/>
          </p:nvSpPr>
          <p:spPr>
            <a:xfrm>
              <a:off x="3152197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4869369-1BDD-DB37-BABB-FE80513418A5}"/>
                </a:ext>
              </a:extLst>
            </p:cNvPr>
            <p:cNvSpPr/>
            <p:nvPr/>
          </p:nvSpPr>
          <p:spPr>
            <a:xfrm>
              <a:off x="4844197" y="137827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pic>
          <p:nvPicPr>
            <p:cNvPr id="99" name="Image 98">
              <a:extLst>
                <a:ext uri="{FF2B5EF4-FFF2-40B4-BE49-F238E27FC236}">
                  <a16:creationId xmlns:a16="http://schemas.microsoft.com/office/drawing/2014/main" id="{157FC146-F5F8-7814-347A-12270DFE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7415" y="2538404"/>
              <a:ext cx="540000" cy="540000"/>
            </a:xfrm>
            <a:prstGeom prst="rect">
              <a:avLst/>
            </a:prstGeom>
          </p:spPr>
        </p:pic>
        <p:grpSp>
          <p:nvGrpSpPr>
            <p:cNvPr id="111" name="Groupe 110">
              <a:extLst>
                <a:ext uri="{FF2B5EF4-FFF2-40B4-BE49-F238E27FC236}">
                  <a16:creationId xmlns:a16="http://schemas.microsoft.com/office/drawing/2014/main" id="{97CE3427-9907-BA58-6DFA-96C09F5E9D73}"/>
                </a:ext>
              </a:extLst>
            </p:cNvPr>
            <p:cNvGrpSpPr/>
            <p:nvPr/>
          </p:nvGrpSpPr>
          <p:grpSpPr>
            <a:xfrm>
              <a:off x="3352321" y="3672739"/>
              <a:ext cx="1592053" cy="405933"/>
              <a:chOff x="3577654" y="3804073"/>
              <a:chExt cx="1592053" cy="405933"/>
            </a:xfrm>
          </p:grpSpPr>
          <p:sp>
            <p:nvSpPr>
              <p:cNvPr id="102" name="Hexagone 101">
                <a:extLst>
                  <a:ext uri="{FF2B5EF4-FFF2-40B4-BE49-F238E27FC236}">
                    <a16:creationId xmlns:a16="http://schemas.microsoft.com/office/drawing/2014/main" id="{89DC41F8-9A7A-4EA5-E756-36B1012ED376}"/>
                  </a:ext>
                </a:extLst>
              </p:cNvPr>
              <p:cNvSpPr/>
              <p:nvPr/>
            </p:nvSpPr>
            <p:spPr>
              <a:xfrm rot="5400000">
                <a:off x="4791707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3" name="Hexagone 102">
                <a:extLst>
                  <a:ext uri="{FF2B5EF4-FFF2-40B4-BE49-F238E27FC236}">
                    <a16:creationId xmlns:a16="http://schemas.microsoft.com/office/drawing/2014/main" id="{AFDE2005-57BD-32CA-F7A7-43E73961F6F8}"/>
                  </a:ext>
                </a:extLst>
              </p:cNvPr>
              <p:cNvSpPr/>
              <p:nvPr/>
            </p:nvSpPr>
            <p:spPr>
              <a:xfrm rot="5400000">
                <a:off x="4382432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Hexagone 103">
                <a:extLst>
                  <a:ext uri="{FF2B5EF4-FFF2-40B4-BE49-F238E27FC236}">
                    <a16:creationId xmlns:a16="http://schemas.microsoft.com/office/drawing/2014/main" id="{A94DEE98-AD81-70F8-3376-C350A7BDE587}"/>
                  </a:ext>
                </a:extLst>
              </p:cNvPr>
              <p:cNvSpPr/>
              <p:nvPr/>
            </p:nvSpPr>
            <p:spPr>
              <a:xfrm rot="5400000">
                <a:off x="3973157" y="3832006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5" name="Hexagone 104">
                <a:extLst>
                  <a:ext uri="{FF2B5EF4-FFF2-40B4-BE49-F238E27FC236}">
                    <a16:creationId xmlns:a16="http://schemas.microsoft.com/office/drawing/2014/main" id="{E38CC7BA-B662-3AE5-5C6E-E52B4A718FB2}"/>
                  </a:ext>
                </a:extLst>
              </p:cNvPr>
              <p:cNvSpPr/>
              <p:nvPr/>
            </p:nvSpPr>
            <p:spPr>
              <a:xfrm rot="5400000">
                <a:off x="3559654" y="3832006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06" name="Connecteur droit avec flèche 105">
                <a:extLst>
                  <a:ext uri="{FF2B5EF4-FFF2-40B4-BE49-F238E27FC236}">
                    <a16:creationId xmlns:a16="http://schemas.microsoft.com/office/drawing/2014/main" id="{15B63591-1FDF-B223-9EEA-54AAF01AF6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76982" y="4006047"/>
                <a:ext cx="1303580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7" name="Ellipse 106">
                <a:extLst>
                  <a:ext uri="{FF2B5EF4-FFF2-40B4-BE49-F238E27FC236}">
                    <a16:creationId xmlns:a16="http://schemas.microsoft.com/office/drawing/2014/main" id="{146CEDAA-20AE-84D0-205A-4F2ACD93A7BB}"/>
                  </a:ext>
                </a:extLst>
              </p:cNvPr>
              <p:cNvSpPr/>
              <p:nvPr/>
            </p:nvSpPr>
            <p:spPr>
              <a:xfrm>
                <a:off x="4081157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13F3FFBA-6AB1-B1BB-D07E-932061C3EFC9}"/>
                  </a:ext>
                </a:extLst>
              </p:cNvPr>
              <p:cNvSpPr/>
              <p:nvPr/>
            </p:nvSpPr>
            <p:spPr>
              <a:xfrm>
                <a:off x="4490043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9" name="Ellipse 108">
                <a:extLst>
                  <a:ext uri="{FF2B5EF4-FFF2-40B4-BE49-F238E27FC236}">
                    <a16:creationId xmlns:a16="http://schemas.microsoft.com/office/drawing/2014/main" id="{A2452E49-E772-38B9-B174-8EDC5702DCFF}"/>
                  </a:ext>
                </a:extLst>
              </p:cNvPr>
              <p:cNvSpPr/>
              <p:nvPr/>
            </p:nvSpPr>
            <p:spPr>
              <a:xfrm>
                <a:off x="4899524" y="3912073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12" name="ZoneTexte 111">
              <a:extLst>
                <a:ext uri="{FF2B5EF4-FFF2-40B4-BE49-F238E27FC236}">
                  <a16:creationId xmlns:a16="http://schemas.microsoft.com/office/drawing/2014/main" id="{7A430CFE-43B9-A3B3-CF82-9F07877EBE9A}"/>
                </a:ext>
              </a:extLst>
            </p:cNvPr>
            <p:cNvSpPr txBox="1"/>
            <p:nvPr/>
          </p:nvSpPr>
          <p:spPr>
            <a:xfrm>
              <a:off x="5046386" y="2838450"/>
              <a:ext cx="153888" cy="1762188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r>
                <a:rPr lang="fr-FR" sz="10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 :  choisir en posant la carte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e 22">
            <a:extLst>
              <a:ext uri="{FF2B5EF4-FFF2-40B4-BE49-F238E27FC236}">
                <a16:creationId xmlns:a16="http://schemas.microsoft.com/office/drawing/2014/main" id="{15213530-E65C-D1C7-E96E-E0039CDE1A7A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91998C6-C2EF-44AB-A962-D1450FBF56E2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7872EF56-0083-CA79-B84C-2FE2BA265A0D}"/>
              </a:ext>
            </a:extLst>
          </p:cNvPr>
          <p:cNvGrpSpPr/>
          <p:nvPr/>
        </p:nvGrpSpPr>
        <p:grpSpPr>
          <a:xfrm>
            <a:off x="5995831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lointaine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096082" y="2060755"/>
              <a:ext cx="19234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6207420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B57A9D7B-CE41-B60C-6A2D-BA03F26BFDA3}"/>
              </a:ext>
            </a:extLst>
          </p:cNvPr>
          <p:cNvGrpSpPr/>
          <p:nvPr/>
        </p:nvGrpSpPr>
        <p:grpSpPr>
          <a:xfrm>
            <a:off x="8536598" y="1543946"/>
            <a:ext cx="2125204" cy="3312000"/>
            <a:chOff x="8536598" y="1543946"/>
            <a:chExt cx="2125204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8537802" y="1543946"/>
              <a:ext cx="2124000" cy="3312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8968598" y="1543946"/>
              <a:ext cx="12571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à la Cour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8640693" y="43735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8718479" y="2066437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Ajouter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de la pioche à votre main, puis défausser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cartes</a:t>
              </a: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8752598" y="2803259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8566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8387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182085" y="4029840"/>
              <a:ext cx="335556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99802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04207" y="4159840"/>
              <a:ext cx="346301" cy="540000"/>
            </a:xfrm>
            <a:prstGeom prst="rect">
              <a:avLst/>
            </a:prstGeom>
            <a:blipFill dpi="0" rotWithShape="1">
              <a:blip r:embed="rId21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5397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85365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102256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63F6BE4C-B607-9E16-D80D-E7E11B2AACDD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341684A8-8634-1BCF-07ED-A776CA81C0FC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au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cimetière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185E04A7-08A8-0BDA-1630-BEF7E928BDEF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92B8-BEB2-CD37-5E0D-3B1C20E5D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e 24">
            <a:extLst>
              <a:ext uri="{FF2B5EF4-FFF2-40B4-BE49-F238E27FC236}">
                <a16:creationId xmlns:a16="http://schemas.microsoft.com/office/drawing/2014/main" id="{B8B7F192-8DA2-4E99-C3DD-51E167807F63}"/>
              </a:ext>
            </a:extLst>
          </p:cNvPr>
          <p:cNvGrpSpPr/>
          <p:nvPr/>
        </p:nvGrpSpPr>
        <p:grpSpPr>
          <a:xfrm>
            <a:off x="4086162" y="1398350"/>
            <a:ext cx="2124000" cy="3312000"/>
            <a:chOff x="4086162" y="139835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3FFC208-AA39-DD30-9F09-CB357E5CB248}"/>
                </a:ext>
              </a:extLst>
            </p:cNvPr>
            <p:cNvSpPr/>
            <p:nvPr/>
          </p:nvSpPr>
          <p:spPr>
            <a:xfrm>
              <a:off x="4086162" y="139835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1D642A4-AABE-D3E3-9DF9-BFB253F31A97}"/>
                </a:ext>
              </a:extLst>
            </p:cNvPr>
            <p:cNvSpPr/>
            <p:nvPr/>
          </p:nvSpPr>
          <p:spPr>
            <a:xfrm>
              <a:off x="4086162" y="139835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Héraut de 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Pourparlers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61E1335B-E689-E533-B234-BC615C75A417}"/>
                </a:ext>
              </a:extLst>
            </p:cNvPr>
            <p:cNvSpPr txBox="1"/>
            <p:nvPr/>
          </p:nvSpPr>
          <p:spPr>
            <a:xfrm>
              <a:off x="4375837" y="1896619"/>
              <a:ext cx="1555750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Placer ce Héraut dans la zone du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Conseil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10F0C67E-0A2E-2D7E-45C9-59338CBF36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15407" y="4129117"/>
              <a:ext cx="504000" cy="504000"/>
            </a:xfrm>
            <a:prstGeom prst="rect">
              <a:avLst/>
            </a:prstGeom>
            <a:effectLst/>
          </p:spPr>
        </p:pic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AE35826E-B28C-EA59-49F6-06676BA353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6E6BB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rcRect l="11291" t="9516" r="9677"/>
            <a:stretch>
              <a:fillRect/>
            </a:stretch>
          </p:blipFill>
          <p:spPr>
            <a:xfrm>
              <a:off x="4302558" y="2272016"/>
              <a:ext cx="1691207" cy="1936259"/>
            </a:xfrm>
            <a:prstGeom prst="rect">
              <a:avLst/>
            </a:prstGeom>
          </p:spPr>
        </p:pic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A521897D-E662-B96D-202F-15EB27184068}"/>
                </a:ext>
              </a:extLst>
            </p:cNvPr>
            <p:cNvSpPr txBox="1"/>
            <p:nvPr/>
          </p:nvSpPr>
          <p:spPr>
            <a:xfrm>
              <a:off x="4890819" y="4305424"/>
              <a:ext cx="1147930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Conseil complet</a:t>
              </a:r>
              <a:b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</a:t>
              </a:r>
              <a: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fin de partie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04880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1711</TotalTime>
  <Words>394</Words>
  <Application>Microsoft Office PowerPoint</Application>
  <PresentationFormat>Grand écran</PresentationFormat>
  <Paragraphs>98</Paragraphs>
  <Slides>8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103</cp:revision>
  <cp:lastPrinted>2026-03-31T18:36:09Z</cp:lastPrinted>
  <dcterms:created xsi:type="dcterms:W3CDTF">2026-02-07T18:04:07Z</dcterms:created>
  <dcterms:modified xsi:type="dcterms:W3CDTF">2026-05-15T10:47:20Z</dcterms:modified>
</cp:coreProperties>
</file>