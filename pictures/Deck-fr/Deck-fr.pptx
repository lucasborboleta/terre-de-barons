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DDBD95"/>
    <a:srgbClr val="E8A5ED"/>
    <a:srgbClr val="E7D5B1"/>
    <a:srgbClr val="F0DEB6"/>
    <a:srgbClr val="FFF7BF"/>
    <a:srgbClr val="E9D3AE"/>
    <a:srgbClr val="E9D7B3"/>
    <a:srgbClr val="F6E0BB"/>
    <a:srgbClr val="B1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>
        <p:scale>
          <a:sx n="100" d="100"/>
          <a:sy n="100" d="100"/>
        </p:scale>
        <p:origin x="100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8284080" y="1428694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00830897-E65E-2748-86FD-61EECF9763D9}"/>
              </a:ext>
            </a:extLst>
          </p:cNvPr>
          <p:cNvGrpSpPr/>
          <p:nvPr/>
        </p:nvGrpSpPr>
        <p:grpSpPr>
          <a:xfrm>
            <a:off x="5725584" y="1428972"/>
            <a:ext cx="2124000" cy="3312643"/>
            <a:chOff x="5724348" y="1377054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5724348" y="1377697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6156348" y="137705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5816649" y="415626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7166197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6756922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6347647" y="3403827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5934144" y="340382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51472" y="3577868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6455647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6864533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7274014" y="348389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5869699" y="1879795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5869699" y="2747790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6264547" y="4140656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6716978" y="4142927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7169923" y="4145902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5724348" y="137828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7416348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8214" y="2518907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583316" y="1428694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vers le Cimetière pour y placer 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056338" y="2237030"/>
              <a:ext cx="375375" cy="837672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6305CE6-BD74-EED8-6B91-ECFB588D84AE}"/>
              </a:ext>
            </a:extLst>
          </p:cNvPr>
          <p:cNvGrpSpPr/>
          <p:nvPr/>
        </p:nvGrpSpPr>
        <p:grpSpPr>
          <a:xfrm>
            <a:off x="3168983" y="1428994"/>
            <a:ext cx="2124000" cy="3312600"/>
            <a:chOff x="3152197" y="1377054"/>
            <a:chExt cx="2124000" cy="3312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A96650-6338-C965-A822-5029031CC6DC}"/>
                </a:ext>
              </a:extLst>
            </p:cNvPr>
            <p:cNvSpPr/>
            <p:nvPr/>
          </p:nvSpPr>
          <p:spPr>
            <a:xfrm>
              <a:off x="3152197" y="137765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6753A5-C82D-B253-9945-D200D8D25323}"/>
                </a:ext>
              </a:extLst>
            </p:cNvPr>
            <p:cNvSpPr/>
            <p:nvPr/>
          </p:nvSpPr>
          <p:spPr>
            <a:xfrm>
              <a:off x="3584197" y="1377272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637799-A5F0-47C8-A229-54D6E170AF4C}"/>
                </a:ext>
              </a:extLst>
            </p:cNvPr>
            <p:cNvSpPr txBox="1"/>
            <p:nvPr/>
          </p:nvSpPr>
          <p:spPr>
            <a:xfrm>
              <a:off x="3227224" y="1860393"/>
              <a:ext cx="195666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/Concentrer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ligne droite des troupes depuis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/vers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tuile de commandement</a:t>
              </a:r>
            </a:p>
          </p:txBody>
        </p:sp>
        <p:sp>
          <p:nvSpPr>
            <p:cNvPr id="18" name="Cercle : creux 17">
              <a:extLst>
                <a:ext uri="{FF2B5EF4-FFF2-40B4-BE49-F238E27FC236}">
                  <a16:creationId xmlns:a16="http://schemas.microsoft.com/office/drawing/2014/main" id="{85795305-0810-41DE-4F69-A2023AC272EE}"/>
                </a:ext>
              </a:extLst>
            </p:cNvPr>
            <p:cNvSpPr/>
            <p:nvPr/>
          </p:nvSpPr>
          <p:spPr>
            <a:xfrm>
              <a:off x="3214707" y="42406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1689C847-B266-7325-47F2-24864D823EE2}"/>
                </a:ext>
              </a:extLst>
            </p:cNvPr>
            <p:cNvGrpSpPr/>
            <p:nvPr/>
          </p:nvGrpSpPr>
          <p:grpSpPr>
            <a:xfrm>
              <a:off x="3349730" y="3222293"/>
              <a:ext cx="1592053" cy="405933"/>
              <a:chOff x="3369594" y="3325288"/>
              <a:chExt cx="1592053" cy="405933"/>
            </a:xfrm>
          </p:grpSpPr>
          <p:sp>
            <p:nvSpPr>
              <p:cNvPr id="21" name="Hexagone 20">
                <a:extLst>
                  <a:ext uri="{FF2B5EF4-FFF2-40B4-BE49-F238E27FC236}">
                    <a16:creationId xmlns:a16="http://schemas.microsoft.com/office/drawing/2014/main" id="{E623FA65-9F3F-6561-380C-FA92A62B9B76}"/>
                  </a:ext>
                </a:extLst>
              </p:cNvPr>
              <p:cNvSpPr/>
              <p:nvPr/>
            </p:nvSpPr>
            <p:spPr>
              <a:xfrm rot="5400000">
                <a:off x="4583647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Hexagone 23">
                <a:extLst>
                  <a:ext uri="{FF2B5EF4-FFF2-40B4-BE49-F238E27FC236}">
                    <a16:creationId xmlns:a16="http://schemas.microsoft.com/office/drawing/2014/main" id="{B807D213-2629-3659-B228-C391CB1AAEAC}"/>
                  </a:ext>
                </a:extLst>
              </p:cNvPr>
              <p:cNvSpPr/>
              <p:nvPr/>
            </p:nvSpPr>
            <p:spPr>
              <a:xfrm rot="5400000">
                <a:off x="4174372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Hexagone 28">
                <a:extLst>
                  <a:ext uri="{FF2B5EF4-FFF2-40B4-BE49-F238E27FC236}">
                    <a16:creationId xmlns:a16="http://schemas.microsoft.com/office/drawing/2014/main" id="{71C32418-B647-C696-341E-F8C554281360}"/>
                  </a:ext>
                </a:extLst>
              </p:cNvPr>
              <p:cNvSpPr/>
              <p:nvPr/>
            </p:nvSpPr>
            <p:spPr>
              <a:xfrm rot="5400000">
                <a:off x="3765097" y="3353221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Hexagone 32">
                <a:extLst>
                  <a:ext uri="{FF2B5EF4-FFF2-40B4-BE49-F238E27FC236}">
                    <a16:creationId xmlns:a16="http://schemas.microsoft.com/office/drawing/2014/main" id="{77F92EA8-3433-367B-00B8-58DEBBF07D4F}"/>
                  </a:ext>
                </a:extLst>
              </p:cNvPr>
              <p:cNvSpPr/>
              <p:nvPr/>
            </p:nvSpPr>
            <p:spPr>
              <a:xfrm rot="5400000">
                <a:off x="3351594" y="3353221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6" name="Connecteur droit avec flèche 35">
                <a:extLst>
                  <a:ext uri="{FF2B5EF4-FFF2-40B4-BE49-F238E27FC236}">
                    <a16:creationId xmlns:a16="http://schemas.microsoft.com/office/drawing/2014/main" id="{736882CF-9DC7-3AD3-A901-225A6A536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9494" y="3527262"/>
                <a:ext cx="1269309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99EB6A6A-F4C8-7000-15FA-EDF9378269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898091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Connecteur droit avec flèche 43">
                <a:extLst>
                  <a:ext uri="{FF2B5EF4-FFF2-40B4-BE49-F238E27FC236}">
                    <a16:creationId xmlns:a16="http://schemas.microsoft.com/office/drawing/2014/main" id="{C95CD993-F2EC-0B30-5C9F-F069E2210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498112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150349EB-492C-940D-1F8F-8155A4479238}"/>
                  </a:ext>
                </a:extLst>
              </p:cNvPr>
              <p:cNvSpPr/>
              <p:nvPr/>
            </p:nvSpPr>
            <p:spPr>
              <a:xfrm>
                <a:off x="3459594" y="3446348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F51D4383-C9D9-27BF-16FE-F3D6BD97089C}"/>
                </a:ext>
              </a:extLst>
            </p:cNvPr>
            <p:cNvSpPr txBox="1"/>
            <p:nvPr/>
          </p:nvSpPr>
          <p:spPr>
            <a:xfrm>
              <a:off x="3240355" y="271514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75" name="Hexagone 74">
              <a:extLst>
                <a:ext uri="{FF2B5EF4-FFF2-40B4-BE49-F238E27FC236}">
                  <a16:creationId xmlns:a16="http://schemas.microsoft.com/office/drawing/2014/main" id="{0251A5E2-1C13-CFD0-9521-2EA4F5A79E12}"/>
                </a:ext>
              </a:extLst>
            </p:cNvPr>
            <p:cNvSpPr/>
            <p:nvPr/>
          </p:nvSpPr>
          <p:spPr>
            <a:xfrm rot="5400000">
              <a:off x="3632453" y="4231662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8990306-6172-B672-2E45-27485F40E252}"/>
                </a:ext>
              </a:extLst>
            </p:cNvPr>
            <p:cNvSpPr/>
            <p:nvPr/>
          </p:nvSpPr>
          <p:spPr>
            <a:xfrm>
              <a:off x="3782231" y="439631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60BA55C4-D641-236B-F765-0F396A8689C4}"/>
                </a:ext>
              </a:extLst>
            </p:cNvPr>
            <p:cNvSpPr/>
            <p:nvPr/>
          </p:nvSpPr>
          <p:spPr>
            <a:xfrm>
              <a:off x="3780190" y="430272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Hexagone 99">
              <a:extLst>
                <a:ext uri="{FF2B5EF4-FFF2-40B4-BE49-F238E27FC236}">
                  <a16:creationId xmlns:a16="http://schemas.microsoft.com/office/drawing/2014/main" id="{4DAEB8A2-D883-3AE5-4974-BBFCC420530D}"/>
                </a:ext>
              </a:extLst>
            </p:cNvPr>
            <p:cNvSpPr/>
            <p:nvPr/>
          </p:nvSpPr>
          <p:spPr>
            <a:xfrm rot="5400000">
              <a:off x="4067480" y="4236904"/>
              <a:ext cx="396000" cy="37399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583FF82-982B-BB60-FDAA-E5248049DA6F}"/>
                </a:ext>
              </a:extLst>
            </p:cNvPr>
            <p:cNvSpPr/>
            <p:nvPr/>
          </p:nvSpPr>
          <p:spPr>
            <a:xfrm>
              <a:off x="4208421" y="4335171"/>
              <a:ext cx="93121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3" name="Hexagone 82">
              <a:extLst>
                <a:ext uri="{FF2B5EF4-FFF2-40B4-BE49-F238E27FC236}">
                  <a16:creationId xmlns:a16="http://schemas.microsoft.com/office/drawing/2014/main" id="{E9727FA2-A160-4828-A2A6-E0CC100A5CFB}"/>
                </a:ext>
              </a:extLst>
            </p:cNvPr>
            <p:cNvSpPr/>
            <p:nvPr/>
          </p:nvSpPr>
          <p:spPr>
            <a:xfrm rot="5400000">
              <a:off x="4507789" y="4231813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207F287-B272-0AF9-6078-EC1EA7C73DFA}"/>
                </a:ext>
              </a:extLst>
            </p:cNvPr>
            <p:cNvSpPr/>
            <p:nvPr/>
          </p:nvSpPr>
          <p:spPr>
            <a:xfrm>
              <a:off x="4579441" y="433008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5" name="Graphique 84" descr="Pion avec un remplissage uni">
              <a:extLst>
                <a:ext uri="{FF2B5EF4-FFF2-40B4-BE49-F238E27FC236}">
                  <a16:creationId xmlns:a16="http://schemas.microsoft.com/office/drawing/2014/main" id="{1376AE10-5A16-81AE-866C-D12F91256B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4710395" y="4317980"/>
              <a:ext cx="120894" cy="189565"/>
            </a:xfrm>
            <a:prstGeom prst="rect">
              <a:avLst/>
            </a:prstGeom>
          </p:spPr>
        </p:pic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B74F0ED-0507-5FB0-69CC-3ECC69FF21CD}"/>
                </a:ext>
              </a:extLst>
            </p:cNvPr>
            <p:cNvSpPr/>
            <p:nvPr/>
          </p:nvSpPr>
          <p:spPr>
            <a:xfrm>
              <a:off x="3152197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4869369-1BDD-DB37-BABB-FE80513418A5}"/>
                </a:ext>
              </a:extLst>
            </p:cNvPr>
            <p:cNvSpPr/>
            <p:nvPr/>
          </p:nvSpPr>
          <p:spPr>
            <a:xfrm>
              <a:off x="4844197" y="137827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157FC146-F5F8-7814-347A-12270DFE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7415" y="2538404"/>
              <a:ext cx="540000" cy="540000"/>
            </a:xfrm>
            <a:prstGeom prst="rect">
              <a:avLst/>
            </a:prstGeom>
          </p:spPr>
        </p:pic>
        <p:grpSp>
          <p:nvGrpSpPr>
            <p:cNvPr id="111" name="Groupe 110">
              <a:extLst>
                <a:ext uri="{FF2B5EF4-FFF2-40B4-BE49-F238E27FC236}">
                  <a16:creationId xmlns:a16="http://schemas.microsoft.com/office/drawing/2014/main" id="{97CE3427-9907-BA58-6DFA-96C09F5E9D73}"/>
                </a:ext>
              </a:extLst>
            </p:cNvPr>
            <p:cNvGrpSpPr/>
            <p:nvPr/>
          </p:nvGrpSpPr>
          <p:grpSpPr>
            <a:xfrm>
              <a:off x="3352321" y="3672739"/>
              <a:ext cx="1592053" cy="405933"/>
              <a:chOff x="3577654" y="3804073"/>
              <a:chExt cx="1592053" cy="405933"/>
            </a:xfrm>
          </p:grpSpPr>
          <p:sp>
            <p:nvSpPr>
              <p:cNvPr id="102" name="Hexagone 101">
                <a:extLst>
                  <a:ext uri="{FF2B5EF4-FFF2-40B4-BE49-F238E27FC236}">
                    <a16:creationId xmlns:a16="http://schemas.microsoft.com/office/drawing/2014/main" id="{89DC41F8-9A7A-4EA5-E756-36B1012ED376}"/>
                  </a:ext>
                </a:extLst>
              </p:cNvPr>
              <p:cNvSpPr/>
              <p:nvPr/>
            </p:nvSpPr>
            <p:spPr>
              <a:xfrm rot="5400000">
                <a:off x="4791707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3" name="Hexagone 102">
                <a:extLst>
                  <a:ext uri="{FF2B5EF4-FFF2-40B4-BE49-F238E27FC236}">
                    <a16:creationId xmlns:a16="http://schemas.microsoft.com/office/drawing/2014/main" id="{AFDE2005-57BD-32CA-F7A7-43E73961F6F8}"/>
                  </a:ext>
                </a:extLst>
              </p:cNvPr>
              <p:cNvSpPr/>
              <p:nvPr/>
            </p:nvSpPr>
            <p:spPr>
              <a:xfrm rot="5400000">
                <a:off x="4382432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Hexagone 103">
                <a:extLst>
                  <a:ext uri="{FF2B5EF4-FFF2-40B4-BE49-F238E27FC236}">
                    <a16:creationId xmlns:a16="http://schemas.microsoft.com/office/drawing/2014/main" id="{A94DEE98-AD81-70F8-3376-C350A7BDE587}"/>
                  </a:ext>
                </a:extLst>
              </p:cNvPr>
              <p:cNvSpPr/>
              <p:nvPr/>
            </p:nvSpPr>
            <p:spPr>
              <a:xfrm rot="5400000">
                <a:off x="3973157" y="3832006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5" name="Hexagone 104">
                <a:extLst>
                  <a:ext uri="{FF2B5EF4-FFF2-40B4-BE49-F238E27FC236}">
                    <a16:creationId xmlns:a16="http://schemas.microsoft.com/office/drawing/2014/main" id="{E38CC7BA-B662-3AE5-5C6E-E52B4A718FB2}"/>
                  </a:ext>
                </a:extLst>
              </p:cNvPr>
              <p:cNvSpPr/>
              <p:nvPr/>
            </p:nvSpPr>
            <p:spPr>
              <a:xfrm rot="5400000">
                <a:off x="3559654" y="3832006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06" name="Connecteur droit avec flèche 105">
                <a:extLst>
                  <a:ext uri="{FF2B5EF4-FFF2-40B4-BE49-F238E27FC236}">
                    <a16:creationId xmlns:a16="http://schemas.microsoft.com/office/drawing/2014/main" id="{15B63591-1FDF-B223-9EEA-54AAF01AF6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76982" y="4006047"/>
                <a:ext cx="1303580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146CEDAA-20AE-84D0-205A-4F2ACD93A7BB}"/>
                  </a:ext>
                </a:extLst>
              </p:cNvPr>
              <p:cNvSpPr/>
              <p:nvPr/>
            </p:nvSpPr>
            <p:spPr>
              <a:xfrm>
                <a:off x="4081157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13F3FFBA-6AB1-B1BB-D07E-932061C3EFC9}"/>
                  </a:ext>
                </a:extLst>
              </p:cNvPr>
              <p:cNvSpPr/>
              <p:nvPr/>
            </p:nvSpPr>
            <p:spPr>
              <a:xfrm>
                <a:off x="4490043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A2452E49-E772-38B9-B174-8EDC5702DCFF}"/>
                  </a:ext>
                </a:extLst>
              </p:cNvPr>
              <p:cNvSpPr/>
              <p:nvPr/>
            </p:nvSpPr>
            <p:spPr>
              <a:xfrm>
                <a:off x="4899524" y="3912073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7A430CFE-43B9-A3B3-CF82-9F07877EBE9A}"/>
                </a:ext>
              </a:extLst>
            </p:cNvPr>
            <p:cNvSpPr txBox="1"/>
            <p:nvPr/>
          </p:nvSpPr>
          <p:spPr>
            <a:xfrm>
              <a:off x="5046386" y="2838450"/>
              <a:ext cx="153888" cy="1762188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r>
                <a:rPr lang="fr-FR" sz="10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 :  choisir en posant la carte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1691</TotalTime>
  <Words>375</Words>
  <Application>Microsoft Office PowerPoint</Application>
  <PresentationFormat>Grand écran</PresentationFormat>
  <Paragraphs>95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101</cp:revision>
  <cp:lastPrinted>2026-03-31T18:36:09Z</cp:lastPrinted>
  <dcterms:created xsi:type="dcterms:W3CDTF">2026-02-07T18:04:07Z</dcterms:created>
  <dcterms:modified xsi:type="dcterms:W3CDTF">2026-04-17T19:44:05Z</dcterms:modified>
</cp:coreProperties>
</file>