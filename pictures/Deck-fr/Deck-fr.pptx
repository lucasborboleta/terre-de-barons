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81" r:id="rId2"/>
    <p:sldId id="282" r:id="rId3"/>
    <p:sldId id="283" r:id="rId4"/>
    <p:sldId id="284" r:id="rId5"/>
    <p:sldId id="287" r:id="rId6"/>
    <p:sldId id="286" r:id="rId7"/>
    <p:sldId id="289" r:id="rId8"/>
    <p:sldId id="290" r:id="rId9"/>
    <p:sldId id="288" r:id="rId10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D7AE"/>
    <a:srgbClr val="E7F1CE"/>
    <a:srgbClr val="FFFFCB"/>
    <a:srgbClr val="E6E6BB"/>
    <a:srgbClr val="E5EFC9"/>
    <a:srgbClr val="DDBD95"/>
    <a:srgbClr val="E8A5ED"/>
    <a:srgbClr val="E7D5B1"/>
    <a:srgbClr val="F0DEB6"/>
    <a:srgbClr val="FFF7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>
        <p:scale>
          <a:sx n="150" d="100"/>
          <a:sy n="150" d="100"/>
        </p:scale>
        <p:origin x="-678" y="-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0" Type="http://schemas.microsoft.com/office/2007/relationships/hdphoto" Target="../media/hdphoto7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9.png"/><Relationship Id="rId7" Type="http://schemas.openxmlformats.org/officeDocument/2006/relationships/image" Target="../media/image10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9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microsoft.com/office/2007/relationships/hdphoto" Target="../media/hdphoto11.wdp"/><Relationship Id="rId12" Type="http://schemas.microsoft.com/office/2007/relationships/hdphoto" Target="../media/hdphoto12.wdp"/><Relationship Id="rId2" Type="http://schemas.openxmlformats.org/officeDocument/2006/relationships/image" Target="../media/image21.jpeg"/><Relationship Id="rId16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7.png"/><Relationship Id="rId5" Type="http://schemas.openxmlformats.org/officeDocument/2006/relationships/image" Target="../media/image23.svg"/><Relationship Id="rId15" Type="http://schemas.openxmlformats.org/officeDocument/2006/relationships/image" Target="../media/image30.png"/><Relationship Id="rId10" Type="http://schemas.openxmlformats.org/officeDocument/2006/relationships/image" Target="../media/image5.jpeg"/><Relationship Id="rId4" Type="http://schemas.microsoft.com/office/2007/relationships/hdphoto" Target="../media/hdphoto10.wdp"/><Relationship Id="rId9" Type="http://schemas.openxmlformats.org/officeDocument/2006/relationships/image" Target="../media/image26.png"/><Relationship Id="rId1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microsoft.com/office/2007/relationships/hdphoto" Target="../media/hdphoto14.wdp"/><Relationship Id="rId3" Type="http://schemas.openxmlformats.org/officeDocument/2006/relationships/image" Target="../media/image6.png"/><Relationship Id="rId7" Type="http://schemas.microsoft.com/office/2007/relationships/hdphoto" Target="../media/hdphoto10.wdp"/><Relationship Id="rId12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microsoft.com/office/2007/relationships/hdphoto" Target="../media/hdphoto5.wdp"/><Relationship Id="rId5" Type="http://schemas.openxmlformats.org/officeDocument/2006/relationships/image" Target="../media/image7.png"/><Relationship Id="rId15" Type="http://schemas.openxmlformats.org/officeDocument/2006/relationships/image" Target="../media/image29.png"/><Relationship Id="rId10" Type="http://schemas.openxmlformats.org/officeDocument/2006/relationships/image" Target="../media/image12.png"/><Relationship Id="rId4" Type="http://schemas.microsoft.com/office/2007/relationships/hdphoto" Target="../media/hdphoto3.wdp"/><Relationship Id="rId9" Type="http://schemas.openxmlformats.org/officeDocument/2006/relationships/image" Target="../media/image10.jpeg"/><Relationship Id="rId1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8284080" y="1428694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00830897-E65E-2748-86FD-61EECF9763D9}"/>
              </a:ext>
            </a:extLst>
          </p:cNvPr>
          <p:cNvGrpSpPr/>
          <p:nvPr/>
        </p:nvGrpSpPr>
        <p:grpSpPr>
          <a:xfrm>
            <a:off x="5725584" y="1428972"/>
            <a:ext cx="2124000" cy="3312643"/>
            <a:chOff x="5724348" y="1377054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5724348" y="1377697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6156348" y="137705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5816649" y="415626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7166197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6756922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6347647" y="3403827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5934144" y="340382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51472" y="3577868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6455647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6864533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7274014" y="348389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5869699" y="1879795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5869699" y="2747790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6264547" y="4140656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6716978" y="4142927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7169923" y="4145902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5724348" y="137828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7416348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8214" y="2518907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583316" y="1428694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vers le Cimetière pour y placer 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056338" y="2237030"/>
              <a:ext cx="375375" cy="837672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6305CE6-BD74-EED8-6B91-ECFB588D84AE}"/>
              </a:ext>
            </a:extLst>
          </p:cNvPr>
          <p:cNvGrpSpPr/>
          <p:nvPr/>
        </p:nvGrpSpPr>
        <p:grpSpPr>
          <a:xfrm>
            <a:off x="3168983" y="1428994"/>
            <a:ext cx="2124000" cy="3312600"/>
            <a:chOff x="3152197" y="1377054"/>
            <a:chExt cx="2124000" cy="3312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A96650-6338-C965-A822-5029031CC6DC}"/>
                </a:ext>
              </a:extLst>
            </p:cNvPr>
            <p:cNvSpPr/>
            <p:nvPr/>
          </p:nvSpPr>
          <p:spPr>
            <a:xfrm>
              <a:off x="3152197" y="137765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6753A5-C82D-B253-9945-D200D8D25323}"/>
                </a:ext>
              </a:extLst>
            </p:cNvPr>
            <p:cNvSpPr/>
            <p:nvPr/>
          </p:nvSpPr>
          <p:spPr>
            <a:xfrm>
              <a:off x="3584197" y="1377272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637799-A5F0-47C8-A229-54D6E170AF4C}"/>
                </a:ext>
              </a:extLst>
            </p:cNvPr>
            <p:cNvSpPr txBox="1"/>
            <p:nvPr/>
          </p:nvSpPr>
          <p:spPr>
            <a:xfrm>
              <a:off x="3227224" y="1860393"/>
              <a:ext cx="195666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/Concentrer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ligne droite des troupes depuis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/vers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tuile de commandement</a:t>
              </a:r>
            </a:p>
          </p:txBody>
        </p:sp>
        <p:sp>
          <p:nvSpPr>
            <p:cNvPr id="18" name="Cercle : creux 17">
              <a:extLst>
                <a:ext uri="{FF2B5EF4-FFF2-40B4-BE49-F238E27FC236}">
                  <a16:creationId xmlns:a16="http://schemas.microsoft.com/office/drawing/2014/main" id="{85795305-0810-41DE-4F69-A2023AC272EE}"/>
                </a:ext>
              </a:extLst>
            </p:cNvPr>
            <p:cNvSpPr/>
            <p:nvPr/>
          </p:nvSpPr>
          <p:spPr>
            <a:xfrm>
              <a:off x="3214707" y="42406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1689C847-B266-7325-47F2-24864D823EE2}"/>
                </a:ext>
              </a:extLst>
            </p:cNvPr>
            <p:cNvGrpSpPr/>
            <p:nvPr/>
          </p:nvGrpSpPr>
          <p:grpSpPr>
            <a:xfrm>
              <a:off x="3349730" y="3222293"/>
              <a:ext cx="1592053" cy="405933"/>
              <a:chOff x="3369594" y="3325288"/>
              <a:chExt cx="1592053" cy="405933"/>
            </a:xfrm>
          </p:grpSpPr>
          <p:sp>
            <p:nvSpPr>
              <p:cNvPr id="21" name="Hexagone 20">
                <a:extLst>
                  <a:ext uri="{FF2B5EF4-FFF2-40B4-BE49-F238E27FC236}">
                    <a16:creationId xmlns:a16="http://schemas.microsoft.com/office/drawing/2014/main" id="{E623FA65-9F3F-6561-380C-FA92A62B9B76}"/>
                  </a:ext>
                </a:extLst>
              </p:cNvPr>
              <p:cNvSpPr/>
              <p:nvPr/>
            </p:nvSpPr>
            <p:spPr>
              <a:xfrm rot="5400000">
                <a:off x="4583647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Hexagone 23">
                <a:extLst>
                  <a:ext uri="{FF2B5EF4-FFF2-40B4-BE49-F238E27FC236}">
                    <a16:creationId xmlns:a16="http://schemas.microsoft.com/office/drawing/2014/main" id="{B807D213-2629-3659-B228-C391CB1AAEAC}"/>
                  </a:ext>
                </a:extLst>
              </p:cNvPr>
              <p:cNvSpPr/>
              <p:nvPr/>
            </p:nvSpPr>
            <p:spPr>
              <a:xfrm rot="5400000">
                <a:off x="4174372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Hexagone 28">
                <a:extLst>
                  <a:ext uri="{FF2B5EF4-FFF2-40B4-BE49-F238E27FC236}">
                    <a16:creationId xmlns:a16="http://schemas.microsoft.com/office/drawing/2014/main" id="{71C32418-B647-C696-341E-F8C554281360}"/>
                  </a:ext>
                </a:extLst>
              </p:cNvPr>
              <p:cNvSpPr/>
              <p:nvPr/>
            </p:nvSpPr>
            <p:spPr>
              <a:xfrm rot="5400000">
                <a:off x="3765097" y="3353221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Hexagone 32">
                <a:extLst>
                  <a:ext uri="{FF2B5EF4-FFF2-40B4-BE49-F238E27FC236}">
                    <a16:creationId xmlns:a16="http://schemas.microsoft.com/office/drawing/2014/main" id="{77F92EA8-3433-367B-00B8-58DEBBF07D4F}"/>
                  </a:ext>
                </a:extLst>
              </p:cNvPr>
              <p:cNvSpPr/>
              <p:nvPr/>
            </p:nvSpPr>
            <p:spPr>
              <a:xfrm rot="5400000">
                <a:off x="3351594" y="3353221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6" name="Connecteur droit avec flèche 35">
                <a:extLst>
                  <a:ext uri="{FF2B5EF4-FFF2-40B4-BE49-F238E27FC236}">
                    <a16:creationId xmlns:a16="http://schemas.microsoft.com/office/drawing/2014/main" id="{736882CF-9DC7-3AD3-A901-225A6A536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9494" y="3527262"/>
                <a:ext cx="1269309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99EB6A6A-F4C8-7000-15FA-EDF9378269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898091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Connecteur droit avec flèche 43">
                <a:extLst>
                  <a:ext uri="{FF2B5EF4-FFF2-40B4-BE49-F238E27FC236}">
                    <a16:creationId xmlns:a16="http://schemas.microsoft.com/office/drawing/2014/main" id="{C95CD993-F2EC-0B30-5C9F-F069E2210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498112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150349EB-492C-940D-1F8F-8155A4479238}"/>
                  </a:ext>
                </a:extLst>
              </p:cNvPr>
              <p:cNvSpPr/>
              <p:nvPr/>
            </p:nvSpPr>
            <p:spPr>
              <a:xfrm>
                <a:off x="3459594" y="3446348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F51D4383-C9D9-27BF-16FE-F3D6BD97089C}"/>
                </a:ext>
              </a:extLst>
            </p:cNvPr>
            <p:cNvSpPr txBox="1"/>
            <p:nvPr/>
          </p:nvSpPr>
          <p:spPr>
            <a:xfrm>
              <a:off x="3240355" y="271514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75" name="Hexagone 74">
              <a:extLst>
                <a:ext uri="{FF2B5EF4-FFF2-40B4-BE49-F238E27FC236}">
                  <a16:creationId xmlns:a16="http://schemas.microsoft.com/office/drawing/2014/main" id="{0251A5E2-1C13-CFD0-9521-2EA4F5A79E12}"/>
                </a:ext>
              </a:extLst>
            </p:cNvPr>
            <p:cNvSpPr/>
            <p:nvPr/>
          </p:nvSpPr>
          <p:spPr>
            <a:xfrm rot="5400000">
              <a:off x="3632453" y="4231662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8990306-6172-B672-2E45-27485F40E252}"/>
                </a:ext>
              </a:extLst>
            </p:cNvPr>
            <p:cNvSpPr/>
            <p:nvPr/>
          </p:nvSpPr>
          <p:spPr>
            <a:xfrm>
              <a:off x="3782231" y="439631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60BA55C4-D641-236B-F765-0F396A8689C4}"/>
                </a:ext>
              </a:extLst>
            </p:cNvPr>
            <p:cNvSpPr/>
            <p:nvPr/>
          </p:nvSpPr>
          <p:spPr>
            <a:xfrm>
              <a:off x="3780190" y="430272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Hexagone 99">
              <a:extLst>
                <a:ext uri="{FF2B5EF4-FFF2-40B4-BE49-F238E27FC236}">
                  <a16:creationId xmlns:a16="http://schemas.microsoft.com/office/drawing/2014/main" id="{4DAEB8A2-D883-3AE5-4974-BBFCC420530D}"/>
                </a:ext>
              </a:extLst>
            </p:cNvPr>
            <p:cNvSpPr/>
            <p:nvPr/>
          </p:nvSpPr>
          <p:spPr>
            <a:xfrm rot="5400000">
              <a:off x="4067480" y="4236904"/>
              <a:ext cx="396000" cy="37399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583FF82-982B-BB60-FDAA-E5248049DA6F}"/>
                </a:ext>
              </a:extLst>
            </p:cNvPr>
            <p:cNvSpPr/>
            <p:nvPr/>
          </p:nvSpPr>
          <p:spPr>
            <a:xfrm>
              <a:off x="4208421" y="4335171"/>
              <a:ext cx="93121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3" name="Hexagone 82">
              <a:extLst>
                <a:ext uri="{FF2B5EF4-FFF2-40B4-BE49-F238E27FC236}">
                  <a16:creationId xmlns:a16="http://schemas.microsoft.com/office/drawing/2014/main" id="{E9727FA2-A160-4828-A2A6-E0CC100A5CFB}"/>
                </a:ext>
              </a:extLst>
            </p:cNvPr>
            <p:cNvSpPr/>
            <p:nvPr/>
          </p:nvSpPr>
          <p:spPr>
            <a:xfrm rot="5400000">
              <a:off x="4507789" y="4231813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207F287-B272-0AF9-6078-EC1EA7C73DFA}"/>
                </a:ext>
              </a:extLst>
            </p:cNvPr>
            <p:cNvSpPr/>
            <p:nvPr/>
          </p:nvSpPr>
          <p:spPr>
            <a:xfrm>
              <a:off x="4579441" y="433008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5" name="Graphique 84" descr="Pion avec un remplissage uni">
              <a:extLst>
                <a:ext uri="{FF2B5EF4-FFF2-40B4-BE49-F238E27FC236}">
                  <a16:creationId xmlns:a16="http://schemas.microsoft.com/office/drawing/2014/main" id="{1376AE10-5A16-81AE-866C-D12F91256B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4710395" y="4317980"/>
              <a:ext cx="120894" cy="189565"/>
            </a:xfrm>
            <a:prstGeom prst="rect">
              <a:avLst/>
            </a:prstGeom>
          </p:spPr>
        </p:pic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B74F0ED-0507-5FB0-69CC-3ECC69FF21CD}"/>
                </a:ext>
              </a:extLst>
            </p:cNvPr>
            <p:cNvSpPr/>
            <p:nvPr/>
          </p:nvSpPr>
          <p:spPr>
            <a:xfrm>
              <a:off x="3152197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4869369-1BDD-DB37-BABB-FE80513418A5}"/>
                </a:ext>
              </a:extLst>
            </p:cNvPr>
            <p:cNvSpPr/>
            <p:nvPr/>
          </p:nvSpPr>
          <p:spPr>
            <a:xfrm>
              <a:off x="4844197" y="137827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157FC146-F5F8-7814-347A-12270DFE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7415" y="2538404"/>
              <a:ext cx="540000" cy="540000"/>
            </a:xfrm>
            <a:prstGeom prst="rect">
              <a:avLst/>
            </a:prstGeom>
          </p:spPr>
        </p:pic>
        <p:grpSp>
          <p:nvGrpSpPr>
            <p:cNvPr id="111" name="Groupe 110">
              <a:extLst>
                <a:ext uri="{FF2B5EF4-FFF2-40B4-BE49-F238E27FC236}">
                  <a16:creationId xmlns:a16="http://schemas.microsoft.com/office/drawing/2014/main" id="{97CE3427-9907-BA58-6DFA-96C09F5E9D73}"/>
                </a:ext>
              </a:extLst>
            </p:cNvPr>
            <p:cNvGrpSpPr/>
            <p:nvPr/>
          </p:nvGrpSpPr>
          <p:grpSpPr>
            <a:xfrm>
              <a:off x="3352321" y="3672739"/>
              <a:ext cx="1592053" cy="405933"/>
              <a:chOff x="3577654" y="3804073"/>
              <a:chExt cx="1592053" cy="405933"/>
            </a:xfrm>
          </p:grpSpPr>
          <p:sp>
            <p:nvSpPr>
              <p:cNvPr id="102" name="Hexagone 101">
                <a:extLst>
                  <a:ext uri="{FF2B5EF4-FFF2-40B4-BE49-F238E27FC236}">
                    <a16:creationId xmlns:a16="http://schemas.microsoft.com/office/drawing/2014/main" id="{89DC41F8-9A7A-4EA5-E756-36B1012ED376}"/>
                  </a:ext>
                </a:extLst>
              </p:cNvPr>
              <p:cNvSpPr/>
              <p:nvPr/>
            </p:nvSpPr>
            <p:spPr>
              <a:xfrm rot="5400000">
                <a:off x="4791707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3" name="Hexagone 102">
                <a:extLst>
                  <a:ext uri="{FF2B5EF4-FFF2-40B4-BE49-F238E27FC236}">
                    <a16:creationId xmlns:a16="http://schemas.microsoft.com/office/drawing/2014/main" id="{AFDE2005-57BD-32CA-F7A7-43E73961F6F8}"/>
                  </a:ext>
                </a:extLst>
              </p:cNvPr>
              <p:cNvSpPr/>
              <p:nvPr/>
            </p:nvSpPr>
            <p:spPr>
              <a:xfrm rot="5400000">
                <a:off x="4382432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Hexagone 103">
                <a:extLst>
                  <a:ext uri="{FF2B5EF4-FFF2-40B4-BE49-F238E27FC236}">
                    <a16:creationId xmlns:a16="http://schemas.microsoft.com/office/drawing/2014/main" id="{A94DEE98-AD81-70F8-3376-C350A7BDE587}"/>
                  </a:ext>
                </a:extLst>
              </p:cNvPr>
              <p:cNvSpPr/>
              <p:nvPr/>
            </p:nvSpPr>
            <p:spPr>
              <a:xfrm rot="5400000">
                <a:off x="3973157" y="3832006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5" name="Hexagone 104">
                <a:extLst>
                  <a:ext uri="{FF2B5EF4-FFF2-40B4-BE49-F238E27FC236}">
                    <a16:creationId xmlns:a16="http://schemas.microsoft.com/office/drawing/2014/main" id="{E38CC7BA-B662-3AE5-5C6E-E52B4A718FB2}"/>
                  </a:ext>
                </a:extLst>
              </p:cNvPr>
              <p:cNvSpPr/>
              <p:nvPr/>
            </p:nvSpPr>
            <p:spPr>
              <a:xfrm rot="5400000">
                <a:off x="3559654" y="3832006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06" name="Connecteur droit avec flèche 105">
                <a:extLst>
                  <a:ext uri="{FF2B5EF4-FFF2-40B4-BE49-F238E27FC236}">
                    <a16:creationId xmlns:a16="http://schemas.microsoft.com/office/drawing/2014/main" id="{15B63591-1FDF-B223-9EEA-54AAF01AF6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76982" y="4006047"/>
                <a:ext cx="1303580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146CEDAA-20AE-84D0-205A-4F2ACD93A7BB}"/>
                  </a:ext>
                </a:extLst>
              </p:cNvPr>
              <p:cNvSpPr/>
              <p:nvPr/>
            </p:nvSpPr>
            <p:spPr>
              <a:xfrm>
                <a:off x="4081157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13F3FFBA-6AB1-B1BB-D07E-932061C3EFC9}"/>
                  </a:ext>
                </a:extLst>
              </p:cNvPr>
              <p:cNvSpPr/>
              <p:nvPr/>
            </p:nvSpPr>
            <p:spPr>
              <a:xfrm>
                <a:off x="4490043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A2452E49-E772-38B9-B174-8EDC5702DCFF}"/>
                  </a:ext>
                </a:extLst>
              </p:cNvPr>
              <p:cNvSpPr/>
              <p:nvPr/>
            </p:nvSpPr>
            <p:spPr>
              <a:xfrm>
                <a:off x="4899524" y="3912073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7A430CFE-43B9-A3B3-CF82-9F07877EBE9A}"/>
                </a:ext>
              </a:extLst>
            </p:cNvPr>
            <p:cNvSpPr txBox="1"/>
            <p:nvPr/>
          </p:nvSpPr>
          <p:spPr>
            <a:xfrm>
              <a:off x="5046386" y="2838450"/>
              <a:ext cx="153888" cy="1762188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r>
                <a:rPr lang="fr-FR" sz="10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 :  choisir en posant la carte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92B8-BEB2-CD37-5E0D-3B1C20E5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85A725D1-5F3E-5EF4-1F9D-A72F9429E388}"/>
              </a:ext>
            </a:extLst>
          </p:cNvPr>
          <p:cNvGrpSpPr/>
          <p:nvPr/>
        </p:nvGrpSpPr>
        <p:grpSpPr>
          <a:xfrm>
            <a:off x="1193610" y="1313006"/>
            <a:ext cx="2124000" cy="3312000"/>
            <a:chOff x="4086162" y="1398350"/>
            <a:chExt cx="2124000" cy="331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7F2D381-5C0E-F6A4-3606-20FB9A98F649}"/>
                </a:ext>
              </a:extLst>
            </p:cNvPr>
            <p:cNvSpPr/>
            <p:nvPr/>
          </p:nvSpPr>
          <p:spPr>
            <a:xfrm>
              <a:off x="4086162" y="139835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847804-2003-5B89-A2A8-EC4A1FC10E34}"/>
                </a:ext>
              </a:extLst>
            </p:cNvPr>
            <p:cNvSpPr/>
            <p:nvPr/>
          </p:nvSpPr>
          <p:spPr>
            <a:xfrm>
              <a:off x="4086162" y="139835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Héraut de 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Pourparlers</a:t>
              </a:r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24A42FFE-B064-E09D-36F4-B5E8E42F9F34}"/>
                </a:ext>
              </a:extLst>
            </p:cNvPr>
            <p:cNvSpPr txBox="1"/>
            <p:nvPr/>
          </p:nvSpPr>
          <p:spPr>
            <a:xfrm>
              <a:off x="4375837" y="1896619"/>
              <a:ext cx="155575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Placer ce Héraut dans la zone du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Conseil</a:t>
              </a:r>
            </a:p>
          </p:txBody>
        </p:sp>
        <p:pic>
          <p:nvPicPr>
            <p:cNvPr id="11" name="Graphique 10" descr="Haute tension avec un remplissage uni">
              <a:extLst>
                <a:ext uri="{FF2B5EF4-FFF2-40B4-BE49-F238E27FC236}">
                  <a16:creationId xmlns:a16="http://schemas.microsoft.com/office/drawing/2014/main" id="{3E9BEA5B-C366-5E03-63AD-624E309DFA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15407" y="412911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42C6F7EC-1E89-645F-9039-259B8C9A3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6E6B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rcRect l="11291" t="9516" r="9677"/>
            <a:stretch>
              <a:fillRect/>
            </a:stretch>
          </p:blipFill>
          <p:spPr>
            <a:xfrm>
              <a:off x="4302558" y="2272016"/>
              <a:ext cx="1691207" cy="1936259"/>
            </a:xfrm>
            <a:prstGeom prst="rect">
              <a:avLst/>
            </a:prstGeom>
          </p:spPr>
        </p:pic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3D1FE65E-AB10-D706-F285-932A85A396C9}"/>
                </a:ext>
              </a:extLst>
            </p:cNvPr>
            <p:cNvSpPr txBox="1"/>
            <p:nvPr/>
          </p:nvSpPr>
          <p:spPr>
            <a:xfrm>
              <a:off x="4890819" y="4305424"/>
              <a:ext cx="1147930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Conseil complet</a:t>
              </a:r>
              <a:b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fin de partie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FF306BD2-CBF6-31ED-37DC-59D1EE4C0F95}"/>
              </a:ext>
            </a:extLst>
          </p:cNvPr>
          <p:cNvGrpSpPr/>
          <p:nvPr/>
        </p:nvGrpSpPr>
        <p:grpSpPr>
          <a:xfrm>
            <a:off x="7212550" y="1313006"/>
            <a:ext cx="2125204" cy="3312000"/>
            <a:chOff x="7212550" y="1313006"/>
            <a:chExt cx="2125204" cy="33120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7213754" y="1313006"/>
              <a:ext cx="2124000" cy="3312000"/>
            </a:xfrm>
            <a:prstGeom prst="rect">
              <a:avLst/>
            </a:prstGeom>
            <a:blipFill dpi="0"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7644550" y="1313006"/>
              <a:ext cx="12571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33" name="Cercle : creux 32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7316645" y="414259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10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7394431" y="183549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Piocher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, puis défausser pour n'en garder que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en main</a:t>
              </a:r>
            </a:p>
          </p:txBody>
        </p:sp>
        <p:pic>
          <p:nvPicPr>
            <p:cNvPr id="35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7428550" y="2572319"/>
              <a:ext cx="1689100" cy="1028897"/>
            </a:xfrm>
            <a:prstGeom prst="rect">
              <a:avLst/>
            </a:prstGeom>
          </p:spPr>
        </p:pic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61617" y="379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9827" y="379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58037" y="3798900"/>
              <a:ext cx="335556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5754" y="392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80159" y="3928900"/>
              <a:ext cx="346301" cy="540000"/>
            </a:xfrm>
            <a:prstGeom prst="rect">
              <a:avLst/>
            </a:prstGeom>
            <a:blipFill dpi="0" rotWithShape="1"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71349" y="392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72125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89016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BBB01BB1-A55A-62C1-A08A-D31504666C29}"/>
              </a:ext>
            </a:extLst>
          </p:cNvPr>
          <p:cNvGrpSpPr/>
          <p:nvPr/>
        </p:nvGrpSpPr>
        <p:grpSpPr>
          <a:xfrm>
            <a:off x="4266350" y="1313006"/>
            <a:ext cx="2125204" cy="3312000"/>
            <a:chOff x="4266350" y="1313006"/>
            <a:chExt cx="2125204" cy="3312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FDE3599-4F21-391E-9E3B-1CEDFCD46E69}"/>
                </a:ext>
              </a:extLst>
            </p:cNvPr>
            <p:cNvSpPr/>
            <p:nvPr/>
          </p:nvSpPr>
          <p:spPr>
            <a:xfrm>
              <a:off x="4267554" y="1313006"/>
              <a:ext cx="2124000" cy="3312000"/>
            </a:xfrm>
            <a:prstGeom prst="rect">
              <a:avLst/>
            </a:prstGeom>
            <a:blipFill dpi="0"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B92450AC-1C57-474D-1A5C-6A869A46B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duotone>
                <a:prstClr val="black"/>
                <a:srgbClr val="FFFFC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rightnessContrast bright="2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4400" r="11258" b="34958"/>
            <a:stretch>
              <a:fillRect/>
            </a:stretch>
          </p:blipFill>
          <p:spPr>
            <a:xfrm>
              <a:off x="4599039" y="2429005"/>
              <a:ext cx="1455721" cy="1791076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FA94E8E-18F2-6EFB-F7CF-3597BC7D03C2}"/>
                </a:ext>
              </a:extLst>
            </p:cNvPr>
            <p:cNvSpPr/>
            <p:nvPr/>
          </p:nvSpPr>
          <p:spPr>
            <a:xfrm>
              <a:off x="4698350" y="1313006"/>
              <a:ext cx="12571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Espion</a:t>
              </a:r>
            </a:p>
          </p:txBody>
        </p:sp>
        <p:sp>
          <p:nvSpPr>
            <p:cNvPr id="17" name="Cercle : creux 16">
              <a:extLst>
                <a:ext uri="{FF2B5EF4-FFF2-40B4-BE49-F238E27FC236}">
                  <a16:creationId xmlns:a16="http://schemas.microsoft.com/office/drawing/2014/main" id="{C36F6063-9A94-D846-93B1-E71C02460389}"/>
                </a:ext>
              </a:extLst>
            </p:cNvPr>
            <p:cNvSpPr/>
            <p:nvPr/>
          </p:nvSpPr>
          <p:spPr>
            <a:xfrm>
              <a:off x="4370445" y="414259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10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CDED4F19-E7BE-6417-3D3C-F3591DA0B7C6}"/>
                </a:ext>
              </a:extLst>
            </p:cNvPr>
            <p:cNvSpPr txBox="1"/>
            <p:nvPr/>
          </p:nvSpPr>
          <p:spPr>
            <a:xfrm>
              <a:off x="4443500" y="1875006"/>
              <a:ext cx="1766797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Piocher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dans la main d’un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adversaire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et les défausser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D829D37-A887-4CE4-5BB5-80ACC5CB96EF}"/>
                </a:ext>
              </a:extLst>
            </p:cNvPr>
            <p:cNvSpPr/>
            <p:nvPr/>
          </p:nvSpPr>
          <p:spPr>
            <a:xfrm>
              <a:off x="42663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6DE65A6-9BF3-6ED5-7EF8-A5B1AE9A5E1F}"/>
                </a:ext>
              </a:extLst>
            </p:cNvPr>
            <p:cNvSpPr/>
            <p:nvPr/>
          </p:nvSpPr>
          <p:spPr>
            <a:xfrm>
              <a:off x="59554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48D4BB3-729C-EC99-1183-4319148B6E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25663" y="3819757"/>
              <a:ext cx="335556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86EC947-2926-65B6-DDB7-C151801DF9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38975" y="3949757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804880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9B98F-2603-F5C4-BC2D-174B13CF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e 37">
            <a:extLst>
              <a:ext uri="{FF2B5EF4-FFF2-40B4-BE49-F238E27FC236}">
                <a16:creationId xmlns:a16="http://schemas.microsoft.com/office/drawing/2014/main" id="{B5B2F5C0-E9CC-BB77-8B2D-8DF6C83AB3F0}"/>
              </a:ext>
            </a:extLst>
          </p:cNvPr>
          <p:cNvGrpSpPr/>
          <p:nvPr/>
        </p:nvGrpSpPr>
        <p:grpSpPr>
          <a:xfrm>
            <a:off x="3607285" y="1313006"/>
            <a:ext cx="2124000" cy="3312000"/>
            <a:chOff x="3607285" y="1313006"/>
            <a:chExt cx="2124000" cy="33120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4F236D3-973E-C9DD-6CBD-E079D9D0D488}"/>
                </a:ext>
              </a:extLst>
            </p:cNvPr>
            <p:cNvSpPr/>
            <p:nvPr/>
          </p:nvSpPr>
          <p:spPr>
            <a:xfrm>
              <a:off x="3607285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Hexagone 23">
              <a:extLst>
                <a:ext uri="{FF2B5EF4-FFF2-40B4-BE49-F238E27FC236}">
                  <a16:creationId xmlns:a16="http://schemas.microsoft.com/office/drawing/2014/main" id="{E1A0D662-392F-7F98-2B3D-C65910747E70}"/>
                </a:ext>
              </a:extLst>
            </p:cNvPr>
            <p:cNvSpPr/>
            <p:nvPr/>
          </p:nvSpPr>
          <p:spPr>
            <a:xfrm rot="5400000">
              <a:off x="4941851" y="4091698"/>
              <a:ext cx="396000" cy="360000"/>
            </a:xfrm>
            <a:prstGeom prst="hexagon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Hexagone 24">
              <a:extLst>
                <a:ext uri="{FF2B5EF4-FFF2-40B4-BE49-F238E27FC236}">
                  <a16:creationId xmlns:a16="http://schemas.microsoft.com/office/drawing/2014/main" id="{E85860D5-0B59-1682-B44B-A978E0CDDB35}"/>
                </a:ext>
              </a:extLst>
            </p:cNvPr>
            <p:cNvSpPr/>
            <p:nvPr/>
          </p:nvSpPr>
          <p:spPr>
            <a:xfrm rot="5400000">
              <a:off x="4519210" y="40900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8E37F6E6-940D-EC2F-98A0-08BA276E3621}"/>
                </a:ext>
              </a:extLst>
            </p:cNvPr>
            <p:cNvCxnSpPr>
              <a:cxnSpLocks/>
            </p:cNvCxnSpPr>
            <p:nvPr/>
          </p:nvCxnSpPr>
          <p:spPr>
            <a:xfrm>
              <a:off x="4715586" y="4262989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27C6940-CF1E-FF93-0AD6-460F057899CF}"/>
                </a:ext>
              </a:extLst>
            </p:cNvPr>
            <p:cNvSpPr txBox="1"/>
            <p:nvPr/>
          </p:nvSpPr>
          <p:spPr>
            <a:xfrm>
              <a:off x="3746898" y="1828895"/>
              <a:ext cx="19300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le baron ou un chevalier de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 tuile de plus</a:t>
              </a:r>
            </a:p>
          </p:txBody>
        </p:sp>
        <p:pic>
          <p:nvPicPr>
            <p:cNvPr id="37" name="Image 3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2DE67E33-BD42-DBFB-7464-F7DB9BBD6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043303" y="2331145"/>
              <a:ext cx="1471982" cy="1275721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3C7C2B1-EA96-1D3E-1692-8F353FA004DD}"/>
                </a:ext>
              </a:extLst>
            </p:cNvPr>
            <p:cNvSpPr/>
            <p:nvPr/>
          </p:nvSpPr>
          <p:spPr>
            <a:xfrm>
              <a:off x="3607285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D+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EF34D85-278B-D48D-960F-EA8C9DC76CD7}"/>
                </a:ext>
              </a:extLst>
            </p:cNvPr>
            <p:cNvSpPr/>
            <p:nvPr/>
          </p:nvSpPr>
          <p:spPr>
            <a:xfrm>
              <a:off x="4039285" y="1313006"/>
              <a:ext cx="1260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A4760A1-A469-8EFD-D481-CD8691E10E10}"/>
                </a:ext>
              </a:extLst>
            </p:cNvPr>
            <p:cNvSpPr/>
            <p:nvPr/>
          </p:nvSpPr>
          <p:spPr>
            <a:xfrm>
              <a:off x="5299285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D+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pic>
          <p:nvPicPr>
            <p:cNvPr id="75" name="Graphique 74" descr="Haute tension avec un remplissage uni">
              <a:extLst>
                <a:ext uri="{FF2B5EF4-FFF2-40B4-BE49-F238E27FC236}">
                  <a16:creationId xmlns:a16="http://schemas.microsoft.com/office/drawing/2014/main" id="{C05AFB6D-9CFD-101E-DA42-4774F31AA2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682325" y="402385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E8203636-D947-7312-EFFD-88A38CD38E60}"/>
              </a:ext>
            </a:extLst>
          </p:cNvPr>
          <p:cNvGrpSpPr/>
          <p:nvPr/>
        </p:nvGrpSpPr>
        <p:grpSpPr>
          <a:xfrm>
            <a:off x="6096000" y="1327564"/>
            <a:ext cx="2124000" cy="3312684"/>
            <a:chOff x="6096000" y="1327564"/>
            <a:chExt cx="2124000" cy="3312684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6651EBF-EEC3-F3EC-1A60-570A2743BEFF}"/>
                </a:ext>
              </a:extLst>
            </p:cNvPr>
            <p:cNvSpPr/>
            <p:nvPr/>
          </p:nvSpPr>
          <p:spPr>
            <a:xfrm>
              <a:off x="6096000" y="1328248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Hexagone 55">
              <a:extLst>
                <a:ext uri="{FF2B5EF4-FFF2-40B4-BE49-F238E27FC236}">
                  <a16:creationId xmlns:a16="http://schemas.microsoft.com/office/drawing/2014/main" id="{0C0EA316-63D2-CD90-D399-D35C58155B66}"/>
                </a:ext>
              </a:extLst>
            </p:cNvPr>
            <p:cNvSpPr/>
            <p:nvPr/>
          </p:nvSpPr>
          <p:spPr>
            <a:xfrm rot="5400000">
              <a:off x="7612573" y="409169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CA2E5B65-0A89-9D29-BFAF-64040CFABD5F}"/>
                </a:ext>
              </a:extLst>
            </p:cNvPr>
            <p:cNvSpPr/>
            <p:nvPr/>
          </p:nvSpPr>
          <p:spPr>
            <a:xfrm>
              <a:off x="6922882" y="4091698"/>
              <a:ext cx="360000" cy="36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DF4547EF-3856-B1A4-1F62-57A8BFD5A5E1}"/>
                </a:ext>
              </a:extLst>
            </p:cNvPr>
            <p:cNvCxnSpPr>
              <a:cxnSpLocks/>
            </p:cNvCxnSpPr>
            <p:nvPr/>
          </p:nvCxnSpPr>
          <p:spPr>
            <a:xfrm>
              <a:off x="7325143" y="4271698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2968165E-6F9D-C637-5BAE-E2DDB693A744}"/>
                </a:ext>
              </a:extLst>
            </p:cNvPr>
            <p:cNvSpPr txBox="1"/>
            <p:nvPr/>
          </p:nvSpPr>
          <p:spPr>
            <a:xfrm>
              <a:off x="6349369" y="1828895"/>
              <a:ext cx="16071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 troupe de plus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vers la tuile de commandement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459530B-E085-E301-3133-0B12BCBE5E9E}"/>
                </a:ext>
              </a:extLst>
            </p:cNvPr>
            <p:cNvSpPr/>
            <p:nvPr/>
          </p:nvSpPr>
          <p:spPr>
            <a:xfrm>
              <a:off x="6096000" y="1327564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R+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842D770-B721-37FA-7AF8-C8CA166ACA7F}"/>
                </a:ext>
              </a:extLst>
            </p:cNvPr>
            <p:cNvSpPr/>
            <p:nvPr/>
          </p:nvSpPr>
          <p:spPr>
            <a:xfrm>
              <a:off x="7788000" y="1327564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R+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BDC14FC-7074-8D03-80EF-A0CE4E0784B0}"/>
                </a:ext>
              </a:extLst>
            </p:cNvPr>
            <p:cNvSpPr/>
            <p:nvPr/>
          </p:nvSpPr>
          <p:spPr>
            <a:xfrm>
              <a:off x="6528000" y="1327564"/>
              <a:ext cx="1260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67" name="Image 66">
              <a:extLst>
                <a:ext uri="{FF2B5EF4-FFF2-40B4-BE49-F238E27FC236}">
                  <a16:creationId xmlns:a16="http://schemas.microsoft.com/office/drawing/2014/main" id="{289F7BD6-C891-F20B-0ED7-92A1A746D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prstClr val="black"/>
                <a:srgbClr val="D7D7AE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7937" y="2699011"/>
              <a:ext cx="729989" cy="729989"/>
            </a:xfrm>
            <a:prstGeom prst="rect">
              <a:avLst/>
            </a:prstGeom>
          </p:spPr>
        </p:pic>
        <p:pic>
          <p:nvPicPr>
            <p:cNvPr id="77" name="Graphique 76" descr="Haute tension avec un remplissage uni">
              <a:extLst>
                <a:ext uri="{FF2B5EF4-FFF2-40B4-BE49-F238E27FC236}">
                  <a16:creationId xmlns:a16="http://schemas.microsoft.com/office/drawing/2014/main" id="{940083A2-558D-5C9D-DDF4-6E4F3A4761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206753" y="4043773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E027443-20AA-8EEE-DE3C-19632FDDD5FD}"/>
              </a:ext>
            </a:extLst>
          </p:cNvPr>
          <p:cNvGrpSpPr/>
          <p:nvPr/>
        </p:nvGrpSpPr>
        <p:grpSpPr>
          <a:xfrm>
            <a:off x="1145628" y="1313006"/>
            <a:ext cx="2124000" cy="3312000"/>
            <a:chOff x="1145628" y="1313006"/>
            <a:chExt cx="2124000" cy="33120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85B248D-06E8-F9F5-C366-357752D7D7E6}"/>
                </a:ext>
              </a:extLst>
            </p:cNvPr>
            <p:cNvSpPr/>
            <p:nvPr/>
          </p:nvSpPr>
          <p:spPr>
            <a:xfrm>
              <a:off x="1145628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F57885E9-A687-1FE3-1193-654558895D80}"/>
                </a:ext>
              </a:extLst>
            </p:cNvPr>
            <p:cNvSpPr/>
            <p:nvPr/>
          </p:nvSpPr>
          <p:spPr>
            <a:xfrm rot="5400000">
              <a:off x="2492612" y="4087724"/>
              <a:ext cx="396000" cy="360000"/>
            </a:xfrm>
            <a:prstGeom prst="hexagon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Hexagone 93">
              <a:extLst>
                <a:ext uri="{FF2B5EF4-FFF2-40B4-BE49-F238E27FC236}">
                  <a16:creationId xmlns:a16="http://schemas.microsoft.com/office/drawing/2014/main" id="{801846D4-2BBA-C02A-1127-3E10C50FE868}"/>
                </a:ext>
              </a:extLst>
            </p:cNvPr>
            <p:cNvSpPr/>
            <p:nvPr/>
          </p:nvSpPr>
          <p:spPr>
            <a:xfrm rot="5400000">
              <a:off x="2069971" y="408611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D558E2DF-E373-260B-CFB9-127EB3B81087}"/>
                </a:ext>
              </a:extLst>
            </p:cNvPr>
            <p:cNvCxnSpPr>
              <a:cxnSpLocks/>
            </p:cNvCxnSpPr>
            <p:nvPr/>
          </p:nvCxnSpPr>
          <p:spPr>
            <a:xfrm>
              <a:off x="2266347" y="4259015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8567F412-8613-4253-F2A4-F8018CB34066}"/>
                </a:ext>
              </a:extLst>
            </p:cNvPr>
            <p:cNvSpPr txBox="1"/>
            <p:nvPr/>
          </p:nvSpPr>
          <p:spPr>
            <a:xfrm>
              <a:off x="1308101" y="1833905"/>
              <a:ext cx="18346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Moins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de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contraintes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sur le baron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CADE5D47-043A-B6F9-8813-AD5CF3435892}"/>
                </a:ext>
              </a:extLst>
            </p:cNvPr>
            <p:cNvSpPr/>
            <p:nvPr/>
          </p:nvSpPr>
          <p:spPr>
            <a:xfrm>
              <a:off x="1145628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Bi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4FE0F3C-AAD2-7FE7-BD12-8CBB12781B3A}"/>
                </a:ext>
              </a:extLst>
            </p:cNvPr>
            <p:cNvSpPr/>
            <p:nvPr/>
          </p:nvSpPr>
          <p:spPr>
            <a:xfrm>
              <a:off x="1577628" y="1313006"/>
              <a:ext cx="1260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Baron</a:t>
              </a:r>
            </a:p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incognito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BC8BE0A-51EF-F1C1-7535-0FF3470F45FA}"/>
                </a:ext>
              </a:extLst>
            </p:cNvPr>
            <p:cNvSpPr/>
            <p:nvPr/>
          </p:nvSpPr>
          <p:spPr>
            <a:xfrm>
              <a:off x="2837628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Bi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pic>
          <p:nvPicPr>
            <p:cNvPr id="101" name="Graphique 100" descr="Haute tension avec un remplissage uni">
              <a:extLst>
                <a:ext uri="{FF2B5EF4-FFF2-40B4-BE49-F238E27FC236}">
                  <a16:creationId xmlns:a16="http://schemas.microsoft.com/office/drawing/2014/main" id="{7E079457-342B-EC49-40A4-541D3878AD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20668" y="402385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932741A1-B97E-1956-0505-DC9172941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rgbClr val="D7D7AE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b="30021"/>
            <a:stretch>
              <a:fillRect/>
            </a:stretch>
          </p:blipFill>
          <p:spPr>
            <a:xfrm>
              <a:off x="1412101" y="2242121"/>
              <a:ext cx="1591055" cy="1636633"/>
            </a:xfrm>
            <a:prstGeom prst="rect">
              <a:avLst/>
            </a:prstGeom>
          </p:spPr>
        </p:pic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F868D214-8351-F329-5F50-BD738F2FADD6}"/>
              </a:ext>
            </a:extLst>
          </p:cNvPr>
          <p:cNvGrpSpPr/>
          <p:nvPr/>
        </p:nvGrpSpPr>
        <p:grpSpPr>
          <a:xfrm>
            <a:off x="8557657" y="1312322"/>
            <a:ext cx="2124000" cy="3312684"/>
            <a:chOff x="8557657" y="1312322"/>
            <a:chExt cx="2124000" cy="33126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D0C62AB-C24E-CF9F-904C-23C31AA5B4C6}"/>
                </a:ext>
              </a:extLst>
            </p:cNvPr>
            <p:cNvSpPr/>
            <p:nvPr/>
          </p:nvSpPr>
          <p:spPr>
            <a:xfrm>
              <a:off x="8557657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3925222-F422-C91D-5680-0ED2F1568579}"/>
                </a:ext>
              </a:extLst>
            </p:cNvPr>
            <p:cNvSpPr txBox="1"/>
            <p:nvPr/>
          </p:nvSpPr>
          <p:spPr>
            <a:xfrm>
              <a:off x="8867954" y="1842045"/>
              <a:ext cx="1503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Dépenser</a:t>
              </a:r>
              <a:b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 crédit de plus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81BDE9E-B32F-E001-9E91-62634A562D50}"/>
                </a:ext>
              </a:extLst>
            </p:cNvPr>
            <p:cNvSpPr/>
            <p:nvPr/>
          </p:nvSpPr>
          <p:spPr>
            <a:xfrm>
              <a:off x="8557657" y="1312322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1D5C02-1B1E-7B00-5BC4-B7D5675FE748}"/>
                </a:ext>
              </a:extLst>
            </p:cNvPr>
            <p:cNvSpPr/>
            <p:nvPr/>
          </p:nvSpPr>
          <p:spPr>
            <a:xfrm>
              <a:off x="10249657" y="1312322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E21ED-ADB8-6985-3492-B3753890FBCB}"/>
                </a:ext>
              </a:extLst>
            </p:cNvPr>
            <p:cNvSpPr/>
            <p:nvPr/>
          </p:nvSpPr>
          <p:spPr>
            <a:xfrm>
              <a:off x="8989657" y="1312322"/>
              <a:ext cx="1260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Crédit</a:t>
              </a:r>
            </a:p>
          </p:txBody>
        </p:sp>
        <p:pic>
          <p:nvPicPr>
            <p:cNvPr id="12" name="Graphique 11" descr="Haute tension avec un remplissage uni">
              <a:extLst>
                <a:ext uri="{FF2B5EF4-FFF2-40B4-BE49-F238E27FC236}">
                  <a16:creationId xmlns:a16="http://schemas.microsoft.com/office/drawing/2014/main" id="{387E0321-F211-989D-5E0F-2A0A43C9D9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668410" y="4028531"/>
              <a:ext cx="504000" cy="504000"/>
            </a:xfrm>
            <a:prstGeom prst="rect">
              <a:avLst/>
            </a:prstGeom>
            <a:effectLst/>
          </p:spPr>
        </p:pic>
        <p:sp>
          <p:nvSpPr>
            <p:cNvPr id="14" name="Cercle : creux 13">
              <a:extLst>
                <a:ext uri="{FF2B5EF4-FFF2-40B4-BE49-F238E27FC236}">
                  <a16:creationId xmlns:a16="http://schemas.microsoft.com/office/drawing/2014/main" id="{0A439C1A-B540-ECCB-DFBF-B250B72DB6FD}"/>
                </a:ext>
              </a:extLst>
            </p:cNvPr>
            <p:cNvSpPr/>
            <p:nvPr/>
          </p:nvSpPr>
          <p:spPr>
            <a:xfrm>
              <a:off x="9298673" y="2699006"/>
              <a:ext cx="641968" cy="678103"/>
            </a:xfrm>
            <a:prstGeom prst="donut">
              <a:avLst>
                <a:gd name="adj" fmla="val 15271"/>
              </a:avLst>
            </a:prstGeom>
            <a:blipFill>
              <a:blip r:embed="rId14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8F2630C-D260-FB03-04A5-EF5CC88C38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5059" y="3924119"/>
              <a:ext cx="346301" cy="540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155230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1932</TotalTime>
  <Words>464</Words>
  <Application>Microsoft Office PowerPoint</Application>
  <PresentationFormat>Grand écran</PresentationFormat>
  <Paragraphs>122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114</cp:revision>
  <cp:lastPrinted>2026-03-31T18:36:09Z</cp:lastPrinted>
  <dcterms:created xsi:type="dcterms:W3CDTF">2026-02-07T18:04:07Z</dcterms:created>
  <dcterms:modified xsi:type="dcterms:W3CDTF">2026-07-01T21:01:53Z</dcterms:modified>
</cp:coreProperties>
</file>